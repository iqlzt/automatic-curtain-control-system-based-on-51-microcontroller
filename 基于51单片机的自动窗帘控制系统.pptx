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7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ustomXml" Target="../customXml/item1.xml"/><Relationship Id="rId14" Type="http://schemas.openxmlformats.org/officeDocument/2006/relationships/customXmlProps" Target="../customXml/itemProps74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1.png"/><Relationship Id="rId3" Type="http://schemas.openxmlformats.org/officeDocument/2006/relationships/tags" Target="../tags/tag66.xml"/><Relationship Id="rId2" Type="http://schemas.microsoft.com/office/2007/relationships/media" Target="file:///D:\&#24405;&#20687;\2026-04-14%2014-22-06.mp4" TargetMode="External"/><Relationship Id="rId1" Type="http://schemas.openxmlformats.org/officeDocument/2006/relationships/video" Target="file:///D:\&#24405;&#20687;\2026-04-14%2014-22-06.mp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基于</a:t>
            </a:r>
            <a:r>
              <a:rPr lang="en-US" altLang="zh-CN"/>
              <a:t>51</a:t>
            </a:r>
            <a:r>
              <a:rPr lang="zh-CN" altLang="en-US"/>
              <a:t>单片机的自动窗帘控制</a:t>
            </a:r>
            <a:r>
              <a:rPr lang="zh-CN" altLang="en-US"/>
              <a:t>系统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小组成员</a:t>
            </a:r>
            <a:r>
              <a:rPr lang="en-US" altLang="zh-CN"/>
              <a:t>:</a:t>
            </a:r>
            <a:r>
              <a:rPr lang="zh-CN" altLang="en-US">
                <a:sym typeface="+mn-ea"/>
              </a:rPr>
              <a:t>赵子尧，</a:t>
            </a:r>
            <a:r>
              <a:rPr lang="zh-CN" altLang="en-US"/>
              <a:t>李嘉宝，李涵潇，史学家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2026-04-14 14-22-06">
            <a:hlinkClick r:id="" action="ppaction://media"/>
          </p:cNvPr>
          <p:cNvPicPr/>
          <p:nvPr>
            <p:ph idx="1"/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6315" y="461645"/>
            <a:ext cx="9916795" cy="57880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ECB019B1-382A-4266-B25C-5B523AA43C14-1" descr="C:/Users/klpo/AppData/Local/Temp/wpp.opitHL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" y="32385"/>
            <a:ext cx="10176510" cy="67932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ECB019B1-382A-4266-B25C-5B523AA43C14-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5320" y="0"/>
            <a:ext cx="633730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ECB019B1-382A-4266-B25C-5B523AA43C14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3175" y="95250"/>
            <a:ext cx="7515225" cy="64160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ECB019B1-382A-4266-B25C-5B523AA43C14-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525" y="0"/>
            <a:ext cx="937895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ECB019B1-382A-4266-B25C-5B523AA43C14-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4615" y="0"/>
            <a:ext cx="692213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ECB019B1-382A-4266-B25C-5B523AA43C14-6" descr="C:/Users/klpo/AppData/Local/Temp/wpp.HeIwor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1305" y="356235"/>
            <a:ext cx="6549390" cy="61455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MEDIACOVER_FLAG" val="1"/>
  <p:tag name="KSO_WM_UNIT_MEDIACOVER_BTN_STATE" val="1"/>
  <p:tag name="KSO_WM_UNIT_MEDIACOVER_BTNRECT" val="0*0*0*0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NTA4NjkwMjQwMDk5IiwKCSJHcm91cElkIiA6ICIxMzEyNjI5NzAwIiwKCSJJbWFnZSIgOiAiaVZCT1J3MEtHZ29BQUFBTlNVaEVVZ0FBQkZNQUFBTHFDQVlBQUFENU1Sc1dBQUFBQVhOU1IwSUFyczRjNlFBQUlBQkpSRUZVZUp6czNYMTh6WFhqeC9IMzkrenN6bVlielgwWUVWWmk1SzRicWFRUXV0eDBMK1VtTnhYcGh1S0tMamVGSWtTaWtsQ0tYQzZMU3NwdFY2S2YrMXFJek4wc005bk1iczg1Mzk4ZjJibXNEVHR6K0c3SDYvbDRlTFR6K1g2KzMvTSt4N2JyT20vZjcrY3JBUUFBQUFBQUFBQUFBQUFBQUFBQUFBQUFBQUFBQUFBQUFBQUFBQUFBQUFBQUFBQUFBQUFBQUFBQUFBQUFBQUFBQUFBQUFBQUFBQUFBQUFBQUFBQUFBQUFBQUFBQUFBQUFBQUFBQUFBQUFBQUFBQUFBQUFBQUFBQUFBQUFBQUFBQUFBQUFBQUFBQUFBQUFBQUFBQUFBQUFBQUFBQUFBQUFBQUFBQUFBQUFBQUFBQUFBQUFBQUFBQUFBQUFBQUFBQUFBQUFBQUFBQUFBQUFBTGpTR1ZZSEFFcWFxS2lvQ0Zkd1JCUERhZFkzYkxwV01nS3R6bFRjbWFaNVdJYnJWOE9sTGZGN2R1NldaRnFkQ1FBQUFBQ0tpaklGS0tTb3FLZ2dJekRzR2RPd3ZXNFk4Z3NwVlVxbFM1ZVduNS9ONm1qRlhucDZobEpTVStWeXVXU2E1aHBIanFQUDRYMi83TFU2RndBQUFBQVVCV1VLVUFqbGExeGZvVlNRMzljQmR2K0dON1ZvcG44T2ZWN1gxS3hoZGF3U3hlbDBhdHE3Nyt1VHp4YnBXTkp4bDJIcW9mMjd0eSswT2hjQUFBQUFlSW95QmJpQUNoVnVDQWt1WSt3TERncXFNT1hOMTNYWG5iZGJIYWxFeTg3T1Z1ZUhIbFBjcjd2bGNKb1BIdHF6L1RPck13RUFBQUNBSjdnK0FUZy9JeWpDbU9ydjcxL2h3MW5US1ZLOElDQWdRTXNXZjZycnI2c251MDBmVmExVHA3TFZtUUFBQUFEQUU1UXB3SGxFMWJuaGJwdk42RG5neVY1cTFxU3gxWEY4eWdjejNsYXBVcVVDN1ViUUhLdXpBQUFBQUlBbi9Ld09BQlJqUmtTNWlwOUdWYTlXK2QycEU2M080bk5DU3BXU1liUHBoeDgzWFJOYXRzSlhxY2wvSExFNkV3QUFBQUFVQm1lbUFPZFF2VTZEVm9aaE5INnladytyby9pc3ZyMTZLRHdzVEhhYk1kenFMQUFBQUFCUVdKUXB3RG5ZRE9PaHE4cVcxVVAzZDdFNmlzK3kyV3pxMXJtVERFTWR5OVNzR1c1MUhnQUFBQUFvRE1vVW9HQTJVM3EwVWNNYnJNNVJKRHQzN3RSenp6MW5kWXhDYVh0M2EwbFNXRUJvYTZ1ekFBQUFBRUJoMkswT0FCUkhOYTY5cnI0TUJkL1I2bFpMYzNUcTFFbUhEeDh1MU53ZVBYcG80TUNCQlc0Yk5XcVVsaTFiSnB2dHIvN1U0WEJvNnRTcHV1bW1tN3lhdHloaUd0eWc4TEF3blV4TmFTMXBzZFY1QUFBQUFPQkNLRk9BQWpnTXYrcDJTWTFqR2xxYTQ5Ly8vcmRNMDFSU1VwSWVmUEJCZmZmZGQrNXRKMDZjVUxkdTNkeGpOcHROVHFkVDZlbnBTazlQbDhQaDBLbFRweFFZR0NoSmV2cnBwL1hZWTQ5Smt2cjE2MmZSS3lyWU5UV2p0SG5yamdaVzV3QUFBQUNBd3FCTUFRcGd5S3hydDl0VjY1cWFsdWJ3OC92cmhsdTVaNVRZN2YvN2tTMW9iUC8rL1hybGxWZVVtcHFxbEpRVTllL2ZYdzg4OE1CbHorMnBtalZxYVBQVzdTWHptaW9BQUFBQVZ4eldUQUVLWUpOUnFXeVpNbGJIOEZpTkdqVTBmLzU4M1g3NzdXcmN1TEhtejUrdkRoMDZXQjNyZ3E0cVcwYUdZWVFvS2lySTZpd0FBQUFBY0NHVUtVQkJESlVwVlNyWTBnZ09oOE45eVU1bVpxWWt1UitmYTB5U1ROUFVOOTk4bytQSGordkxMNyswOURVVVZuaFltQ1NwY2tCQXFOVlpBQUFBQU9CQ3VNd0hLSkJST2lqSTJwTWtZbU5qTlhIaVJQZmp6TXhNM1hYWFhYbm0vSDFzK2ZMbDJyUnBreXBYcml4L2YzOHRYTGhRYVdscGNybGNlUzRIS203Q3drci85WVhEWHNycUxBQUFBQUJ3SWNYMzB4VmdyZFRjTXorczBybHpaM1h1M0ZtU2RPalFJZlhzMlZNclY2NTBiejkrL0xpNmRPbWl0V3ZYdXNleXNySTBiZG8wOWV2WFQ5OSsrNjNlZlBOTlpXUmthTU9HRFNwZHVyUWxyNk13MHRKT1M1SmN0dXdNcTdNQUFBQUF3SVZ3bVE5UUVOTThhWFdaY3Jiang0L3JxcXV1dXVDOGd3Y1A2cFpiYmxIVnFsVWxTYUdob1NwWHJwd09Ianlvc21YTDVwdS9mLzkrN2R5NTg1Sms5a1RxcVZPU3BNVE16RFNyc3dBQUFBREFoVkNtQUFVd3BJVGNEL2pGd2RhdFcxVzdkdTBMenF0ZHU3WUdEaHlZWnl3eE1WSHg4Zkc2N3JycjhzM2ZzV09IbGl4WjR0V3NSWEhpeno4bDAwelQ0Y09jbVFJQUFBQ2cyS05NQVFwaWFGZDZlb1lPSFQ1aWRSSWxKaWJxNDQ4L0x2UmRlZjYrMXN1Y09YTlVyMTQ5UlVSRXVNZHNOcHV5czdPVmtKQ2dTcFVxZVQyenAvWWZPQ2hUMm1GMURnQUFBQUFvRE1vVW9BQTVNdU1sYWR0MmF6L2ZiOW15UlQxNzlsUzdkdTNVdEdsVGovZi83cnZ2dEdqUkluWHYzajNQZUwxNjlUUnk1RWpObno5Zk45OThzeGNURjgzdnY4ZkxsTFphblFNQUFBQUFDb01GYUlFQ0hIWms3S25oSCtMNGR2VmFlNGYyYlMzSmNPTEVDUTBkT2xROWUvYlVRdzg5VktSakJBUUVxSFhyMW1yVHBrMmU4YWVmZmxwZHUzWlZxVktsRkI0ZTdxWEVSUk8zYTdlU2poK1g2VEkzV1JvRUFBQUFBQUJjbkJwMUc4eHYxcksxYWFXc3JLeUxQa1oyZHJaWHNsd3E0eVpPTm12VWEyaFd1T2FHOGxiL25RTUFBQUJBWVhDWkQzQU9UcWRyenJHazQxcTY3RXZMTWdRRUJGejBNZno5L2IyUzVWSXdUVk9MbDhUS2xMNzZZOStPWTFibkFRQUFBSURDb0V3Qnp1SGdienRYbWFhNWU5YnNqNnlPNHJQbUwxaWs0OGtuNU1oeGpyYzZDd0FBQUFBVUZtVUtjRzR1dVRUeTExMTc5Tm5uMXQ4KzJOZGtabVZwK3N6M1pKcm01c043ZDY2ek9nOEFBQUFBRkJabENuQWU4WHUyZjI2YTVvclJyNytodzBlc3YwMnlMM24yaFpmMXg3RWtsek1uKzNGSnB0VjVBQUFBQUtDd0tGT0E4M05tT216ZDA5TXpVanQwZVZnN2Z2N0Y2andsbnN2bDBoTjluOVkzMzYyV2FiZ0dIdHIzNjg5V1p3SUFBQUFBVC9oWkhRQW83dEpPSkthSGhsLzFlWTRqNXg5TGwzMGQ3c2pKVVV5RCtyTGJ1Yk80cC82N1lhUDZEWHhPbTdkdWw4dDB2WGhnMTg2cFZtY0NBQUFBQUU4WlZnY0FTb3FhTld1R20vNmhyNW1HMFQ4d0lNQ29WS21peWtSRXlNOWVmRHBKUjA2T0pNbGVuTzdnWTBwcGFXbEtQbkZDeDVOUHlEUzF3K2x5UFgxb3o0NzFWa2NEQUFBQWdLS2dUQUU4Vkw3RzlSVksrZHR1TjIzR0xZYWhKcWFwVWxabnloVVdhTlNRcE5Rc2M3L1ZXZjVtdDAzbWp3N1R0ZWJRN3ArM1NISlpIUWdBQUFBQUFFQXhNVEdyWTJKaVZsdWRBd0FBQUFCOEdRdlFBZ0FBQUFBQWVJQXlCUUFBQUFBQXdBT1VLUUFBQUFBQUFCNmdUQUVBQUFBQUFQQUFaUW9BQUFBQUFJQUhLRk1BQUFBQUFBQThZRmdkQUVEUk5XN2N1SlJwbXFmUE44Y3dqSkRObXplblg3NVVBQUFBQU9EYk9ETUZLTUUyYjk2Y2Jwcm1WNlpwNXR0bW1xWk0wL3lTSWdVQUFBQUF2SXN5QlNqaFhDN1hmM1NtUE1tVis3VnBta3VzU3dZQUFBQUF2b2t5QlNqaEhBN0g1NGFSLzRvOXd6Q1VscGEyMEpKUUFBQUFBT0RES0ZPQUV1NlhYMzQ1WVpybTJnSTJyZHE3ZDIrcUJaRUFBQUFBd0tkUnBnQSt3RENNcGZyZk9pbTV3MXppQXdBQUFBQ1hBR1VLNEFPeXM3UHpYT3BqR0lZeU16TS90elFVQUFBQUFQZ295aFRBQi96ODg4K0hKRzArYStqSHVMaTRSQXNqQVFBQUFJRFBva3dCZklUTDVmcDM3dGtwVHFmelAxYm5BUUFBQUFCZlJaa0MrQWlYeTdWWVp5N3hNVTJUdS9nQUFBQUFBQUJjU0V4TXpMRkdqUm9sV0owREFBQUFBSHlaM2VvQUFMekhOTTMzSmVWWW5RTUFBQUFBZkpsUmlEbkFGYWw2cmZvdERMdHRvTlU1UEdLYVlaSWt3MGkxT2txaG1Wb2J2M3Y3dTFiSEFBQUFBSURDNHN3VTRCd011MjJnM1c1L3NHS0Y4bFpIOFZuSnlTZVVrWm5WU1JKbENnQUFBQUFBSlYxVTNRWUxicm16cmVrTkRvZkQvUFBQUDgzNCtIaHoyN1p0NXFwVnE4eU5HemZtbWZQcHA1K2FDUWtKZWNhV0xsMXFybHUzcmxEUDhjWWJiNWh2dlBHR1I3bDI3TmhoZHUzYTFhTjkwdFBUelduVHBwa3VsOHVqL1FyU3M5L1RabFRkaHVsVy8xMERBQUFBZ0NjNE13WHdvdXpzYkQzMTFGTktUMDlYUmthR3NyT3psWjZlTG45L2Y1VXJWMDRSRVJFS0R3OVhlSGk0cnIzMld2ZCtpWW1KK3VDREQzVHZ2ZmZtT1Y2MWF0WDA2cXV2cWtXTEZyTGJyZmx4emNuSlVWSlNVcDZ4NzcvL1hwR1JrYnIxMWx2empGZXNXRkUyR3pjSkF3QUFBT0RiS0ZNQUx3b0lDTkNvVWFNVUZCU2tVcVZLYWVYS2xab3hZNGFHREJtaTIyNjdUWktVbEpTa2t5ZFBxbmJ0MnU3OVB2cm9JM1h2M2wwaElTSHEycldyVWxKUzVIUTY1WFE2RlJBUW9MWnQyN3JuRGhvMEtGL3BVaGdKQ1FucTBLR0Rnb0tDM0dPbWFTbzdPMXMzMzN5emU4emxjdW42NjYvWGUrKzlKMG42L2ZmZjFiTm5UMFZIUjd2bmhJYUc2dHR2djlXMzMzN3JIdHV4WTRkV3JGaWhpSWdJajdNQkFBQUFRRWxDbVFKNFdhVktsWFR3NEVHTkhEbFNaY3FVMGR5NWMzWFZWVmRKa3BZdlg2N0preWVyZS9mdTdqTGw4T0hEMnJScGt4WXNXS0JaczJacHlwUXBxbEtsaWlaTW1LRGs1R1NOSHo5ZUxwZExXVmxaQ2c0T3ZxaHM0ZUhoV3JWcWxmdnh6cDA3TldyVUtDMWF0TWc5dG5yMWFuM3l5U2Q1OXF0Y3ViSzdYRG1YdSs2NjY2S3lBUUFBQUVCSlFaa0NlTm1VS1ZNMGYvNTgxYXRYVHlFaElSbzVjcVJTVTFOMTRzUUpWYXhZVVRObXpGQ3RXclhjODhlTkc2YzJiZHBvMWFwVldyWnNtWHIwNktFTkd6Wm96Wm8xN2xMajg4OC8xNlpObS9UbW0yK2U5N2tYTFZxa0pVdVc1QmxyMmJLbFhuLzk5WXQ2VFltSmlYcnV1ZWZPTytmVXFWTVg5UndBQUFBQVVGSlFwZ0JlMXJwMWExMS8vZlVxVzdhc2JEYWJGaTllcklTRUJEM3p6RE9xVnEyYUVoSVM4cFFwWmNxVTBXKy8vYWJaczJkcjNMaHhPbmp3b0VhTkdxVVhYM3hScDA2ZFVsSlNrcTY1NWhwTm56NWRzYkd4NnRpeDR6bWZ1MU9uVG5ybW1XZnlqSjI5MWtwS1NrcWVNMGdjRG9kT256NmRaeXc3T3p2UGVpNm1hU295TWxLOWUvYys3K3N1WGJxMC9QMzlQWGluQUFBQUFLQmtva3dCdk95NjY2NVRsU3BWdEdEQkFxMVpzMFpkdW5UUmlCRWpaTGZiZGVqUUlRMGZQbHlIRGgzU0k0ODhJa2thUFhxMGxpMWJKcGZMcGR0dnYxMWp4NDVWVUZDUWhnMGJwcWlvS09YazVNamhjT2lXVzI3UnhJa1QxYUpGQzVVclY2N0E1dzRJQ0ZEcDBxWFBtUzA4UEZ3clY2NTBQeTdNWlQ2Wm1abUtpSWpJczJaS1FmNzFyMzk1OUQ0QkFBQUFRRWxGbVFKNDJaZ3hZeFFiR3l0L2YzODFhZEpFNjlhdDA0b1ZLNVNlbnE3MDlIUmxabVpxeG93Wk9uandvSVlNR2FMazVHUzkvLzc3bWpadG1uNzc3VGNOR2pSSW9hR2hhdCsrdmFaTm02YjE2OWNyTGk1T3c0Y1AxMWRmZlhYZXN1UlN5TWpJVUtsU3BmUi8vL2QvK3VjLy8zbk9lYUdob2ZyODg4OHZhellBQUFBQXNBSmxDdUJsZDk1NXB4bzJiS2pJeUVpRmhJUW9ORFJVdlh2MzF0eTVjMVdoUWdYNStma3BOVFZWZ3dZTjB0R2pSelZyMWl3ZFBYcFUzYnAxVTVVcVZUUjkrblNGaElUbzVNbVQrZTZNYy9aZGZZb2lKU1VsejUxN3puYzNINmZUS1Q4L1B4MCtmRmlWS2xWU2RuYTJvcU9qTlduU3BIekhUVTlQditoc0FBQUFBRkJTVUtZQVh0YWlSUXY5K3V1dm1qSmxpdDUrKzIzNSsvdkxack1wSkNSRUN4Y3UxTmF0V3pWNjlHaDkrT0dITWd4RFR6enhoSHIyN0ttcVZhdkt6ODlQT25NNzRuTGx5dVZaNzBTU2poNDlxbEtsU2lrOFBMeEkyUXB6TjU5YzNicDEwOVNwVTdWbnp4NVZyMTY5U004SEFBQUFBTDdJWm5VQXdOZkV4Y1ZwMEtCQnV2LysrL010eU5xNWMyZmw1T1NvZCsvZSt2UFBQeVZKRVJFUmlvK1AxN1JwMDlTclZ5OXQyTEJCaXhjdjFrMDMzWlR2Mkt0WHI5WTc3N3lqN094c25UcDFLcytmN096c0FzZFBuVHFsdExRMFZhNWNPYzk2S1RxenhrcEtTb295TXpQempPL2N1Vk1KQ1FrcVc3YXMxcTFicDhhTkcxK1M5d29BQUFBQVNpTE9UQUc4NlB2dnY5ZklrU00xWnN3WU5XM2FWQzZYUzVtWm1UcDkrclQ4L2YwVkZCU2tpUk1uYXN5WU1YcmlpU2MwZmZwMDllL2ZYK1hMbDFlelpzMDBZTUFBN2R1M1Q5OTg4NDBXTEZnZ25TazhjbTg3Zk9qUUlWV3FWRW1MRnkvV3RHblRDc3l3ZlBueWZHTlhYWFdWWW1OajNXZSs1THJtbW1zVUhSMnRPKys4TTgrNFlSaDY4c2tuOWVXWFg4cHV0eXM2T2xvLy9QQ0Rmdnp4UjdWdjM5Nkw3eGdBQUFBQUFQQVpVWFViTExqbHpyYW1KNlpPbldwdTJiTEZORTNUM0w5L3YzbmpqVGVhelpzM040Y01HWkpubnN2bE1tZk5tbVVlTzNiTXpNbkpjWStQR1RQRzdOaXhvN2xueng3M1dHSmlvdG0rZlh2enJydnVNbHUzYm0zdTM3L2ZvMHdYWTlXcVZXWnNiS3hwbXFiNTMvLysxeHc4ZUhDQjgwNmZQbTIyYk5uUzQrUDM3UGUwR1ZXM1liclZmOWNBQUFBQUFNQUxpbEttL0ozVDZUU2RUbWVoNXg4OWV0VE15c3E2cU9jc1NTaFRBQUFBQUpSRVhPWURYRUkybTJmTEVsV3NXUEdTWlFFQUFBQUFlQWNMMEFJQUFBQUFBSGlBTWdVQUFBQUFBTUFEbENtQWp6bCsvTGhhdFdwbGRRd0FBQUFBOEZtc21RS1VRR3ZYcnRYczJiUHpqRFZzMkZDREJ3K1dhWnI1Ym9FTUFBQUFBUEFleWhTZ0JLcGJ0Njc2OXUyYlp5d2lJa0xwNmVsS1QvL3I1amk1LzVXazRPQmdHWVp4MlhNQ0FBQUFnQytpVEFGS29Bb1ZLcWhDaFFwNXh1TGo0M1h2dmZmSzVYSXBMUzFOOTk1N3J5UXBOVFZWUzVZc1VkV3FWUzFLQ3dBQUFBQytoVFZUQUI4UkZSV2xWYXRXYWQ2OGVhcFlzYUpXclZxbFZhdFc2YXFycnBMZFRtOEtBQUFBQU43Q0p5eWdCT3JZc2FOU1VsS1VucDZ1Z0lBQWQxa3lhOVlzdVZ3dWhZYUd1dWRtWjJkVHBnQUFBQUNBRi9FSkN5aUJZbU5qbFpXVnBYdnV1VWVMRmkxU1pHU2tlOXY2OWV0VnRteFo5K1BzN0d6NSsvdGJsQlFBQUFBQWZBK1grUUFsMUgvLysxODFhTkJBUVVGQjJyeDVzM3Y4eUpFaktsKyt2UHN4WlFvQUFBQUFlQmRsQ2xCQ0xWbXlSRjI2ZE5HcFU2YzBiTmd3T1J3T1NkTEdqUnZWcUZFalNaTEQ0WkRMNVZKZ1lLREZhUUVBQUFEQWQxQ21BQ1hRNzcvL3JzT0hEK3ZtbTI5V3BVcVZWTE5tVGExZnYxNXBhV25hdkhtem1qVnJKa25LeXNxU241OGZhNllBQUFBQWdCZnhDUXNvZ1VhT0hLbUlpQWlOSHo5ZXljbkpPblRva1A3OTczL3IxMTkvVmZQbXpkMjNUYzdPemxad2NMRFZjUUVBQUFEQXAxQ21BQ1ZRcDA2ZDlNY2ZmNmh5NWNvcVg3Njh5cFFwby9uejUrdlRUei9WaHg5K3FMUzBORW5TdG0zYlZLNWNPYXZqQWdBQUFJQlBvVXdCemlNMTlaVGVuRHpONmhqbnRPL0FFZTA3Y0VTbWFlcUhIemFvYm5SOUxmbmlLLzIrOXpkdDNQQzliSDUrdXJGcDgyTDdHbjdmZjhEcUNBQUFBQURnTWNQcUFFQnhWYU51ZzRreWpPZXN6bEZZTmtOeW1lYVpSMy85YUp1bUtjTW8zai9tcG1uR3grL2FYc1BxSEFBQUFBQlFXTVg3VXhaZ0xYdFVWSFNrMVNFOEVSRVJ1RmlTVHA3TTZtSjFsc0p5T0ZKVERoOCtuR0YxRGdBQUFBQW9MQzd6QWM3TkVSOGZsMmgxQ0UvRXhNUmtTMUpKeXcwQUFBQUFKUW0zUmdZQUFBQUFBUEFBWlFvQUFBQUFBSUFIS0ZNQUFBQUFBQUE4UUprQ0FBQUFBQURnQWNvVUFBQUFBQUFBRDFDbUFBQUFBQUFBZUlBeUJRQUFBQUFBd0FPVUtRQUFBQUFBQUI2Z1RBRUFBQUFBQVBBQVpRb0FBQUFBQUlBSEtGTUFBQUFBQUFBOFlGZ2RBRURSUlVkSGh3WUZCWjA2MzV6TXpNelNjWEZ4YVpjdkZRQUFBQUQ0TnM1TUFVcXdNeVhKTjZacDV0dDJadXhyaWhRQUFBQUE4QzdLRktDRU0wM3pQL3BmZWFLenYzWTZuZit4TGhrQUFBQUErQ2JLRktDRXM5bHNpd3dqL3hWN2htSEk1WEl0dENRVUFBQUFBUGd3eWhTZ2hOdThlZk54U2QvL2ZkdzB6VFU3ZCs3ODA1cFVBQUFBQU9DN0tGTUFIK0J5dVpicXpPVTlaMTN1czhUU1VBQUFBQURnb3loVEFOL3crZG1YK3B5NXhHZXhwWWtBQUFBQXdFZFJwZ0ErWU51MmJmR1NOcDgxOU9QMjdkdVBXQmdKQUFBQUFId1daUXJnSTB6VFhKcDdkb3JMNVlxMU9nOEFBQUFBK0NyS0ZNQjNMTmFaUzN4c050c2lxOE1BQUFBQUFBQVVlekV4TVh0alltTGlyTTRCQUFBQUFMN01iblVBQU41am11YW5OcHZOWVhVT0FBQUFBUEJsUmlIbUFGZWs2clhxdHpEc3RvRlc1L0NFelREQ1hTNlhaQmdwVm1jcE5GTnI0M2R2ZjlmcUdBQUFBQUJRV0p5WkFweURZYmNOdE52dEQxYXNVTjdxS0Q0ck9mbUVNakt6T2ttaVRBRUFBQUFBb0tTTHF0dGd3UzEzdGpXOXdlRndtSC8rK2FjWkh4OXZidHUyelZ5MWFwVzVjZVBHUEhNKy9mUlRNeUVoSWMvWTBxVkx6WFhyMW5rbFE2NWZmdm5GSERSb2tHbWFwdWwwT3QzakhUdDJOUGZ2MzU5di9zYU5HODF0MjdaNU5VT3VudjJlTnFQcU5reTMrdThhQUFBQUFEekJtU21BRjJWblordXBwNTVTZW5xNk1qSXlsSjJkcmZUMGRQbjcrNnRjdVhLS2lJaFFlSGk0d3NQRGRlMjExN3IzUzB4TTFBY2ZmS0I3NzcwM3ovR3FWYXVtVjE5OVZTMWF0SkRkL3I4ZjE4MmJOMnZyMXEzdXgwRkJRVnE3ZHEwU0VoSWtTVWxKU1lxTWpGVHVyWkk3ZGVxa0o1OThVcEwwM1hmZnFVcVZLcEtrR1RObUtEZzRXRDE3OWp6bmF6cDkrclFtVFpxa1R6NzVSRGFiVFI5OTlKRnljbklLblB2b280OHFLQ2lvaU84ZUFBQUFBSlFNbENtQUZ3VUVCR2pVcUZFS0NncFNxVktsdEhMbFNzMllNVU5EaGd6UmJiZmRKcDBwT2s2ZVBLbmF0V3U3OS92b280L1V2WHQzaFlTRXFHdlhya3BKU1pIVDZaVFQ2VlJBUUlEYXRtM3JuanRvMENEVnFsVkw1Y3VYMTRRSkUvVHNzOCtxZE9uU2V1Kzk5OXh6T25YcXBJOCsra2dSRVJGNThqbWRUbjM1NVpkNjdiWFhKRWtiTm14UXYzNzl6dmw2OXUzYnA4cVZLNnQ1OCtiYXRXdVhxbGV2N3Q0Mlk4WU05ZWpSUTZWS2xYSS9mdUNCQnloVEFBQUFBUGc4eWhUQXl5cFZxcVNEQnc5cTVNaVJLbE9tak9iT25hdXJycnBLa3JSOCtYSk5uanhaM2J0M2Q1Y3BodzhmMXFaTm03Umd3UUxObWpWTFU2Wk1VWlVxVlRSaHdnUWxKeWRyL1BqeGNybGN5c3JLVW5Cd3NQdDVETU5RVkZTVXVuYnRLa2thTldxVU5tM2FwT0RnWUNVbUpxcFhyMTZ5Mld5S2o0L1hUei85SkVsYXQyNmRqaDgvcm9ZTkd5b3BLVW03ZHUzU21ERmo1T2ZucDZTa0pQWHQyOWQ5QnN6a3laUDE0WWNmS2pVMVZaSzBZTUVDVFpzMlRUMTY5SkRUNmRTTUdUUDArT09QS3l3c1RDNlhTek5tekpDL3YvOWxmNzhCQUFBQTRIS2pUQUc4Yk1xVUtaby9mNzdxMWF1bmtKQVFqUnc1VXFtcHFUcHg0b1FxVnF5b0dUTm1xRmF0V3U3NTQ4YU5VNXMyYmJScTFTb3RXN1pNUFhyMDBJWU5HN1JtelJwOThza25rcVRQUC85Y216WnQwcHR2dnVuZWIvWHExV3Jac21XZTUzN2xsVmZVckZremRlclVTUjk4OElFaUlpSjB4eDEzdUxlLy8vNzcwcGtpWnVIQ2hlclFvWU5Hamh3cG5UbWJaY3FVS1lxS2luTFB6ejJEWmZYcTFUcDU4cVFhTldva25ibWNTV2N1THpyN2NVQkFnTmZmVHdBQUFBQW9iaWhUQUM5cjNicTFyci8rZXBVdFcxWTJtMDJMRnk5V1FrS0Nubm5tR1ZXclZrMEpDUWw1eXBReVpjcm90OTkrMCt6WnN6VnUzRGdkUEhoUW8wYU4wb3N2dnFoVHAwNHBLU2xKMTF4emphWlBuNjdZMkZoMTdOaFIyZG5aK3VLTEwrUjBPclYwNlZJOThNQUQwcG55SS9mTWxDZWZmRkkybTAyblRwMlNKSDM1NVpmS3lNaHdQKytYWDM2cHQ5NTY2NEt2NStUSmszcmpqVGMwY2VKRWZmREJCMnJldkxrcVZhb2t1OTN1TGs5eWNuSmt0OXRsczlrdXdUc0tBQUFBQU1VTFpRcmdaZGRkZDUycVZLbWlCUXNXYU0yYU5lclNwWXRHakJnaHU5MnVRNGNPYWZqdzRUcDA2SkFlZWVRUlNkTG8wYU8xYk5reXVWd3UzWDc3N1JvN2RxeUNnb0kwYk5nd1JVVkZLU2NuUnc2SFE3ZmNjb3NtVHB5b0ZpMWFhT1hLbFVwTVROVGt5WlAxNTU5LzZ0aXhZNUtrWWNPR3FWbXpacnIzM252MXdRY2ZxSFRwMHU0elU1WXRXNlpYWG5uRnZSRHQ3Tm16VmFGQ2hmTytGb2ZEb1pkZWVrbCtmbjVLVEV4VWJHeXM3ci8vZmlVbEpTa3NMTXc5THlzcmkwdDhBQUFBQUZ3eEtGTUFMeHN6Wm94aVkyUGw3Kyt2SmsyYWFOMjZkVnF4WW9YUzA5T1ZucDZ1ek14TXpaZ3hRd2NQSHRTUUlVT1VuSnlzOTk5L1g5T21UZE52di8ybVFZTUdLVFEwVk8zYnQ5ZTBhZE8wZnYxNnhjWEZhZmp3NGZycXE2OVV1blJwYmRxMFNiZmVlbXUrNTU0d1lZSkNRME9WbEpTa0FRTUd5R2F6S1MwdFRaTDA2cXV2cW16WnNwS2sxTlJVOWVqUkk4Kyt5Y25KNnRPbmovejgvQ1JKZDk5OXR3NGNPS0NVbEJTZE9IRkNMN3p3Z2thTUdLR0lpQWh0MnJRcHoySzBPVGs1Q2d3TXZMUnZMQUFBQUFBVUU1UXBnSmZkZWVlZGF0aXdvU0lqSXhVU0VxTFEwRkQxN3QxYmMrZk9WWVVLRmVUbjU2ZlUxRlFOR2pSSVI0OGUxYXhaczNUMDZGRjE2OVpOVmFwVTBmVHAweFVTRXFLVEowL211eHRQN2wxOUprMmFwRGZlZUNQUHRnRURCdWlISDM1UTA2Wk45Y1FUVDJqbXpKbVM1RDRUcFh6NThuSTRISktrc0xBd2ZmMzExM24yTDJqTmxOZGZmMTE5Ky9iVnVISGoxTHQzYjczNjZxdXFXTEdpdG0vZnJ1am9hUGU4ek14TXloUUFBSEJKMUtqYnNJOHBQV3gxaml1WklYMnlmOWUyOXdveEZiaGlVS1lBWHRhaVJRdjkrdXV2bWpKbGl0NSsrMjM1Ky92TFpyTXBKQ1JFQ3hjdTFOYXRXelY2OUdoOStPR0hNZ3hEVHp6eGhIcjI3S21xVmF1Nnp3cjUvZmZmVmE1Y09mZWRkWElkUFhwVXBVcVZVbmg0dUhUbU1wemNnc1J1dDJ2bXpKbEtTVWxSdlhyMTNMY3NuajkvZnBGZnk4c3Z2Nnk5ZS9kS2ttNjk5VmJOblR0WFlXRmhldW1sbC9MY2lqa3pNNVBGWndFQXdDVmhTZytIaFlXMmlxNWJ4K29vVjZTNFhidVZtcG9tU1pRcHdGa29Vd0F2aTR1TDA3UFBQcXVYWG5vcDN6b2luVHQzMXFaTm05UzdkMjlOblRwVlpjdVdWVVJFaExadjM2NmxTNWRxeDQ0ZDZ0Mjd0NzcvL252ZGROTk4rWTY5ZXZWcUhUaHdRQysvL0xKMDVneVZrSkFRUGZEQUE0cUlpTkRnd1lNMWRPaFFQZlRRUTNJNEhQbkttSXRWcFVvVnZmSEdHMnJhdEdtZVJYVFQwdElVRWhMaTFlY0NBQURJRlYyM2poWjg5TDdWTWE1SUQvWG9yUjgzYmJZNkJsRHNVS1lBWHZUOTk5OXI1TWlSR2pObWpKbzJiU3FYeTZYTXpFeWRQbjFhL3Y3K0Nnb0swc1NKRXpWbXpCZzk4Y1FUbWo1OXV2cjM3Ni95NWN1cldiTm1HakJnZ1BidDI2ZHZ2dmxHQ3hZc2tNN2Niamozamp5SERoMVNwVXFWSkVtTkdqVlMxNjVkVmExYU5XM2J0azJUSmszUzJyVnI5ZXl6enlveE1WRWRPblJRN2RxMVZhdFdMYlZvMFVKTm1qUzU2TmUzZlBseXJWMjdWaDkvL0xIUzB0S1VscGFtb0tBZ3JWcTFTdFdxVmJ2bzR3TUFBQUJBU1VDWkFualIxcTFiOWVhYmJ5b21Ka2J4OGZIcTFxMmI3SGE3V3JaczZUNXp3OC9QVHlOR2pORDc3Nyt2d01CQUxWbXl4SDBHeWRpeFk3VnAweWE5ODg0N2lveU1sQ1RkZU9PTm1qRmpodHEwYVNQVE5OMlgxOXgxMTEyU3BJeU1EQzFldkZnMzNuaWpQdjc0WTRXR2hrcVNubjc2YWUzWXNVUGJ0Mi9QdC9aS1VlemJ0MDl6NTg3VisrKy9yL0R3Y1AzeXl5OTY0b2tuNUhRNlZiMTZkWTBmUC82aW53TUFBQUFBQUpSZ1VYVWJMTGpsenJibXhYQTZuYWJUNlN6MC9LTkhqNXBaV1ZrWDlad1g0bkE0aXJ6TXRMZmxBQUFnQUVsRVFWU3Z5K1h5YXBhZS9aNDJvK28yVExmNjd4b0FBQlJmVVhVYnJuN3dzVjVlL2Y4Z0tMd0hIK3RsUnRWdHVOcnE3d09ndU9ITUZPQVNzdGxzSHMydldMSGlKY3VTSzNlUjI2SXdETU9yV1FBQUFBQ2dKUExza3g2QUVpTXJLMHVabVpsV3h3QUFBQUFBbjBPWkFoUnpjK2ZPMVp3NWMvS045K25UUnhzMmJEam5mc3VXTFZQLy92M2RqMTk4OFVWOTl0bG5seXduQUFBQUFGd3BLRk9BWW03ZnZuMEtEdy9QTS9iVFR6OHBLU2xKVFpvMFVXcHFxdExTMHZMdHQzejVjblhwMHVXY3g0MkxpMU44ZlB3bHlRd0FBQUFBdm93eUJTaW1VbEpTdEhIalJ1M2V2VnVuVDUvV3hvMGJkZkRnUVVuU3pKa3pOV2pRSU5udGRpMWN1RkRUcGszTHMrL1BQLytzUTRjTzZlNjc3eTd3Mk1lT0hkT3p6ejZyOWV2WFg1YlhBZ0FBQUFDK2hESUZLS2FPSFR1bXp6NzdUSHYzN3RXV0xWczBjZUpFTFZteVJOOTg4NDBDQXdOMSsrMjNTNUllZWVRUnJWMjdWci85OXB0NzMzZmZmVmRObXphVnY3OS92dU9tcEtUbzJXZWYxYTIzM3FydTNidGYxdGNFQUFBQUFMNkFNZ1VvcG1yWHJxMGhRNGFvU3BVcW1qUnBrbHEzYnEyVWxCU05IVHRXZi83NXAzcjM3cTBISDN4UTNicDEwK25UcHpWOStuUkowZzgvL0tBTkd6WVVlT2VkNDhlUDY4a25uMVNGQ2hYMDhzc3ZXL0NxQUFBQUFLRGs0OWJJUURHMlo4OGUxYWxUUjVKMDlPaFJOVzdjV0pVcVZWTHQyclVWR1JtcHlNaElSVVJFU0pMYXRtMnJYMy85VldQSGpsV1RKazBLUE42SEgzNm9idDI2NllVWFhyaW9XeVFEQUFBQXdKV01NZ1VveG43NTVSZmRjTU1Oa3FUZHUzZXJWNjlldXZmZWV3dWN1MmpSSXUzZnYxOHhNVEdxWDcrK2R1N2NLVW5LeWNuUjdObXp0VzdkT25YcjFrMURodzY5cks4QkFBQUFBSHdOWlFwUWpPM2R1MWNOR2pUUWlSTW5sSktTb3F1dnZscjkrdlhUYjcvOWxtYzlsRk9uVHVtRkYxN1FmZmZkcDNyMTZtbjU4dVdTcEpVclYycktsQ21xVXFXS2F0ZXVyYWlvS0F0ZkRRQUFBQUQ0QnRaTUFZcXhGMTk4VVV1WEx0WEFnUU4xNTUxM3VzY25UNTZzcjcvKzJ2Mm5ZOGVPa2lURE1CUWFHdXFlRnhBUW9DRkRobWptekptcVZLbFN2dU9QSHo5ZVI0NGN1VXl2QmdBQUFBQjhBMlVLVUl4VnJGaFJZOGFNMGErLy9xcWtwQ1E1SEE2UDlyL3R0dHZVc21YTGMyNy84c3N2bFptWjZZV2tBQUFBQUhEbG9Fd0JpckcwdERTTkdqVktBd2NPMU9IRGgvWEdHMjhVK1ZoQlFVRTZmUGl3Ky9IT25UdVZtWm1wS2xXcWVDa3RBQUFBQUZ3WldETUZLS1pPbkRpaC92MzdxMjdkdXVyUm80ZTZkT21pa3lkUGFzeVlNUm95WklnQ0FnTGNjMCtlUEtscnI3MzJ2TWRyMTY2ZGhnNGRxdGpZV1BuNStlbjA2ZE42N0xISEZCUVVkQmxlRFFBQUFBRDREc29Vb0pncVZhcVVtamR2cm9FREIwcVNRa05EM2V1aFRKZ3dRZlhyMTNmUEhUOSsvQVdQMTZKRkM2MWR1MWFabVpreVRWTUJBUUd5Mi9rVkFBQUFBQUNlNHBNVWNCNnBxYWYwNXVScDFnVXcvUFhXMnpQeUROV3FlNzFXZkxkV0s3NWI2eDd6Q3d6UnZnTkg4bVNOaUt4b2JmWkMrSDMvQWFzakFBQUFBSURIS0ZPQWN6Q2toRk5wYVhwbjFnZFdSL0dBZWVhL2hzVTVQR0grWVhVQ0FBQUFxeVFuSjJ2aHdvWHEzNysvMVZFQWVJQXlCVGlIL2J1MkQ0MktpaTc2aXE4V2lJZ0lYQ3hKSjA5bWRiRTZTMkU1SEtrcFZtY0FBQUFvclBYcjEydlVxRkdGbmwrdlhqMU5uVHBWeDQ4ZmQ0OUZSa2E2di83MjIyL3pySVVIb0dTZ1RBSE96UkVmSDVkb2RRaFB4TVRFWkV0U1Njc05BQUJRVWpSdjNseUxGaTNLTi83dXUrL3FoeDkrMEp3NWMyU3ovZSttcWJscjFMVnYzMTUxNjliVnJsMjd0SEhqUnQxeHh4MHFYYnEwZTE1c2JLd2tLU0VoUVQvOTlOTmxlUzBBaW80eUJRQUFBQUFLeWQvZlh4RVJFWG5HZHUvZXJYLy8rOTk2OWRWWFZiWnMyUUwzSzFPbWpENzY2Q1BkYzg4OTdySEZpeGZudXlIQTJkc0JGRitVS1FBQUFBQlFSS2RQbjlZLy8vbFAxYXRYVDIzYnR2VjQvMEdEQnJtL25qQmhncGZUQWJoVWJJV1lBd0FBQUFENEc1ZkxwZUhEaHlzbEpVV0hEeC9XTDcvOG9tKy8vVllaR1JtRlBzYWVQWHYweWl1dktDRWhRVTZuODVMbUJlQTlsQ2tBQUFBQTRDR24wNm1SSTBkcXg0NGRldWVkZHhRVUZLU2NuQnpGeHNhcWE5ZXUyckJoUTZHT1k3UFpGQmtaS1Q4L3YwdWVHWUQzVUtZQUFBQUFnQWN5TWpJMGRPaFFyVjI3VnRPbVRWT3RXcldrTTR2TlRwMDZWUU1HRE5CTEw3MmtFU05HS0NXRkd4Y0N2b2d5QlFBQUFBQUthZS9ldlhyMDBVZDE4T0JCelowN1Y5SFIwZm5tdEcvZlhwOTk5cGtTRWhMVXYzOS9tYVo1enVNNW5VNGxKQ1FvSnlmbkVpY0g0RTBzUUFzQUFBQUFoYlJueng3VnIxOWZMNzMwa29LQ2dzNDVyMkxGaXBvMWE1WVNFaEprR0lhU2s1UFZ2bjE3SlNjbjU1bFhwa3dadmZYV1c2cFpzeWFYK2dBbENHVUtBQUFBQUJSU3UzYnQxSzVkdTBMTnRkbHN1dnJxcXlWSjExMTNuZWJNbWFPeFk4Zm1tYk5nd1lKTGtoUEFwY1ZsUGdBQUFBQndpYzJaTTBlU05IejQ4SFBPeWNyS1VtWm01bVZNQmFDb09ETUZBQUFBQUN5VWxwYW0xcTFieTkvZlg3ZmRkcHZWY1FBVUFtVUtBQUFBQUZ5azVjdVhlelIvMXF4WnN0di8ramdXR2hxcURSczJ5RENNUzVRT2dMZFJwZ0FsV0hSMGRHaFFVTkNwdjQ4M2F0VEl2V1I4Wm1abTZiaTR1TFRMSGc0QUFBRG5sSHM3NVZ3VUtVREp3cG9wUUFsMnBpVDVwcURiN1owWis1b2lCUUFBQUFDOGl6SUZLT0ZNMC95UC9sZWU2T3l2blU3bmY2eExCZ0FBQUFDK2lUSUZLT0ZzTnR1aWdrNExOUXhETHBkcm9TV2hBQUFBQU1DSFVhWUFKZHptelp1UFMvcis3K09tYWE3WnVYUG5uOWFrQWdBQUFBRGZSWmtDK0FDWHk3VlVaeTd2T2V0eW55V1doZ0lBQUFBQUgwV1pBdmlHejgrKzFPZk1KVDZMTFUwRUFBQUFBRDZLTWdYd0FkdTJiWXVYdFBtc29SKzNiOTkreE1KSUFBQUFBT0N6S0ZNQUgyR2E1dExjczFOY0xsZXMxWGtBQUFBQXdGZFJwZ0MrWTdIT1hPSmpzOWtXV1IwR0FBQUFBSHdWWlFyZ0k3WnUzUnBubW1hU3BNUXRXN2JzdFRvUEFBQUFBUGdxdTlVQkFIaVBhWnF6RE1Od1dKMERBQUFBQUh3WlpRcHdEdFhyM05ETE1Jd1hyTTdoaVpPWlpxRGtWRlRkQmc5WW5hWHd6QzN4dTNZOFluVUtBQUFBQUNnc3loVGdIQXpEYUYwcU9ManVIYTFhV2gzRlovMjBlWXYrT0hhOHV0VTVBQUFBQU1BVGxDbkFlWlF0VzBadlR4cHZkUXlmMWF2L00vcmoyUGRXeHdBQUFBQUFqN0FBTFFBQUFBQUFnQWNvVXdBQUFBQUFBRHhBbVFJQUFBQUFBT0FCMWt3QkFBQUFVS3pGN2RxdGgzcjB0anJHRlNsdTEyNnJJd0RGRW1VS0FBQUFnR0xMbFBsRmFtcWFmdHkwMmVvb1JXTEk5SmNrVTBhTzFWbUt6REJqclk0QUZEZVVLUUFBQUFDS3JRTzd0aytTTk1ucUhFWFZxRkdqdmk2WHk3VnQyN2Izck00Q3dIdFlNd1h3SWFacFdoMEJBQUFBZVhVMkRPTStxME1BOEM3S0ZNRExKa3lZb0JNblRyZ2ZyMTY5V29NR0RYSS83dEdqaDdadTNWcmd2cG1abVpvL2Y3NHlNakk4ZnQ3ang0L3J2dnZ1eS9QY0JZbVBqOWZiYjc4dFNYSTRIRHB4NG9UaTQrTzFiZHMyclYyN1ZyR3hzWm8zYjk0Rmp3TUFBSUR6cTErL2ZobEpkeHFHMGFabXpacmhWdWNCNEQxYzVnTjRXZm55NVRWcTFDaE5uanpaNDMzdGRyc09IRGlnb1VPSGF2TGt5YkxaQ3Q5M1JrWkdLam82V2dzV0xOQlRUejFWNEJ6VE5EVm16QmoxN2R0WEF3WU0wTDU5KzFTNmRHbjNuL0R3Y0lXRmhTa2lJa0pPcDFPZmZmYVp2djMyVy9mK29hR2hxbGl4b21Kai83cHNOak16VTBGQlFlN3RMNzMwa2pwMDZPRHg2d1lBQVBCRk5wdnRQa2wra2hRZUh0NVIwanlyTXdId0RzUHFBRUJ4RlZXM3dZS3JxMVIrY1AyM1gzcTBuOVBwVlBmdTNmWFNTeS9wNDQ4LzFvRURCNVNVbEtUYXRXdExrdUxpNGxTdFdqV0Zob1pxM0xoeGlvaUl5TE8veStWUzM3NTkxYVpORzNYcjF1MmN6L1A4ODg4ckt5c3J6OWlwVTZkVXFsUXArZm41NVJudjBhT0htalJwb3JmZWVrc1pHUmthTm15WWV2YnNxV0hEaHFsV3JWcVNwR1BIanVtNTU1N1QvUG56M2ZzZFAzNWNKMCtlMUlnUkkvVElJNC9vdXV1dVUxUlVsQ1FwTVRGUkR6LzhzRmF1WEpuditRcXJWLzludEdyTjl4bnh1N2FWS3RJQkFBQUFpckdZbUppbGtqcEtrbUVZUzdaczJkTFo2a3dBdklNelV3QXY4L1B6MDN2dnZhZVFrQkNGaElUb3h4OS8xT3JWcXpWNDhHQkowb2dSSTNULy9mZXJUcDA2Q2cwTnpiZS96V1pUMjdadE5YWHFWTjF6enowcVhicDBnYy96NktPUHl1bDA1aGtiUFhxMFdyZHVyWHIxNnVVWnIxR2pocFl0VzZiZHUzZHIwcVJKT25EZ2dDUnA0TUNCOHZmM2w4NlVRRWxKU2VyVXFaTWs2ZFpiYjlVTEw3eWd5TWhJQlFVRnFYTGx5dTRpUlpKV3JWcWxtMisrdWNoRkNnQUFnQytyVTZkT2FVbjNuRFhVOW9ZYmJnalpzV1BIYVF0akFmQVN5aFRBaS83di8vNVArL2J0VTNCd3NEcDI3S2hycnJsR0J3OGVWR2hvcU9yVXFTTkpDZ29LVXRXcVZkMlBDN0pxMVNyNSsvdHIvdno1NnQrL2Y0RnpZbUppOG8wRkJ3ZnIybXV2MVkwMzNwaHZXL1BtemRXcVZTc3RXclRJdlI3SzFLbFQzV2VtL1BISEh4bzBhSkErL2ZSVDl6N1oyZG5LeXNxU3krVlNSa2FHMHRMUzNBWFExMTkvcmU3ZHUzdjhIZ0VBQUZ3SmdvT0RPeGlHRVhEV0RRS0MvUHo4MmtyNjNOcGtBTHlCQldnQkwwcEtTbEpjWEp6ZWVlY2Q5NWpMNVpKaEZQNkt1cFNVRkczZHVsV1RKazNTb2tXTGxKYVc1cFZza1pHUnlzek0xTnk1Yy9YWVk0OUpmNTF1cXNHREI2dFBuejRhT25Tb0RoMDZwRDU5K3FoUG56NlNwQysrK0VLUFB2cW9kdS9lclZHalJ1bnBwNStXSlAzODg4ODZjT0NBcGsrZnJoVXJWdWpJa1NOZXlRZ0FBT0FyYkRiYmZXZmZhZkhNMS8rd01oTUE3K0hNRk1DTDJyWnRxeFl0V3VqQkJ4OVViR3lzM243N2JmZlpIWGZkZFpja0tUVTFWYzg5OTV6c2RydmF0bTJyNTU1N0xzOHg1czJicDJiTm1xbCsvZnE2N2JiYk5IZnVYQTBZTUNEZmN5MWV2Rmh6NTg3Tk01YVltS2dSSTBia1dSUTJMQ3hNOCtiTms5UHAxUERodzJXejJYVFZWVmZKNFhESWJyZHIrL2J0bWpKbGlzcVhMKy9lNStHSEg1WWtkZW5TUlYyNmRGSFBuajMxekRQUHVNK0dtVHQzcmg1NTVCSE5uajFicDArZjFyQmh3L1RCQngvSWJ1ZFhDZ0FBUUsxYXRRSk4wMnluTS85NHBUTmxpbUVZSFdyVnFoVzRkKy9lckFzZEEwRHh4aWNmNEJMcDJMR2pPbmJzcUFrVEpxaHMyYkxxM2J1M2RHWXgyR2VmZmJiQXkzU09IVHVtQlFzVzZMMzMzcE1rOWVyVlN3OC8vTEE2ZHV5b3E2KytPcy9jZSs2NVI3ZmNja3Vlc2FlZWVrcDkrdlJSdzRZTjNXTzVhNXA4K3Vtbjd2VlJKQ2tySzB1QmdZR1NwTmRlZTAwQkFRSHViZWM3RzJibnpwM2FzbVdMaGcwYnB0bXpaK3NmLy9pSFZxeFlvWmt6WjU3ekxrSUFBQUJYa3BDUWtIYUdZWVNjZldiS0dhWER3c0xhU1ByQ21tUUF2SVV5QmJpRVRwMDZwUlVyVnJqTGtmTnhPcDBhTldxVTJyUnBvK2pvYUVuUzFWZGZyUWNlZUVELyt0ZS85TzY3NytaWjdEVjNnZHV6MmUxMlJVUkVxRUtGQ3ZtTzM3UnBVOTE3NzczcTJyV3JKT25reVpQdXhXMG5UcHlveXBVcnUrZm1ua1dUeStWeTZhdXZ2dEtLRlN2MHl5Ky9xRy9mdmdvT0RwYk8vR3ZMSzYrOG9vY2ZmbGl0V3JYU2RkZGQ1K0c3QkFBQTRGdjgvUHc2RjFDa3lEUk5tYWJabVRJRktQbFlNd1h3c3B5Y0hPbk0yUjNQUC8rODJyUnBvNW8xYTE1d3Y0a1RKK3JJa1NQdXUvN2s2dE9uajA2Y09LRTMzM3p6b25MVnJsM2JYYjVrWm1ZcUp5ZkgvWGp3NE1GNjlORkgzWDlTVWxLa001ZnozSDMzM1VwTFMxT1pNbVdVbkp5c3NMQXdkeUdUNitxcnIxYS9mdjBLVlJvQkFBRDRzc2FORy90TDZtQVlScDUxODNJZkc0YlJpWC9VQmtvK2ZvZ0JMNXM1YzZac05wc09IVHFrOXUzYnEwT0hEbm0yMzNiYmJZcU1qSFEvenNySzByaHg0N1IyN1ZyTm1UTkhZV0ZoZWVZSEJBUm84dVRKZXZ6eHg1V1dscWFoUTRjV2VFdGxUK3pZc1NOUHdmUFdXMjhWZUdaS3ZYcjFOR1BHRFBmY09YUG1xRjI3ZGdVdXFQdmdndytxWThlT0Y1VUxBQUNncEhPNVhPVU13M2dyOTdGcG1vL3JyekpsenBuL0tqbzZPakl1TGk3Unlwd0FMZzVsQ3VCRlAvNzRvdzRjT0tDSkV5ZHE5T2pSR2o5K3ZHeTJ2Q2VBOWV6Wk04L2p5Wk1uYTl1MmJmcnd3dzlWclZxMUFvOWJ0V3BWVFpzMlRTKzg4SUptejU2dHlNaEl6Wnc1czhDNVE0WU15VGNXSGg2dTJOaFk5K012dnZoQ1RabzBjVC91MTY5Zm5zVmpUNTQ4S1VsNTVralM0NDgvZnM3WGJyUFpMcnJrQVFBQUtPbTJidDJhSU9sZnVZOWpZbUphU2RLV0xWditkZDRkQVpRb2xDbUFGMjNldkZuUFBmZWM2dFdycHllZmZGTFBQdnVzMHRMU1pMZmJaYmZiWmJQWmxKT1Q0LzdUdFd0WDllM2JWLzM3OTg5M1JzcmYxYXRYVDU5ODhvbENRa0prdDl2ZGQ5d3BpcXBWcTZwZHUzYnV4KysrKys1NTEwd0JBQUFBQVB3UFpRcmdSVTgrK2FUN2pqbXRXclZTcTFhdEpFa09oME01T1RseU9wM3V1WVpoS0RBdzBLUGJDWWVIaDE5VVBydmRyaVZMbHVRNWcyVFZxbFg1NXExY3VmS0N4d29NRE5TUFAvNTRVWGtBQUFBQW9DU2lUQUc4Nk94YkQ1OHQ5OHlVNG9CTGNRQUFBQURnNG5BM0h3QUFBQUFBQUE5UXBnQUFBQUFBQUhpQU1nVUFBQUFBQU1BRHhXTVJCd0FBQUFBb0FVelROSXU2YTFGMk1nekRLT0x6QWJpRU9ETUZBQUFBQUFEQUE1eVpBcHhIVGs2TzRuN2RiWFVNbjVXV2R0cnFDQUFBQUFEZ01jb1U0QndNUTZlUEpSM1h2VjBldERxS0Iwd1pNdVF5VFpXZ00wTFRyUTRBQUFEZ0RYZmNjWWVtVFp1bTZPaG9xNk1BdU1Rb1U0QnpNRE5Tbm5iNmhVMjJPb2NueW9UWUJ0bnR0dDVIa3pNYTIrMysyVmJuS1F3enk1bGdkUVlBQUlETDRhNjc3dEtKRXljdU9LOVRwMDRhTVdMRVpja0VvR2dvVTRCemlJK1B6NVQwczlVNVBCRVpFM05ja2dLTmpMajRmYjltV3AwSEFBQUEvL1AxMTEvcjdQVnJYUzZYV3JSb29iVnIxeW9vS01nOWJyT3h0Q1ZRM1BGVENnQUFBQUJGOE1jZmYraXh4eDZUMCtuTU01NlVsS1Rldlhzckp5Y256N2lmbjUvc2RydjdUMjVwWXJQWkNod0hVSHp4VXdvQUFBQUFSYkJpeFFwRlJrYkt6ODh2ejNpNWN1V1VscGFtTDc3NHdySnNBQzR0THZNQkFBQUFnQ0w0NG9zdjFLOWZ2d0szUGZiWVk1b3hZNFk2ZHV3b3U5MnVYcjE2S1RVMXRjQzUzYnQzejNjMlN0dTJiZFd6Wjg5TGtodkF4YU5NQVFBQUFBQVBiZCsrWGNlT0hkT3R0OTVhNFBZMmJkcm83YmZmMW9vVks5UytmWHU5OHNvcmNqZ2NlZWE0WEM0OTlOQkRHalZxbEFJREEvTnNpNGlJdUtUNUFWd2N5aFFBQUFBQThOQ0NCUXZVc1dOSEJRUUVGTGpkYnJlclc3ZHVtamR2bnRxM2I2K29xS2g4YzNMTGxSbzFhcWhVcVZLWFBETUE3MkhORkFBQUFBRHd3SkVqUjdSbXpSbzk5TkJENTUzM2ozLzhRL0h4OGRxd1ljTmx5d2JnOHFCTUFRQUFBQUFQekpzM1R5MWJ0bFRseXBYUE82OU1tVEpxM2JxMXZ2dnV1OHVXRGNEbHdXVStBQUFBQU9DQkFRTUduSE14MmI4Yk1tU0lTcGN1ZmNrekFiaThLRk1BQUFBQXdBTmhZV0VLQ3d1VEpCMDllbFNTOU1jZmZ5ZzFOVlhCd2NINTV2NWRZbUtpUWtKQ2RPREFBUm1Ha1cveFdRREZIMlVLQUFBQUFCVFJnZ1VMOVBISEg4dG1zNmxseTVhcVhyMzZCZmQ1NnFtbkZCOGZMN3ZkcnM2ZE84dlB6Kyt5WkFYZ1BZYlZBUUJjdkt1dnZqcTRmUG55UTEwdTE1MDJtKzBXU1RKTk0wdlNlTU13ekRQVGZ0eXlaY3ZYMWlZRkFBQW8yVXpUTkFzWWt5UVpSdUUvWHJsY0xobUdjY0Y5REU4T0N1Q3k0UWNUOEEyMm1KaVlETU13Q3I0MzMxKzMzcnR6eDQ0ZHF5NXZMQUFBQU45U1VKbHlLVkdtQU1VVGQvTUJmSVBMTk0waEJmMXZlKzVZVmxiV1R4YmtBZ0FBOENtR2h4bzFhclNtVWFOR2F6emRMNWZWcnhkQXdTaFRBQitSa1pFeDJ6QU1GVlNvdUZ5dWhidDM3ejVsU1RBQUFBQUE4REdVS1lDUDJMMTdkMXJ1YWFlNWhVcnVmMTB1MXpScjB3RUFBQUNBNzZCTUFYeUg2WEs1UnYvOWJGRERNR1N6MlhaYWxnb0FBQUFBZkF4bEN1QkRYQzdYNUFMR2xtM2J0dTJrTllrQUFBQUF3UGRRcGdBK1pPZk9uU201WDU5MWljOFlLek1CQUFBQWdLK2hUQUY4aThzMHpZbTVsL3FjdWNSbnQ5V2hBQUFBY0dVeUx6T3JYeSt1SEpRcGdJK3gyV3dqVE5OMEdZWWhsOHUxbWt0OEFBQUFBTUM3S0ZNQUg3TjU4K1owU2VuNjY4eVVJVmJuQVFBQXVGTFZxbFVyTUN2SFpjL0tjZGxyMWFvVmFIVWVBTjVEbVFMNHBubVNsSjZlemlVK0FBQUFGcWhXS3liYWFRL2RsT0UwYnNsd0dyYzQ3S0VibzY2dFg5ZnFYTVhGNGNPSDFheFpNNnRqQUVWbXR6b0FBTzl6T0J6RDdYWjcwOTI3ZDUreU9nc0FBTUNWcHZxMU4vUTJiT2JVOFBDdzRQRmpYNVVrRFIzK2FvT1RxYW1icTllNVllQ0IzVHMrc0RxajFVelRsSitmM3ptM3g4ZkhxMHVYTG9VNjF1alJvOVd1WFRzdnBnTXV6TEE2QUZCY1ZhOVZ2NFZodHcyME9rZVJtV2E0RENPbEVET0xGZE9saFFmMmJGOWlkUTRBQUFCUGxhMVZLeXpNTCtSOXcyWjBhM3BqSTcwMVlhd3FWYXdvU1RxYW1LakJRNFpyMC85dGtla3lGNlU2VC9jK3NYZHZxdFdaTDdWekxRcDc0TUFCUGZMSUkvcisrKy9QdWEvRDRjanorS2VmZnRMMDZkTTFaODZjUE9OK2ZuNDY2d1lNZk1iRlpjR1pLY0E1R0hiYlFIOS8rNE1WeXBlM09zb1Y0M2h5c2pJeXM2NlhSSmtDQUFCS2xPcDE2N2N3WlB2RXo4OHZhdUNBSi9WVTN6N3k4L3ZmcWdxVktsYlV4eC9PMHRSM1ptcjZ6QSs2aFJraFRVclhyZi93Z1YwN04xZ2EvREpJVDA5WGRuWjJuckhVMUZRWmhxR1RKL1BmS3lFd01GREJ3Y0d5Mi9OK1hMWFovbm8vL3o0T1dJSHZRdUE4cWxXdHFtK1g4N24rY25tc1Z6K3QrK0ZIcTJNQUFBQjR3aFpWOTRhaGhtRWJWYWxpQmZ1azhXUFZyRW5qQWlmNitmbHA4RE1EZEZQelpobzhaSGhVNGg5L3JJdXFlOE9JK0YwN3hra3FkcmYxYmRpdzRjTTJtKzNqaXozTzIyKy9yUlVyVnVRWmN6cWRTazlQVitmT25mUE52KysrK3pSd1lORk9FRy9VcUZHKzk5RTB6YWxidDI0ZFZLUURBdWRBbVFJQUFBQUFSVkMxVHAzS2RsdlFYTW00cy9VZHJUUmg3S3VLQ0ErLzRIN05talRXbC8vNVRFT0d2MnIvZHRXYTEyclVhM2lIUzFtUEhmajExNk9YSlhnaDJXeTJ1eVJsbXFaNU1mL2ExV3JvMEtFYU9uUm9uc0gxNjlkcjhPREJXcnAwcVVxWExwMW4yNkZEaDlTdFc3ZDhCOHJJeUZCeWNuS0IyNTUvL25rMWI5NWNwbW11K2R1bUd5WGRkaEg1Z1FKUnBnQUFBQUNBaDZwZlc3K3R6ZkNiR3hBUUVQblBvYy9ya1FlN3laUGxPaUxDd3pYejdVbWEvK2tpalIwL3NYVjJsblpVdjdiK1l3ZjI3UHpxa2diM2tHbWFpVnUzYnIzOVlnNVIwT0QyN2R2bDcrK3YvLzczdjdybm5udnliS3RRb1lKZWYvMzFmUHZzM0xsVG4zenlTWUhiS3A1Wm0rYnZXV05pWXJaZFJIYmduQ2hUQUFDQTE5U28yN0NQS1Qxc2RZNHJtU0Y5c24vWHR2ZXN6dUVwdm5lc1YxSy9keTY3Nk9pQUtOTStRYVl4c0ZhdEdzYlVOOGVyYnAzYVJUcVVZUmpxL3REOWF0SW9SZ09mSHhyNTI3N2ZsMGZWdTJGcXZPRVlvcmk0N0VJY29rUnlPQno2NnF1dk5HellNSDM2NmFmNXlwU0FnQURWcWxVcjMzN0p5Y2tLREF3c2NGdHh3KzgwNjEzcTMybVVLUUFBd0d0TTZlR3dzTkJXMFhYcldCM2xpaFMzYTdkU1U5TWtxY1I5SU9aN3gxb2wrWHZuY3FwU3Q4RzEvcVlXR0RJYTNkLzFQcjA2ZktpQ2dvSXUrcmgxNjlUVzBrV2Y2Rit2alRjV0x2N1BvQ2pULzlhY3VnMGVPckpyK3g2dkJDOW01czZkcTZwVnE2cERodzVhdkhpeFltTmoxYkZqUjZ0amVSVy8wNngxT1g2blVhWUFBQUN2aXE1YlJ3cytldC9xR0Zla2gzcjAxbytiTmxzZG84ajQzckZPU2YvZXVSeWk2dDdRUTRhbWg0V1dEbmw5OUFpMXUvc3VyeDQvT0RoSTQwYVBWTXRiYnRMTHI0eHFsSnAyYWt1MWEyOFljSERQanJsZWZTS0xyVm16UnZQbXpkUDgrZk1sU1NOR2pGQ3ZYcjFVcmx3NXRXalJ3dXA0WHNYdk5PdGNqdDlwdGtMTUFRQUFBSUFyVXJubzZORHFkUnZNTnd6Ym5NWU5HNFFzWC9LWjE0dVVzN1c3K3k0dFgvS1pHamRzRU9MblovdW9ldDBHODh0RlI0ZGVzaWU4VEZ3dWwrYk5tNmVSSTBmcXRkZGVVNVVxVlNSSk5XdlcxTXN2djZ3WFhuaEJzMmJOVW1abXB0VlJnVUtoVE1IL3MzZm5jVFhsL3gvQVgrZmUyNnFVcEFhdHZxbHMxVzBRbWNZeWhzbVdTR1hKYm14RG1paGtzaThSc2lhRkRMS1hiVEJrSDFsQ0d5bFN0dzFwMzVkNzd6bS9QNmJPcjZ0U2pMcmk4M3c4NWpIZHMzek81OTVPeHozdjgvbTgzd1JCRUFSQkVBUkIxRUxic0V1UEZveHNKSmZER1Q5N3hsUWMrM01mdE5xM2EvVGphclZ2aDJOLzdzUHNHVlBCNVhER0t6R3lFZHFHWFhvMCtvRWJTWGg0T0NaTm1vU2pSNDlpNTg2ZE5VYWdEQm8wQ051M2I4ZVpNMmRnWTJPRE0yZk9zT3NxS2lydzd0MDdGQlVWNGVYTGw1OWxXaFZCZkE1a21nOUJmQ1hFWWpHNFhHNkR0aTByS3lQL0VCRUVRUkFFUWRTTjBqVTJjZVZRbkhVYWJkckliTjI0RnIwdG1qYVd3ZVB4c01obEh2cjB0c0R2N2g0Rzd6S3o3dW9hbXk1SmpvdmFVbGVGbkM5VlJrWUd6TTNOTVd2V0xDZ29LTlM2emZmZmY0OHpaODdnOU9uVHNMUzBaSmNYRlJYQjJ0b2FBS0NvcUZpanhESkJTQXNabVVJUVVoQWFHb29sUzVaODFENWVYbDRJQ1FsaFg2ZW1wbUxTcEVuc2EwZEhSMlJsWlVuczQrenNqQnMzYmtnc1MwMU5oYjI5UFVRaVVZMWpNQXdET3p1N09vZFhMbG15QkJFUkVSL1ZiNElnQ0lJZ2lPWkVYNytycHA2eDZXVU94ZG5VeitvSG1ZdG5qamQ1SUtVNnkxNDljZkhNQ2ZTeitrR0dRMUhlZXNhbWw3OHo0TGVSV29jK3diQmh3K0RpNGxKbklLV0tyS3dzeG80ZEN3ME5EWGFabXBvYUhqMTZoSWNQSCtMT25Uc1lObXhZRS9TWUlPcEhScVlRaEpUZHUzY1BLMWV1ckhYZGdBRUQ0T2JtSnJGTUxCWWpOemNYZVhsNUVJbEViQUNsYWprQUtDa3AxVG55UkZ0Ykc0cUtpZ2dQRDY4eHhESXVMZzR0V3JSQVVWRVJuajU5aXNEQVFBQkF0MjdkRUJFUmdWZXZYaUUxTlJWS1Nrb1lOR2dRUm8wYTlWaytBNElnQ0lJZ2lDK0JUc2R1QThIbEhKR1ZsZFZZN09xTXlVN2pRRkdVdExzRnRWYXRzRy9QZGdRZUNzS0d6ZHNHVVZSRnRFN0hyaE5UWGo2OUt1MitOUVdLb2hvOEFwc2dtZ29KcGhDRWxCa1pHY0hUMDdQRzh0dTNiNk9nb0FCaXNSaXBxYWtvTEN4RWRuWTJuang1Z2dVTEZnQUF5c3ZMWVdOancvNDhlZkprb0hKRXlvQUJBMUJSVVlIQ3drTGs1ZVZoeG93WmJOc0ZCUVhZc21VTCszclFvRUdZTVdNR3JseTVncmR2MzJMYXRHbVlPblVxUER3ODhPdXZ2Mkw5K3ZXWU9YTW1saXhaQW50N2UyUm5aeU1tSnFZSlBoMkNJQWlDSUlnbXdkUHRaTEtPWWloWGZYMDl6bmJ2OWVqU3VaTzAreVNCb2loTW1UZ2VQYnViWTc3cjR1OFNCY21YZFR1WmJFNStIcjBVUU0waHgxOEk2cDVhRHZJQUFDQUFTVVJCVkV1SVJoRkVJeURCRklKb1Foa1pHWmc2ZFNyS3lzcFFWbGFHb1VPSFl2YnMyYlVPVjB4TlRVVk1UQXhLUzB1eGRldFd2SHIxQ2drSkNhQW9DbmZ2M2tWcWFpcVdMVnVHZ3djUEFnREdqQmtEWDE5ZnFLdXI0Lzc5KzVnOWV6YmV2bjJMbEpRVXBLZW5JeVVsQlFFQkFYajM3aDFhdG16Smpsd0pEUTFsazNwZHZud1pwMCtmaHBMU3Z3bmo5Ky9maitIRGgyUFRwazE0OSs0ZE96SkZLQlNpcUtnSWZENGYvZnIxYStKUGtTQUlnaUFJNHZQUk51ajZQNjRNTjRnQzFYTzA3WENzL0dNSkZPdVpqaUpOWFRwM3d2bmdZL0JjdFk0VGZQYkNJcjFPcG4xcEVUMDI1V1ZNb3JUN1JoRGZFaEpNSVlnbXBLbXBpYi8rK2d1aG9hRzRkdTBhMXE5ZlgrOCtTa3BLMkxadEc3eTh2R0JvYUFoYlcxc0FnSmFXRmdJQy9yOXVmVkJRRUdSa1pBQUF2WHIxd3NtVEorSHM3SXlSSTBlaWI5KytzTEN3UUxkdTNUQjE2bFRZMnRwaStQRGhiSjlLUzB0UlVGQUFkWFYxTEY2OEdBQXdZOFlNbkRsekJrRkJRV3h3NWYyUktTU1FRaEFFUVJCRWM2Wm5iREtXQXVYWFFyR0Y4cG9WSHJBWk5rVGFYV29RUlFVRmVLOWZEYXMrdmJGc3hkcWV4Y1hGa1hxZFRINFZQSTgrSnUyK0VjUzNnZ1JUQ0VLS3NyS3lJQlFLMGFaTnpSeGlORTNYdWs5QlFRSG16Sm1EM054YzhIZzhGQlFVZ0tJb0tDc3JzMjFWalZhcEloUUswYkZqUjhUSHh5TXhNUkdXbHBZb0xDd0VBQ2dvS0VCUlVSRktTa3J3OWZYRnRHblRzR2JOR2p4NzlneENvUkFyVjY0RW44L0g3ZHUzSlVhbTlPclZxNUUrRllJZ0NJSWdpTWJWcnQzM2lySXRSYnNvaXBwczByVUx0bm12aDY2T3RyUzc5ZEZzaGcyQm1VazNPQzljb2h6OTlObFJQV1BUUVJVRnZOOWV2MzVjSXUyK0VjVFhqZ1JUQ0tLSnhjZkg0KzdkdTdoOSt6YWlvNlBoN3U0T096dTdHdHVKUkNMOC9QUFBBSURFeEVRa0pTWGgwcVZMU0V6OGR3VG5ybDI3b0tlbmg0Q0FBTWpLeW1MaXhJbUlqNC9IdW5YcmdNcEFUVTVPRG54OGZCQVNFb0swdERTOGZmc1dMVnUyWlBPbnZINzlHcTFidDBhN2R1MndaY3NXL1AzMzN5Z3FLc0xEaHcraHBhV0Z2WHYzWXVuU3BSZ3laQWpHalJ2SGprenAxS2xUcmRXQUNJSWdDSUlndm5TNkJxWjhEazkwbE9Kd2pLWlBkc0xDQmIreG8zdWJJMTBkYlp3OGNnRGVQanNSRUhob2lseExrYVd1b3VuWTVJUW9Vb0tSSUJvUkNhWVFSQk9LalkzRm9rV0xvS09qQXdzTEN6WUo3TjI3ZDJ0c2UvejRjY1RFeE9ETm16ZHdjWEdCckt3c2Z2MzFWNHdiTnc0VEprejQ0SEZPbno2TmpSczNRbFpXRnBNblQ4YWtTWk5RVkZTRTBhTkg0OWl4WTFCVlZVVnhjVEdHRGgyS2t5ZFBRbEZSRWZuNStTZ3BLUUZOMHlndExjV1RKMC9Rc1dOSENJVkNuRDkvSG5mdjNwV281dE8vZjM4NE9EZzAybWRGRUFRaERTS1JDRHplNS85NnhERE1GMUVSaENDK2RUcEdKdk01RkRhcXE3ZVcyN3hoRGF6NjlHN0FYbDgrR1JrWkxGbmtnaDhzZThIRnpjTW9KeWZubm82UmlWdEtmUFIyYWZlTklMNVdIR2wzZ0NDK0pjYkd4cmh3NFFKR2p4NE5PVG01QnUzVHRtMWJuRDE3RnQyN2Q0ZEN0V1JvcnE2dWNIUjB4SWtUSjNEa3lCRTRPanF5K1U0c0xDeHc4ZUpGbUp1Ym8wT0hEdUR4ZURoeTVBZ01EQXpRb2tVTEFNRFpzMmZSbzBjUEtDb3FBZ0JVVkZRd2NlSkV0RzdkR2c0T0RqQXlNc0tCQXdmQTQvSGc1T1NFUFh2Mm9IdjM3bkIxZGNXZVBYdElJSVVnaUNhVGs1T0R0V3ZYZnZLSU9GdGJXN3g4K2JMZTdSaUd3Zmp4NC9IZ3dZTUd0eTBXaStIbDVZV2lvcUlQYm5meTVNbGFLN2NOSFRvVUNRa0pEVDRlVVRlR1lTQVFDR3BkTjNUb1VHUmxaVFY1bjRndmgySG56ajA3R0p0ZTRYSTQyL3BZOXBhN2RQYmtKd1ZTYnQrK2paczNiOWE3M2VMRmkzSGh3b1dQYW52QWdBRW9LYWw5ZHM2TUdUTnFWRks4Y3VVS1VsSlNKSlpaOWVtTlMyZFA0b2MrdmVXNEhNNDJmV1BUQysyTmpWdC9WRWNJZ21nUU1qS0ZJSm9RaC9QNTRwZWJOMit1YzVxUGxwWldqZTFIakJpQjFOUlVqQm8xQ282T2pnZ0lDTUNCQXdkcWJWc2dFS0JqeDQ0SUNBaEEzNzU5c1huelpyeDgrVkppWkVxWExsMHdiOTY4ei9aK0NJSWc2bkwxNmxWa1ptYldPV0lrSXlNRGJtNXVFc3ZrNWVYaDUrY0hWTjVrMTNiOW5UVnJGdDY5ZXlleExDc3JDMjV1Ym1qZFd2TGVvMVdyVnRpM2IxK05OcmhjTHZMeThoQWNISXlKRXlmVytSNmlvNk9ocjY5Znp6c2wvb3VrcENSTW5Ub1Z2cjYrNk5peG8wU0FpMkVZRkJRVXNPY1FqOGRqazZ1L2IrdldyUkFJQk5pMmJWdTl4NlJwR3VmUG44ZXBVNmR3Nk5BaGlYWG56cDFEUUVBQU1qTXpZV3BxaWlWTGxrQlhWeGNBc0d6Wk1zakt5dFlhWUFPQXNySXkrUHI2NHNLRkM2aW9xSUNKaVFuYzNOelkvWXVMaStIbDVZWHIxNjlEVmxZV28wZVB4cHc1Yzhqb3B6cm9HcG4yQjBVRnQxVGdxTnJaTzJLSjIwTDg4RU9mV25QV3ZYMzdsZzJvbHBXVklUazVXV0o5Y25JeURoOCtEQTBORFhDNVhIWTVqOGZELy83M1AvWjFWbFlXMU5YVkcvVjlWVlJVWU83Y3VRZ01ERVJBUUFEQ3dzSWsxdXQrMXdwNWVmbERLMFR5eVRMR1hZY0o0cDdXSHdVaUNLTEJTRENGSUw0UjJ0cmEyTEJoQTA2Y09BRXZMeStvcTZzakx5OVBZcHV5c2pLOGZmc1dDeFlzZ0orZkgxUlVWSkNRa0lDdFc3ZUN4K05oKy9idEdEeDRNSXlNaktUMlBnaUMrRGIwNmRNSHNyS3lFamVIQXdZTWtOZ21QejhmRnk5ZWhJcUtDbWJPbkNteGpzdmxvclMwRkF6RGdLWnBWRlJVc0U5OFpXVmx3ZVB4a0pxYUNtOXZiK2pxNmlJMk5oYXZYNy9Hd0lFREFRQVhMbHdBbjg5SCsvYnRrWjZlampsejVnQ1ZaZWh6Y25KcUJHY2VQWG9rY1ROZFZsWUdSMGRIekowN0Z3ekQ0T0hEaHhnNmRHZ2pmRkpFbFE0ZE91QzMzMzdEZ2dVTHNIanhZamFZQmdEWjJkbHdkM2RuYjM3TnpNelkwWnlmNnUrLy80YWZueDhLQ3d1aHJLd3NzUzRtSmdaZVhsN3c4ZkZCbHk1ZHNIZnZYdnorKys4NGZmcDBnOXErZmZzMk9Cd09nb0tDd09QeDRPUGpJN0gvK3ZYcmtaMmRqUXNYTGlBakl3T3paczFDMjdadE1XclVxUC8wbnI1Q1hIMWpzMVVNNE42MnZSWjN2TjFJM0w4ZkJvcjZkMXJNMmJObmErelF0MjlmOXVlWEwxOWkvdno1NFBQNW9Ha2FJcEVJc3JLeTZOS2xDd0lDQWlBVUNrRlJGSGc4SGxxMmJJa1ZLMWF3KzJabVp1TDMzMyt2TjhDMWJkczIrUHI2SWlVbEJmbjUrUmd4WWtTdCt4UVVGR0QrL1BuZzhYZzRlUEFnMnJWcmgySERodUhwMDZmcytRMEE5Ky9mQjVmTHhlWExsN0YwNlZJY0NEeUlnUDJCTFVweUNrUDFqYzI4a3VJaVBRR0kvK1BuU2hBRUNhWVFSTk1TaThVb0xpNUdUazRPKzRYT3pzNE9hV2xwTmJhbGFScURCZzFDZVhrNUNnc0xrWjJkTGZFRVpONjhlWkNSa1FIRE1BQ0FNMmZPb0tLaUFxMWJ0NFpRS0FURE1NalB6d2VQeDROSUpFSjRlRGlDZzRNUkhSMk5UWnMyb2F5c0RPN3U3ckN3c0lDenN6TmF0MjZOOHZKeWxKYVdZdlBtemV6b2xPN2R1MlB4NHNWWXVIQWg1cytmMzRTZkZrRVEzN3B6NTg3VnVFbXRyaXBKdDd5OFBDd3RMV3VzdDdXMVJYNStQZ29LQ2pCNzlteHdPQnlVbEpUQTNkMGR0cmEyV0xWcUZTSWpJN0Z4NDBhVWxaVmg2dFNwdUhidEdqcDM3Z3dBV0w1OE9XUmxaV0Z0YlkyTkd6ZXk3UVlHQmtKYld4c0NnUUJsWldVd05qWUdBSVNIaDZOcjE2NVFVRkJBVUZBUWNuTnpnY3A4V2RuWjJWaTRjQ0ZRbVpmRjN0NGVycTZ1bi9rVEkrenM3TkN1WFR0WVdscWlmLy8rN1BLaFE0ZkMxOWYzczQ0VXlNM054Yng1ODFCWVdJakF3RUNKZGMrZlAwZm56cDNSbzBjUEFNQ0VDUk53Nk5BaGxKV1ZRVjVldnQ2MisvZnZqMEdEQnJHdlo4MmFoUkVqUmlBN094c2NEZ2VYTDE5R1VGQVFWRlZWb2FxcUNqczdPNXc3ZDQ0RVU2clI3OVJKbDJGa2cwREIwbWJvTDNCMW5ndHRMUzFNbXpZRkZFVkJLQlRXK25tVmxaVkp0cU92ankxYnRpQXNMQXluVHAxaTg5MEJnSitmSDJSbFpURmx5cFFhN1dSbFplSENoUXRRVTFPcnQ2OVZvOTRHREJpQWMrZk9zVk93cTVzeFl3Ym16NStQYnQyNkFRRDI3OThQTlRXMUdrSEJ4NDhmUTE5ZkgwWkdSb2lKaVlHZXJnNXNobGtqSTZlQWUrNnZ5MHYxakUzN1VWVEZ1S1RuejVOckhJUWdpSTlDZ2lrRTBZUVloc0ZQUC8wRUhvL0hQcjA0ZGVwVXJkdFdKYUF0TEN5RXZiMDkxTlRVc0dEQkFuYjlqaDA3b0tlbko3RlAxVFNmbXpkdll2SGl4ZERTMGtMWHJsMHhiOTQ4NU9ibXdzYkdCcXRXcldKenIxaFpXV0hEaGczWXMyY1BQRHc4b0tLaUFuOS9mM1RvMEFIMjl2Ync5L2VIcHFZbUZCUVU0Tzd1anJ5OFBEQU1BN0ZZREpxbTRlTGlJdkZsanlBSTRrc1NFaElDQVBqbGwxOXc0TUFCdEczYkZoNGVIdXlvRkJjWEYxaFpXYkZQbmlzcUttQnJhNHMvLy93VDl2YjJzTGUzUjJ4c0xFNmVQSW05ZS9mQzM5OGZLMWFzUUt0V3JiQi8vMzRjTzNZTUN4Y3VaSU1wMTY1ZHc3Smx5ekIyN0ZqODlOTlA3T2lWdi83NkMvMzc5NGUzdHpjQVlNdVdMUkxUaUhiczJJSCsvZnRqNU1pUlV2bWN2Z1ppc1Jpdlg3OEdBSmlhbXVMRWlSUDQ2NisvMklUQ1BCNFBEZzRPN0RUWTNOeGNuRHQzRHFqTU83RjM3MTZrcDZmRDNOeThSc0FsSkNRRWdZR0J5TWpJZ0thbUpnNGNPQUExTlRVNE9qb0NsVUcvOS9YcTFRdCtmbjZJaTR1RGtaRVJnb09EWVdGaElSRklZUmdHTzNic1FFaElDRGdjRG43NTVSYzRPenREUmthbVJtV1pkKy9lZ2Nmam9VV0xGZ2dQRDRlOHZEdzZkdXpJcnUvYXRTdU9IRG55V1QvVDVrekh5TVFPRENkQVVVRmVaWlhuVXZ6eTh3Q01IajBham82T21EUnBFbENac0RVNE9Makd2dFZIcGxSeGRIUkVZV0VoQ2dvS01HYk1HSFo1MVNpMWl4Y3Z3dERRRUd2WHJnVUFGQlVWUVNnVVFsVlY5YVA3Ym10clcrdklsS3JnYkJXaFVBaVJTSVJwMDZhaHVMaFlZanNPaHdNVkZSVUFRTDkrL1NBakl3T2ZUZXZ4ZzJWdkxGKzkzckswbElyU01US1puaElmWGZ1WFVJSWdHb1FFVXdpaUNmRjRQRHg4K0xCQmM1b2RIQnpZSksvWHIxK1hXSGY0OE9GYTl6RXlNc0xCZ3dlQmFrOXNBY0RIeDZmV2hMZkt5c28xa2pwV1BaSDE5ZldGcHFZbVVCbDBzYkt5YXVDN0pBaUMrRHpxdXFtb1VuVno0ZW5waVZ1M2JxRzh2QndBMk92ZG5EbHo0T0RnZ0tLaUlqYjVkbmw1T1hnOEhyUzF0WEgwNkZHTUhEa1NqeDgvbG1oMy9QanhFcTl6Y25MdzU1OS9RbDlmSDFldlhzWFNwVXZScVZNbkJBVUZRVjFkSGFkT25VS1hMbDJ3ZVBGaWpCMDdsaTFKNytibUJqVTFOVnk2ZEFrNk9qcHNlL0h4OFpnNmRhckUreng0OENDdVhyMktsU3RYTm5xZWhhOVJRVUVCbGkxYmh0ZXZYMlBldkhtd3Q3ZEh6NTQ5NGU3dWpoa3pacUJYcjE2d3RyYkd3WU1Ia1plWHgxYkZDdzhQaDZlbkoxYXRXb1VmZnZnQjRlSGhXTEprQ1R1aUpDa3BDV3ZXck1IdTNidkI1L1B4NHNVTHlNcksxdHNmSFIwZFRKbzBDZVBIajRlc3JDeGtaR1JxNUZRSkRRM0Y3Tm16Y2U3Y09ieDgrUkt1cnE1bzFhb1ZwazJiSnJGZFVWRVJObS9lakdIRGhrRmVYaDZabVpsUVUxT1QrTnRvMWFvVnlzdkxHenp5NVd1bHBhV2x3RzJodHAzRDRVenYzTWtJMjcwM29JUCt2dytlL1AzOThkdHZ2MEZWVlJValI0NkVVQ2lFalkxTmpUYmVINWtDQU1lT0hmdW9rU2tsSlNVUWk4WHN0TUc2VkoxMzFZV0VoTlE1TXFVMk8zZnVaSzk5cUF6cTV1Zm53OTdlSHZuNStYaisvRGtpSXlNQkFIYTJJMkJ1Wm9MNUN4ZXJ4RDZQUDZscmJPSlBsUlhNRndnRU5kODBRUkQxSXNFVWdtaGkwa2dPVjEvbG9OcVNPclp2Mzc0UmUwUVFCRkcva0pDUUJrM3pXYlZxRlZBWlBCazFhcFRFRFV4SlNRbUVRaUZhdG13SlZDWnNySHJxMzZKRkM3UnIxdzVuejU0Rnd6RFl2bjA3aGd3WklwRW9sc2ZqWWN5WU1XalpzaVV5TXpOeDhlSkZUSjQ4R1VaR1JuajM3aDNldlh1SDBOQlFGQmNYczlNdVo4eVlnZWZQbitQUm8wZElUMCtIa1pFUjNyeDVnNnlzTE1qSXlPRGx5NWZnOC9uc01iUzB0QkFRRUlEZHUzZGo1Y3FWMkxGangyZi9MTDkyclZxMXdzR0RCK0hsNVFWVUJ0cHUzYnFGTld2V0lDZ29DTzNidDJkSENzbkl5TERUVm84ZlB3NXJhMnQybEdYZnZuMHhlUEJnNU9Ua1NMU2ZucDZPN3QyN28ydlhyZzNxejYxYnQzRG8wQ0Y0ZTN0RFQwOFBaODZjd2J4NTgzRDA2RkUyc05lcFV5ZU1HemNPQU1Ebjh6Rm16QmhjdTNaTklwaVNrSkNBUllzV1FWdGJHNHNXTFFJcXB3RlhuV3RWeEdLU0FrUEx1RnMzSHNVOVJnR2RKenVOeFdMWEJSS0JMMjF0YlJ3OGVKQk5QRHhod2dRMkYxSjFlL2Z1WlgrbWFWb2lQOUtqUjQvWUVVbW96TVZUOVR1c3JrMmJOcmh6NTg0SCt6dDE2dFJhdjU4NU9UblZtakM3YXVUViszYnQyb1g0K0hnb0t5dmoyYk5ubURKbEN0NjhlWVBBd0VESXlzcWlRNGNPRXR0MzBOZEQ4TkUvc2NIYkI0R0hqODVnRkZRc3RZeTdqVTJMZTY5VUVFRVE5U0xCRklJZ0NJSWdtcjJjbkJ3a0pDVEF5c29LZCs3Y1lVZlRwYWVuUzFUc3FLaW9xREd5Z0tacGVIdDc0OFdMRjBoTVRBUXFuMDVIUmtiaXlwVXI3SFlhR2hydzhmSEJtREZqMExwMWEvWkdLREV4RVVWRlJYank1QWxRV1JGdCtQRGhjSFoyUmxaV0Z2aDhQcTVkdTRZalI0NUFXVmtaQXdjT3JORUhMcGVMZWZQbWZYTDVaMEtTaW9vSzJyWnRpN1ZyMTJMSmtpVlFWRlJrQTNNdFdyUmdneWRwYVdrWVBueTR4TDZ0V3JWaWd5bjYrdnJZc0dFRGR1L2VEWDkvZjB5Y09CR09qbzcxUGhnSkRBeUVrNU1UbTdmRnhjVUY5KzdkdzVVclYyQnJhd3NBYkdXZUt0OTk5eDN5OC9QWjE2R2hvVmk1Y2lVbVRacUVxVk9uc2pmWUtpb3FFdHNCUUY1ZUhwU1VsTDdaVVNsNlJpYXpBV3FMbXFxcXZQZjZWZWpmdC9iUnROZXZYMGZQbmowUkZoYUdrSkFRbkQxN0ZpS1JDREl5TWhBS2hlRHhlR0FZQm9xS2lwZ3dZUUpLU2txZ29LQ0FvcUlpdEduVEJtdlhya1duVHAzWTlsSlRVOEhsY211TUNLSW9xdGJSSmRXVmxwYldXbEhLMTllWG5ZNWRuYk96YzUxdHViaTRvSFBuemxpMGFCRU1EUTF4L1BoeG9ISWs4NzE3OTJwc0x5c3JDOCtsYnJEcTB4c0xsM2gyeWNuTmZhaG5aT29paUkvYTg4Rk9FODBDd3pDa3NsY1RJY0VVZ2lBSWdpQytTQTJkNWdNQTU4K2Z4NUFoUXlBckt3dHZiMiswYmRzV0JnWUdlUGp3SWN6TnpkbnR5c3ZMYXp3TjNyNTlPL1QwOU5DbVRSdlFOQTFUVTFNRUJnWmk2OWF0Yk42QjkzbDZlcUpkdTNZQWdFV0xGbUh3NE1Ic2lKaGR1M2F4MjZtcnEwTmRYUjJhbXBwd2RIU0VVQ2pFbjMvK1dlZDdxcXY4TS9GeGR1ellnVnUzYmdFQWxpeFpndkx5Y3VUazVFZ2tITjJ6Wnc5VVZGUnFqRUo1djF6Mnp6Ly9qSUVEQitMdTNidHdkM2VIcHFabWpjcFM3eXNwS2FseG5zbkp5VW5rdHFoZXVoa0FVbEpTMkp3dXo1NDl3L0xseTdGbHl4WllXRmhJYk5lcFV5Y1VGeGNqSVNFQkJnWUdRR1hwN2FyRXBOOFNIWjF1clRnS25QMFVoeHBwYWRFVG03M1dRRk9qWnJuaktuNStmakF5TWtKWldSbnM3T3d3ZlBody9QNzc3emgyN0JnY0hSMnhaY3NXWEx4NGtaM3FrNXViQzJWbFpSdy9maHduVHB5QW5Kd2NPd1VhbGNta282T2pzV2JOR2xoYlcrUE1tVFBZdm4zN0Ivdk01WEp4OWVwVkZCVVZRVmxaR1dLeEdCa1pHVUJsWUxlb3FLaldvS3BZTEVaV1ZoWmV2MzVkNDdxMGF0VXFLQ29xUWlBUVlOcTBhY2pKeWNHS0ZTc1FIUjJOaW9xS092dlN2NjhWTHA0NURoYzNEL243RHgvNTZobVpEcVpMNmFrcEtURzVkZTVFZkZFbVRackVUdkZIWlhEZjNkMGRKMDZjK0tpQXlzMmJOMkZnWU1CZWd4ckxvVU9IOE9PUFA5WUlKamRYNUY5c2dpQUlnaUMrU0EyZDVsTlJVWUhUcDAvRDE5Y1hGRVZoeElnUkNBa0p3YUpGaTNEanhnMk1IajJhM2FlaW9xTEcwM3RuWjJjVUZ4Y2pMQ3dNdTNmdnhyVnIxOUNxVmF0UFNoNVpGeVVsSmFpcHFhR2dvQUN0V3JYNmJPMStxVXhNVExTaW82TmZBNkNsY1h4TFMwczJ4MFJGUlFYbXpKbURidDI2WWVuU3BXekFTa0ZCQVFNSERvU2ZueDlHamh3SmJXMXR4TVRFNE1hTkcramV2VHNBSURrNUdUazVPZWpXclJ1TWpZMmhxS2dJbXE3L0xmMzg4ODg0Y3VRSVRFMU5vYU9qZy9Qbnp5TWhJUUhyMXExanQ3bDkremFlUDMrT1RwMDZRU0FRNE96WnMvRHc4QUFBbkR4NUVqLzg4QU9Nakl5UWw1Zkg3cU9nb0FBdExTMzA2TkVEUGo0K1dMRmlCZExTMGhBY0hJejE2OWQvOXMreGtYQTFOVFhsTXpJeWlodXdiWjIwRFUyc3VGenFDSmZMMDNhWk54dXpwaytwZFhwTWxkZXZYNk80dUJoR1JrWTE4aVRWSlNFaEFmcjYrcGcyYlJvR0R4Nk0rZlBuWTlxMGFlalZxeGRldjM2TlpjdVd3Y25KQ2IvODhnc0FZTml3WWZVbTVxY29DZ3pEb0xDd0VDMWJ0a1JoWVNIYzNOeUF5aWwvbnA2ZWRlNWJWZlZuNHNTSjdESkxTMHRNbWpRSmJkcTB3YU5IaitEbDVRVkZSVVZFUlVYaHpwMDd0VllhcWs1VFF3T0g5L3ZCMS84QWZIYjZqaFJ6Uk45ckc1cU1UMzBSL2VGNVNzUVhhZmZ1M1Nndkw0ZVRreE1BNE0yYk54ZzFhaFRtenAyTC9QeDhOcUNycUtnSVZWVlZ2SDM3RnZuNStmRHk4b0s3dXp1N1hrTkRnLzIzcW5mdjN2amYvLzRIVkFZWTdlenMwTDkvZnpnNU9iRkJrWGZ2M3NIVjFSV0RCdzlHU1VrSlNrcEsyT05VamRJU2k4VTRkZW9VN08zdHBmREpOQTRTVENFSWdpQUlvbG56OWZXRlVDakUwYU5Ia1oyZGpaU1VGS1NucDZOWHIxNUlUMC9IVHovOXhHNWJYbDVlWXdqOW8wZVBjUFRvVWZUczJSUDc5dTFENjlhdEVSTVRnMXUzYnJGSnVSdWlvS0FBU1VsSkVBZ0VOWEpyQkFVRm9VV0xGckMwdElTSGh3ZldyVnNIT1RrNXVMaTRTRHpwL2xwd09CeG5QcDgvaWFLb0VKcW16MVZVVkZ5TmpZMnQreEg1WjFKYVdvcDkrL2FoVjY5ZTZOR2pCNTQ5ZTRiMTY5ZERSMGNISEE0SEV5ZE9oTE96TXp2OVp0U29VWGozN2gxKy9mVlhLQ2dvd05qWUdOYlcxc2pNekFRcUF6R3JWNi9HbXpkdm9LS2lncEVqUjBxY1QzV1pNbVVLS2lvcXNHREJBdVRsNWNIQXdBQStQajdRMXRabXQrbmR1emNPSERpQXhNUkUwRFNOdVhQbnNtMi9mZnNXNGVIaENBME5sV2pYMWRVVjQ4YU53NW8xYTdCeTVVb01HellNclZ1M2hyT3pjNjNsd2I5RWJkcTBVV2pmdm4xTysvYnRyekFNRTh3d1RIQmtaR1JlQTNhdHd0RXpObDBPVUI3dDI3WGwrbXhhaCsvNVp2WHVkUC8rZlppYW1uN1U2Syt3c0REOC92dnZRR1dnWThlT0hYQjJka2FiTm0yUWtKQ0FwVXVYU3BUZ3Jxb2NWWi9jM0Z4UUZBVWxKU1Z3T0J5MnNFQkdSZ2I4L2YyaG9LREFsazQvZCs0Y2dvT0RZV2RuaDBHREJyRlRCUDM4L0ZCWVdJZ3JWNjRnS0NnSVdWbFpLQzB0eGZqeDR6Rm8wQ0JNbWpRSkhBNm5RVk8vT0J3TzVzNmNobDQ5djhlQ1JVdTEwOUxmM05BM01sMlpGQisxdHNFZjFsZk8wTkN3ZllzV0xmYlJOTDBsS2lycVNnTjJhVlFuVDU3RXRXdlhrSlNVaEZtelptSFlzR0hnY0Rnb0xDeEV1M2J0c0hYclZyeDY5UXJ1N3U3c0F3Vi9mMy9jdTNjUFhDNFhYYnQyaGFlbkozeDlmWkdVbEFSRFEwTzJBbDVxYWlyczdPellmRUFxS2lyc09YcjgrSEUyVU5LbFN4ZnMyZlB2ekxEcUk3SU9IVHFFdi83NkM2Z3NTNitxcWdwZlgxOTJSRlZWTUtXb3FBajI5dmFZT1hObUUzNXlueGNKcGhBRVFSQUU4VVZxNkRRZlMwdEwwRFNOZHUzYTRmdnZ2NGVHaGdadTNicUYxYXRYWTlhc1dVQmxUb215c2pLOGVmTkdJb2ZLbXpkdjJGTDE4Zkh4TlNxdVhMaHdBVmxaV1JMTGRIUjBhcFN1UldXZWxWMjdka0ZUVXhPREJ3OW1sNGVIaDJQZnZuMDRkT2dRMnJkdmorM2J0OFBCd1FFalI0NUVseTVka0oyZGpmTHljbkM1WEFpRlFyUnUzUnBjTHZlVFA3Y3ZCVVZSYlFEOHl1RndmcFdYbHkvZzgva1hBQVJuWkdSY2V2MzZkVWxqSFBQbHk1ZHdjSENBcHFZbXBrNmRpdlQwZEV5ZlBoMTJkbmFnS0FyaDRlSHc4dkxDNmRPbnNYMzdkbkM1WE15ZE94ZHo1ODZ0dGIyT0hUdldXajYzdWhFalJtREVpQkVTeTdoY0x1Yk1tVk5yZ2xNQVdMTm16UWZickxwQnFZdTZ1bnB6VDFRc0EyQW9SVkZEQWZpYm01dmZFb3ZGd1R3ZTcvVGp4NC9mMUxWVGV3TVRMUmtlRGxNVTFkZDYwRUNzWCsySmxoOFl2VmJkUC8vOEEzTnpjM2g0ZU9EbXpadGdHQVpIang1RmNYRXhCZ3dZZ01MQ1Fvd2JOdzVDb1JBQVVGaFlpTnpjWEppWm1lSDU4K2VJaW9wQ2FHZ29oRUloakkyTlVWeGNqRzNidHVIeDQ4Y3dORFNFdnI1K25WT3QwdExTb0tTa0JHVmxaVEFNZzJQSGpxRmJ0MjdzU0pxSWlBaWNQbjBhLy96ekQyeHNiQ1JHa3d3Wk1nUmNMaGVIRGgzQzFxMWJZV2RuaDdGanh3S1YrWDlzYkd6WTZZVFZBOFZIamh4QmRuWTJidCsrWGV2MXFqYmY4ODN3VjhoeExQbGpGZmZTbGRCVmVzWW1QOUUwblVIeWJ3QmNMcGRIVWRSZ0xwYzdtTS9uNXdCNFN0UDBycWlvcUZQU0dJR1huSndNZTN0NzdOdTNEME9HREVGNmVqcVNrcEt3YnQwNjNMMTdGNDZPamlndUxzYW1UWnZ3M1hmZnNmdE5tellOeXNyS3VISGpCcnRzMXF4WkVBZ0VhTjI2TlFZUEhveTllL2RLQkFYejgvUFpDbWhWSTFOUU9SMnhhdm03ZCs5Z1pHVEU3bE4xRGxkTm14d3paa3lONjJ4SVNFaU5hWlhORFFtbUVBUkJFQVR4Uldyb05KOGVQWHF3cFd5ckJBY0h3OXpjSEtOR2pVSmFXaHBzYkd4QVVSU0dEeDh1TWMybWJkdTJPSHYyN0FmN01XYk1HSW5YbXpkdnJuVTdEUTBOaVVvZ3FDeXR1M0RoUXF4Y3VaS2RpKzdzN0F4cmEydGN1blFKZS9mdXhaczNiMUJZV0FpUlNBUjFkWFgyNmVEWG9GclZtWllBeGxFVU5lNjc3NzRyMDlUVS9KdW02ZE9GaFlYbkVoTVQ4ei9jU3NQdDM3OGZjbkp5ZVBic0djYU9IWXUrZmZ0S0pQdnQwYU1IamgwN2h2ajQrQTlPQ1NFYUQ0ZkRZU0I1Ym5BWWh1blA0WEQ2TXd5enc5emMvRDZBRUFEQlQ1NDhTYWphU04vSVpBVERvUTRveU11ckxWL3FCZ2U3VVhVZG9sWVRKMDZFdXJwNmczTkNYTDkrSFFZR0JqaDE2aFRPbnorUDd0MjdZL3IwNmJDd3NHQ0R2RWxKU2JoLy96N0N3OFB4L1Buek9vTXA2OWF0dzRNSEQ0REswU3U2dXJwc0VGY29GR0xidG0zbzA2Y1BXeDY3T2g2UGg2RkRoMkxvMEtHNGQrOGVEaDgrak96czdLclBVcUl5V0hVclZxeEFaR1FrR0lhQmo0OVBneitubHNySzJPV3pDY2RPQm1QbHVvMTloWFI1dVF5SCtXeC9vODFkNVhtclJsSFVqMXd1OTBjK241OEw0REhETUFlNFhPN0p4NDhmQzV1cUx5MWJ0Z1NQeDRPeXNqTGV2SG1EdFd2WHNpVzh4V0l4R0laQldGZ1lsSldWMldrNmRmbmxsMS9nNWVXRm4zNzZDU1VsSlJJUEhVeE5UZGtBNzUwN2QvRHc0VU5FUkVUQTBkRVJwYVdsTURFeFFWRlJFZFRVMUQ1NGpFdVhMdUh5NWNzQVVHL2VxZWFDQkZNSTRnTnljbkxoN2JOVDJ0MzRhRlh6dVp2YkY4WGtsRFJRQU5PQVRRbUMrTXJkdlh1MzNtMnVYcjFhNTdyWnMyZXpsVEswdExUdytQSGpHaFVPVkZWVmNlclVxWHFQYy9Ma3lRK3UzN1JwVTUzcmRIVjFzWFhyVm9ra3VQaDN5RGdNRFEzclBmYkhxaWd2UjBzNW54akNzQUFBSUFCSlJFRlV5c3pjM1B3MkFJcGhHTTYvZzBRb0RzTXdGQUFPOWUrSElMR3U2blhsdXFwdGExdFhmYi9xMjNJb2ltTFhNUXpEbGpLcC9wbFgzb2pJQTdEaGNyazJxcXFxTURNemUwQlJWR0JlS2RPd3grY2ZVSlgwdFV1WEx1alNwVXV0Mi9CNHZEclhmY3Vxbnp1VnY4ZnF2MVBPZStjQzU3MXpxN2J0SmZhdE9rOFlobUdIWGIxL2JsU2VINzBvaXVvRndJdlA1MmN3RE9OYlVFNjNZc0J4TmpZMHdJN05HMkh3UC8wNjNrWGR6TXpxbndwVVhmV2J2ZHJLSDZPeTJsUDFVdXAxMmIxN04xQ1pNNExENFVpOGJ4a1pHUVFHQmphb1Q3MTc5MGJ2M3IwQm9ONmJZMjl2N3hxbG5UK0c0NWhSTURjenhZeFpzK1d5TWpNMTlJeE5Gd3Zpb2paOFVtTmZBSXFpOU16TnpUODVVazNUZEkxcld1WDUyZ3JBUUE2SE01Q21hVDl6Yy9NSXNWaDhsOGZqcmM0dWJycVM1U1VsSlpnMmJScTB0YlV4WThZTUNJVkM2T2pvNE02ZE85aThlVE1tVFpyMHdmM1YxTlNncUtpSVRaczI0ZnIxNit4RGc0TUhEMEpSVVpHZDdvYktpblgzNzkrSHRyWTJDZ3NMY2Z6NGNmVHAwd2NjRGdjYUdocDFIaU1sSlFVV0ZoWlFVbExDcTFldm9LZW45eGsvQWVrZ3dSU0NxQU1Gdk03THo4ZnV2ZnVrM1pXUHBpVDc3MFcrcUtMNXhTVW9VQm5TN2dOQkVNMmZ1cnA2aldXMURWVnY2UEQzVDhYaGNHb0VVcHFJa0dFWUdnQkRVUlROL1B1dG42RW9pdjczSHFER09wcWlLT2I5ZFpXdm1jcGg3RXpsZjFVL3Y3OHZ1dzNETUgwQWZQOStwNnFTYitML2IwU1lmKys1R1RrR0lITUp2Z0FNdzFSVU96Zm9xdDl2dForci85N3A5OCtYMnBaWGI0ZW1hUTZBV2ZYMG9lcnZ0WkNpS0htR1liaWdBQm1lREpyek01ZW1ucjczWHgrcVVSU2cwa29kcVc4eUFURE45dStUWVpnbkZFV1pBaGo1cVczVTl1OUg5YUJLNWZWTUNZQVZsOHUxb21sNk5vZEMrbi9xZUQwdVg3Nk16TXhNWEw5K0hWcGFXckMydHNiNTgrZmg1K2NIZ1VDQTc3NzdqczJaMDZ0WEwvenp6ejhmYk8vSEgzOUVZV0VoaGcwYnhvNnlHakprQ1ByMjdRc0F5TXpNeE9IRGg2R2hvWUdlUFh2aTBxVkxjSFYxbFpoR1ZQM24ybFJOZC90YWtHQUtRZFFoS1M3S1hVK3ZjOTJQRzc5Z1hEbTUwd0RBbEZhTXJuL3JMNHRBRVRrTjJJd2dDT0tMVTFGUkFSa1ptWThxUi9tNXljckpvYUNjaVJURVJkU2ZKYlVSbVptWmJhb0twbFNiemxIMTJRZ3Bpcm91Rm91REdZWTVFeDBkL1E0QTlJek5QdmxHaC9qdi92L2NpUnpZbU1kcDA2YU5rcmEyOWl5OGQyN2cvOCtQQ0pxbXoxSVVGUklSRVJGZHRVN2Z5T1JxVEd6c2dSRmp4bjNTTkIvaTQxUk84MEZaZVZrT1JUTlRCUEhSNTZUZHAwOFZHUms1RmNEVS85SkdwMDZkZEJVVUZBVFZsNzEvYldNWUpwOWhtRU0wVFFmbjUrZmZnN3pxSlFBTnoyTCtFVFEwTkNBU2lTQWpJNFBldlh1alk4ZU82Tml4SXh3Y0hBQUFNMmJNd01LRkN5WHltTlNtWmN1V1dMVnFWWTNsdWJtNU9IejRNQjQvZm96RXhFUThmZm9VNWVYbHNMVzFoYU9qSTNnOEhnd01ETEJueng1d09Cd1lHQmhBUlVVRkF3YzI2dVhqaTBPQ0tRUlJONUZBRVB0VzJwMzRGSHcrdndJQW1tdi9DWUlndmtRaWtRaDM3dHhCLy83OXNYYnRXblR2M2gwREJneEFhR2dvcksydHNXM2JOaWdxS3RhWnpQUmJWWG1UVVV4UjFFV0dZVUlLQ3d2L1NraElLSkIyditwVFVsS0NsSlFVR0JzYi82ZDJrcEtTOE04Ly83Q2xTcjkxVlRsVDhQL25Ca05SMUYwQXdTS1I2RXgwZEhSU2Jmc2x4VWVmYTI5Z1lncW05UEFTejlWOWIvOXo3Nk1TMFA0WEd6ZHV4SkFoUXlTcWRNMllNUVB6NTgrdk0wL0srNlpPbllvcFU2YkF5c3FxMXZXdlhyM0M0Y09Ic1h6NWNvbmwrL2J0UTZkT25acXNXbE5CWVNHVy9MRUtsNjZFZ21Ib1cwSVJKcVFuUktjMXljRy9ZSldqNzRCcUk2Y3F6OTkwQVB0RUl0SEY2T2pveHdCRVZkdnBHWC9jMUxLUFVWVWUrOWF0VzBCbEF2UzR1RGhzM0xnUnFDenJ2V0xGQ2lnb0tNREN3b0t0bUZOV1ZpYVJYTmJWMVpXdEhGWGRoQWtUb0tpb0NMRllqTXVYTDhQSXlBZ2RPM2JFeTVjdkVSWVdocTVkdStMYXRXdlExZFZGVmxZV1FrTkRZV0ZoZ2ZidDIzK3czM2w1ZVJDSlJCL2Nwamtod1JTQ0lBaUNJSnExaUlnSUxGbXlSR0xaOE9IRGNmcjBhU2dyS3lNbkp3Y0tDZ3BRVUZCQWJtNHVQRDA5MmFkbkhoNGVkUTU5TGlzcmcwZ2t3dVBIajlsbGZuNStFbDlFdDIvZmpvcUtDbGhiVytQQmd3ZTFmaW45VmpFTWt3WGdMTU13NThyTHl5ODNSV25rejBrZ0VHREJnZ1ZZc0dBQmhnd1pndDkrK3cydlhyMlNTR2dMQUZsWldkaTVjeWViQ1BUbHk1ZHM3akpVUHVIZHRXc1h0TFMwMEs1ZE80bDk5ZlgxYTdUM3RhTnBtcXE4NGJ4QzAzUklXVmxaU0Z4Y1hIWkQ5cTI4cVIrZ1oyeTYvT0xmb1I3UlQ1ODF1RFR5cHhLTHhiaDU4eVo2OU9naGNaMUpURXpFN3QyN29hcXF5aTZiTTJjT3dzTENFQnNiaTVVclYzN1VjY0xDd21va24wVmxucFJGaXhZaE9EaVl6UW5VV0I1SFJHTEJvcVZJUzM4anBpaG1wU0F1ZXEwMEt0VjhpU3B6L2xRRlVKN1ROTDJYdytGY2o0aUlpSkgyM0xQeThuS2NPM2NPSGg0ZTJMOS9QL0NCa1NrSERod0FoOFBCOTk5L2o4MmJOK1A2OWVzMTJsdTFhaFZLUzBzaEp5ZUg4ZVBINCtEQmcvRHc4QUFBWExseUJTOWV2SUMrdmo0U0V4T3hldlZxQU1EaHc0ZGhibTdPNWlxcnFqWldOVklHQUZxMWFvVWJOMjVBU1VrSmZmdjJaU3RuTldja21FSVFCRUVRUkxQRzUvTngrZkpsYk4yNkZYcDZlckMxdGNYeDQ4Zmg1T1NFS1ZPbVlQbnk1YkN5c3NMQWdRTnJER2RldTNadGpmWktTa3B3NE1BQi9QMzMzL2oxMTEvWjVUd2VENTZlbmlnc0xBUXFuMDV5dVZ5NHVyb2lNek1UU1VsSlNFaElRSHI2LzArVEh6MTZ0RlNuL1VnTFRkUGJvcU9qRndOb3VneU1uMW5uenAzaDYrc0xOemMzOU96WkU2Z2NvZkQrU0FSbloyZUoxMDVPVHVqZHV6Y29pa0pwYVNrVUZCUmdhV21KOCtmUGc2WnBpRVFpTm9DeWVQSGlEeVpzL0JwbFptYVd0bTNiVmpVNk9ycjRFNXVnQlhGUnk3VU5UVUxUWDc4KzRqaHh1cmJMdk5tWU5YMUtveVRlRHdzTEE1L1BoNW1aR1RRMU5kbmxLU2twc0xhMmhvR0JBYnVzdGx4TmRYbjU4aVY4Zkh3d2MrWk1yRml4QXRuWjJaQ1hsOGZObXpkaFkyT0RvMGVQc3R1V2xwYkN4c2FHZlgzNDhPR1BPbFo5YUpxR3IvOEIrT3owaFZnc1NoWFR6UGpVRjlGM1B0c0J2Z0l5TWpLbE5FMjdVQlIxSlNJaUlsYWFmUkdKUkxoeDR3WXlNaktRbnA2T2MrZk9zZFY4bmo5L0RsUUdnejA4UE5pY0tSTW5Ub1NNakF6bXpadUg3Nzc3RHBHUmtaZzRjV0tkRHdDS2lvcllmVGtjRHBzc1ZrMU5EWGw1ZVFBQWVYbDVkbm5MbGkzWmZaV1ZsYkY0OFdLb3Fxb2lMeThQdWJtNUFBQjdlM3ZZMjl1ejIzME5sZXRJTUlVZ0NJSWdpSy9TbVRObjhPREJBeVFsSlNFdUxnNm5UcDFDVWxJU08xdytJU0VCYmR1MlJXSmlJbnVEZk92V0xYaDdlK09YWDM3QjRjT0hJUlFLSVJBSTBMcDFhNXcvZjU2dC9wT2RuWTNidDIralJZc1dTRTlQUi92MjdXRm9hSWlDZ2dJVUZCVGcyTEZqc0xhMnJsRkI2RnNSSGQzOHB3WGs1T1RnZi8vN0gwNmVQTW5lcEM5ZXZMakc2SUNNakF4TW5qeFpZdG1tVFpzZ0Zvc3hhTkFnZGhnK0FEeDY5QWlCZ1lIWXNtVkxFNzJMTDVMNFB3UlNXS2t2b3UvbzZIUXpaUlJFKzcxOWRvNE11L2NRbTczV1FGT2pUUVAyYnJqZzRHRDgvUFBQYU5XcUZjNmNPWU5YcjE0QmxiLzNLMWV1NE9IRGgwQmxFRTFCUWFGQmJVWkdSc0xWMVJVTEZ5NkVpWWtKQWdNRE1YbnlaUFpjb3lnS2t5Wk5RbVptSmxSVVZDQXJLNHRYcjE3Vlc4SG5VMlM4ZTRmZjNaZmgzb053TURSemhpNmxwNmFteE9SKzlnTTFjNVc1blJwZVk3cVJYYjE2RlIwNmRJQ2JteHYwOWZXeGNPRkNUSnMyalUwQVc5dklsRUdEQnJFL201aVlTTFFuRW9uWVVaZFJVVkdnYVpvZFpWSlVWTVJXQThySnlXRURlM0Z4Y2V6eXQyL2Zzb0hsOTZ0ZkhUOSt2TmIza0pPVEl6SFNzemxxM3IwbkNJSWdDSUtvdzZCQmcrRGc0QUJ2YjI5WVdGakF5c29LVzdkdVpkZXZXTEVDTTJmT2hLK3ZMMHhOVGVIaTRvS3JWNjlpOXV6Wk1EYzN4N3g1ODlDNWMyZWtwcWJDd2NFQjQ4YU53K2pSbzdGdDJ6WmN2SGdSUmtaR21EVnJGdHEwYVFNYkd4djA3dDBiYytmT0JjTXdPSFRvRU9iUG45L3NTdFFULzgvVDB4UEt5c3I0NDQ4L29LajRiMVhVRFJzMjFEc3lCUURXckZtRHAwK2Zvcmk0R0dQR2pHR1hsNWFXSWk4dmoxMFdGQlRVNkJXbHZtWXAvOTcwMitvWm1jeStlLy9CbGlFajdlVzkxNjlDLzc2MTV5WDVXSzlldmNMdDI3Y3hkT2hRQU1DREJ3OHdmUGh3Nk92clM5d3crdnI2NHQyN2QreU5hMmhvS0I0OWVzU3U5L0g1OXg2Y1lSZ2NQSGdRQVFFQldMVnFGZnIzN3c4QXVINzlPZ1lPSElpMWE5ZGk0TUNCc0xTMFJGbFpHZWJPbll2WnMyZWpYNzkrOFBQemc1cWFHdHpjM0Q3YmRlWEdyVHRZdU1RVE9ibTVaV0NZM3dYeDBiNmZwV0dpVWZGNFBEWTNTcFhnNE9EL1ZDMXEyN1p0T0hic0dHUmtaS0NvcUloRml4YXg2NVNVbEhEdzRFSDJPSGw1ZWFBb0NsMjZkTUdlUFh1QXlpbXZEYlYxNjFhY09YTUdQQjd2by9iN0VwRmdDa0VRQkVFUXpWcFdWaFpXcjE2TnBLUWtLQ29xNHViTm03QzB0SVNpb2lMVTFkVWhKeWNIWldWbDl1ZnFWRlZWc1gvL2ZxeGJ0dzVuejU0Rktzc2xlM2g0d05yYUdvNk9qdmp0dDk4QUFEZHUzTUR1M2JzeFpzd1kvUHp6ejJqWHJoMjh2YjNScFVzWERCczJEUGZ2M3djQUpDY25RMVZWbFgycVJ6UlBtelp0Z3J1N085YXZYOC9tQlhCemM2czFaOHI3STFPV0xWdkdqa3c1ZWZJa3U3eHFaTXJPblR1YjZGMThHd1R4MGI1YXh0Myt5Y25MT3padDl2ek9rNTNHWXJIcmd2K2NqOGJIeDZkR3FkZUxGeTlLVEdsQVpmNlU2bjc4OFVlNHU3dXpyNnV1QlJzMmJBQ1B4NE8vdjc5RVl1TUxGeTdnanovK1lHOVloVUloM056YzBMZHZYemJnc256NWNuaDVlYkhuNUg5NW9sOVJVWUVOM2o0SVBId1VESmhZRVdqSHRQaVltRTl1a0pDNjl3TXAvdjcrSDdWL1hZbG9VVm1DdWNxb1VmOWZSYXNxa0FJQTgrZlByN1B0d1lNSFN5U2RkWEZ4d1lJRkM3NktVWnNrbUVJUUJFRVFSTE9tcEtTRWNlUEdJVGc0R0pxYW11alRwdzhFQWdFT0hUcUVNMmZPSUNjbkIvZnUzY09PSFR1UW01dGJveXFHdkx3OGZ2LzlkMXk1Y2dVQVVGaFlDRnRiVy9acGRCVTVPVGxzM3J3WjZlbnB5TW5KZ2EydExTWk1tSUR5OG5Jb0tTbGgyTEJoZVBQbURSNDllc1FtSXlXYUx3VUZCV3pac2dWRlJVVUFnSjkrK2duTGxpMnJjWE45L3Z4NWlXVU13NERENFVBc0ZxTzR1QmlPam83c3V0TFNVbWhyYXpmaHUvaDJwTVhGeEdocGFYWG50bERiSG5qbzZQU0hqNTVndS9jR2RORFgrNlQyU2t0TElTTWpVK042TVdyVXFCclRiYXBHbmxTUmxaV1ZTRXhieGREUUVHdldySkVJdEphVmxTRW1KZ1pyMXF4QmNuSXluajE3Qmlzcks1aWJtK1BPblR2SXljbUJtcG9hRGg4K0RBME5EWFR0MnZVL0JWSVNrd1NZdjNBeFlwL0hnNmJwQUtxOFlGNmFRRkQyeVEwU1JEMXErMXY0R2dJcElNRVVnaUFJZ2lDYU8zbDVlVmhZV0NBc0xBeDZlbnF3c0xDQW5Kd2N2THk4MEtOSEQ0a0V0RmV2WG9XdXJpNjdiMFZGQlk0Y09ZSWpSNDVnMUtoUm9Ha2FaV1ZsdUhMbENvS0RneVdxZHdnRUFvU0VoQ0EyTmhZcUtpcHM3b1FSSTBiQXlzb0tQL3p3QTA2Y09JR0lpSWdhYzhhSjVpazhQQnhjTGhlcXFxcll1WE1uL1B6OElCUUtJU01qQTdGWXpKWkg3ZGF0Rzd5OXZTRVVDc0hsY2xGUlVZSEN3a0lzWDc0Y3ZYdjNadHNyS0NoQWVubzZpb3FLeU1pbFJwQ1dsbFlLcE0zUU1UTDVPelkyUG1ENDZMRXFxenlYWXZUSTRSL2Rsb0tDQXRhdlh3OXZiMitKNVVGQlFUVitkL0h4OFExcWMvVG8wVFgybFplWFIyaG9LRkNaNExoZnYzN28wNmNQNU9YbGtaZVhoK0RnWUV5ZVBCa1hMbHpBMXExYkpSTGVmcXhUSWVld2ZQVjZsSmFXNVlzWmVucEtmUFNwVDI2TUlBZ1NUQ0VJZ2lBSTR1dlR2bjE3RkJjWFF5QVFvS2lvQ0ptWm1SQUlCT2pZc1NPVWxaWFo3YzZlUFF1YXBoRVlHQWdORFExNGVIaEFVMU1UdnI2K09IMzZORmF1WElrV0xWb0FsU01UMHRQVElTOHZ6eWJkOC9Ed1lKTk9qaDgvSG82T2psQlZWVVcvZnYyazlNNkp6K25DaFFzd01qSkM5KzdkMGFGREIvajcrMlBvMEtFNGR1d1kvUHo4WUdob0NHMXRiZmo1K1FHVkNSV1ZsWlVSSGg0T0h4OGY1T1RrMUxqNWpZMk5oYlcxTlpZdFd5YWxkL1gxUzRtUFBxWGZxVk40U1NrVHRHaXBwK1dkdTJGWXMySVpsQ3IvbGh1cXRsTEVVNlpNUWNlT0hTV1diZHEwNlpQNm1aZVhCMVZWVmZhYUpDTWp3eWE5TmpZMmhyMjlQWnljbkpDWGx3YzlQYjFQRHFRVUZSZGoyWW8xT1BmWFpUQU1FMFpSRmVOUzRwNG5mMUpqQkVHd1NEQ0ZJQWlDSUlpdlJsbFpHY0xEdy9IbzBTTkVSVVVCQUpLU2twQ1dsc1pXVmZueHh4L1prU05qeG94QnQyN2RjUGp3WVpTV2x1TEJnd2NZUDM0OEtJcUNuWjBkN096czJKd3BtcHFhb0drYUtTa3BTRXBLUW5KeU1uUjFkZEc5ZTNlZ3Nyd29sOHVGaG9iR1Z6T0UrVnNYR1JrcE1VMm5QcTlldllLK3ZqNnNyS3pRczJkUHpKMDdGMVpXVm5CeWNrSnBhU20yYnQwS0RvZURCUXNXTkdxL0NTRHArZk5rQUQvcUc1dXRPbnZoc250azlGUHV0azNyWVdyUzlUKzE2K3ZyeXlZa1pvK1ZsQ1JSdXJpNnVMZzR0bnpzKzlhc1dRTWRIUjI4ZVBFQ2I5KytSWHA2T3U3ZnY0L3Z2LzhlcTFldlJydDI3V0J0YlkyalI0L2kwS0ZEbjlUZnFPaW5jRjYwQk1rcGFXSUs4QkxFUlhrMjU1TGxCUEVsSWNFVWdpQUlnaUNhdFlTRUJCdzllaFFQSGp5QXFxb3F6TXpNTUh2MmJIWkVTZlZwUG5YUjFOUmtFOWwyN3R5NXp1M2MzZDN4Nk5Fak9EczdvNnlzalAxL1JrWUdacytlalRGanh1RGh3NGRZdEdoUmpkd0lSUE9Tbkp5TXZMdzhkT3JVQ1M5ZXZHalFQbmZ2M21WTGpzckp5V0hIamgzNDQ0OC80T1RraE16TVRJd2VQUnFMRnkvK1QxVTNpSThpVG9xTDlOQTFNZzFOVGtrN1BHYkNsSFlMRi95RzZaTW5nc1A1dElDbmk0dUxSTGxaQUZpN2RtMk43ZExTMHJCbnp4NWN2WG9WZi8zMVY2MXQ1ZVRrd01MQ0F0MjdkNGVPamc3MjdkdUhuMy8rbWMzVGN1WEtGWncvZng2ZE8zZkcwcVZMc1dIREJvbkV0UjlDMHd3Q0F2K0V0ODlPQ0lXaTE0Qm9mRkxjMDV1ZjlLWUpncWdWQ2FZUXhGZkF4TVJFZzhQaGpLMjJTQXNBek16TTJIcU5ORTBmalk2T2ZpZVZEaElFUVRRaWRYVjFEQm8wQ0FzWExvU0NnZ0l1WHJ3SWUzdDdkbjFlWGg3KytlY2ZpYkxJQVFFQkFJRFpzMmZYZTJOYldsb0tCd2NIM0xoeEF4Y3ZYa1JzYkN3V0xWcUVidDI2d2QvZkh5ZE9uRUJBUUFBbVRweUk2ZE9uSXk4dkR5NHVMbkJ3Y01DcFU2ZllhVUJFODFJVkdBa09Ec2F1WGJ0UVdscUtBUU1Hb0tDZ0FDTkdqRUJaV1JtNFhDNjRYQzdLeXNyZzRlR0JzTEF3N051M0Q2bXBxWWlKaWNITm16Y1JFeE9EL3YzN0l5TWpBNmRQbjBaYVdocTZkdTBLWFYxZG1KcWFRbDVlWHRwdjlhdVhIQjkxbzcyeHNRa2xsRHU0d2R0bjZKMjc5K0d6YVMxYXE2bDlkRnVLaW9vU1V3VlJXYXEyU2s1T0R1N2V2WXZRMEZDTUdERUN3Y0hCVUZkWGg2eXNMTkxUMDludDh2UHprWmlZQ0Q2ZnowN2ZxUnJSRmhVVmhZQ0FBRVJIUjJQanhvM28zcjA3dG0vZkRpY25KL1RwMHdkLy9QRUhXcmR1WFdjZk03T3k0YnA0R2Y0SnV3OHd6RjlDbEU5S2o0dkwvdWczU3hERUI1RmdDa0Y4QldSa1pISVpobGtGUUtKV0gwVlJWZW5sQzdoYzdtN3A5STRnQ0tKeHFhcXF3c0xDZ24wOVpNZ1FEQmt5cE43OURoOCszS0QycTZiNUFJQ05qWTFFV2RJTkd6WWdLaW9LWGw1ZWJLSlJWVlZWK1B2NzQrSERoeVNRMG94WldWbWhhOWV1TURFeGtRak8xU1V0TFExcWFtcnNpS1h1M2J1amYvLytXTFZxRlJzd3ljN094dDI3ZHhFYkc0dWJOMi9XcUFKRE5KN0tZTUl3SFNPVCtYZkQ3bTIwdGhranQzbkRHbGoxNlYzdnZqUk53OGJHQnBtWm1YQjFkYTFSY2prN094dmg0ZUdZUEhreWFKcUdpWWtKM056Y0pLbzhEUnMyRE92WHI4ZmV2WHNCQU9YbDVlalhyMSt0ZVZCQ1EwT2hyNitQVmF0V29WV3JWa0RsaUpnaFE0Ymc2dFdyVVB0QUVPak8zWHR3Y2ZOQVRrNU91WmhoM0ZMaW83ZC8xQWRGRUVTRGtRbTlCUEdWNFBQNVJ3Q01RN1VuR3d6RFZLME9pb2lJR0MvRjdoRUU4WTNRTXphNzBhdm45LzJPSGd5UWRsZStTV01uVGNmOWg0OXZDdUlpKzB1N0x4K0xuRHZTMVp6UG5ZK2xhMkRLNS9Cd2xPSndqS1pQZHNMQ0JiOUJSa2JtczdSTjB6UTRITTVuYWV0akNJVkNlUHZzUkVEZ0lUQTBIVStMTURZNUlTcWl5VHRDc01nMVRicWE0cHJXOUgvcEJFRTBscERhRWg1U0ZBV0dZYzVJcFVjRVFSQUVRUkJmbU9TRXFJanlBcDQ1VFRNSC9RLzhpVEhqcHlBNUpmV3p0QzJOUUVweVNpckdqSjhDL3dOL2dxYnBBK1VGUEhNU1NDR0l4a2VDS1FUeGxjak56YjBBb0xTV1ZhVjVlWG5ucGRBbGdpQUlnaUNJTDlMcjE0OUxCSEdSa3htR0hoY2Q4N1J3MkNoSG5QdnJrclM3OWRIT1hyaUlZYU1jRVIzenRKQmg2SEdDdUtpcHIxOC9McEYydndqaVcwQ0NLUVR4bFJBSUJHVUFMcU55ZWsrMUtUNS9WNjRqQ0lJZ0NJSWdxaEhFUlI4VmljVDhvcExpaHdzV0xjV2lwWjRvS2EzdDJkU1hwYVMwRkl1V2VzTEZ6UU5GSmNVUHhXTGFUQkFYZlZUYS9TS0lid2tKcGhERVY0UmhtRFBWcC9wUUZBV2Fwc2tVSDRJZ0NJSWdpRHFrSmp4OUpYZ2UxWWNHdmVsVXlEbDYrT2l4ZUJiN1hOcmRxdE96Mk9jWVBzb1JwMExPMFRUb1RZTG5VWDFTWHNZa1NydGZCUEd0SWRWOENPSXJVbDVlSGl3dkx4OEFvQ3FMbXFpZ29LQlpCVlBNek14bWNEaWN2ZEx1UnhXYXBqZEZSa2E2U2JzZkJFRVFCRUUwS2xIeTgyZzNuWTdkcmlRbENZNk1HanRKWTdHck15WTdqVU50T2Vta2dXRVlCQjRLd29iTjJ5QVVWcnlseGVLSktTK2ZYcFYydndqaVcwV0NLUVR4RlltTmpTM2k4L25YQVF6R3YvL28za2hNVE15WGRyOCtCb2ZER1FKQXpEQk1vYlQ3QXFBbGg4TlpCSUFFVXdpQ0lBamlHNUR5TWlaVVg3K3JTUVVxL2x5OXdYdlFuYnYzNGIxaEZkUXFTeFJMUzA1dUxoWXU5c1ROTy8rQVlaZ3JaU0xPaExjSlVabFM3UlJCZk9OSU1JVWd2aklVUllWVUJWUEVZbkd6VER6TE1FeE1SRVFFWDlyOU1ETXp5NllvU2szYS9TQUlnaUFJb3Vra0pUM05BUENMcnJHSjY4MDcvNndiTXRKQlp1dkd0ZWh0MFVNcS9RbTcveEMvdTN2Z1hXYVdrR2FZSmNseFVWc0FNQTNZbFNDSVJrUnlwaERFVjZhZ29DQ1lxU1FXaTA5SXV6OEVRUkFFUVJETkVKTWNGKzB0RWd2N1pHUm12cG93ZFNZMmJkMEJrVWpVWkIwUWlVVFl0SFVIbktiTlFrWm0xaXVSV05nbk9TNXFNd21rRU1TWGdRUlRDT0lyazVDUWtBbmdNVVZSa1UrZlBzMlFkbjhJZ2lBSWdpQ2FxOVFYejhLTHFRb3pNVTBmOGZYZkQ4ZUowNUNXL3JyUmo1dVcvaHFPRTZmQjEzOC94RFI5cEppcU1FdDk4U3k4MFE5TUVFU0RrV0FLUVh5RkdJWTVBZUNZdFB0QkVBUkJFQVRSM0dYR3hoWWx4MFZOWUJoNjh1UElxT0todGc2NCtIZmo1WDI5K1BkVkRMVjF3T1BJcUdLeG1KNlVIQmMxSVRNMnRxalJEa2dReENjaE9WTUk0aXZUenRCUVBhK1U3Z0RRYUdkb3FQNzZ4WXNzYWZlSklJaHZTMnhjUE1aT21pN3RibnlUWXVQaXBkMkYvNFNjTzlMVDNNK2RwaUNJaXo3WTN0ajBYa0ZSNGRIZlhOek1IVWJiWXJtSEcrVGw1VDlMKzZXbFpWaTV6Z3NuVHA4QkErYUprTUhZOUJmUkx6NUw0NFJVa0d1YTlEVEZOWTBFVXdqaUs2R2wxVVZOUmtuR0ZSUXpUMDVPVGhrQXFISnF2TDZ4MlE1eGlkZzdKU1VtVjlwOUpBamk2OGVBT1Y5UVVJVDdEeDlMdXl1ZmhHSVlIZ0F3Rk5WMGlSRStONG81SiswdWZJcm1mdTU4RlpycHVkT1UwdU9pWHFCejU5NTZERy9qc1ZQQjh4OUhSbEhidlRmQTJLampmMm8zTHY0bDVydTY0K1dyUkFZVXMxMUFpZHp3UExiaXMzV2NhSExrbXZZRklOYzBnaUErUk0zQW9LV2VzZWxLZldPelBDUFRuc3lLdFY3TXUzZVpUTWE3VEdiRm1nMk1rV2xQUnQvWUxFL1AySFNsdXBHUnNyVDdXeDl6Yy9NUVBwOGYwWmpINFBQNVI4ek56Uis5dDVneU56ZVBOamMzWDF1MXdNek1MTnZjM0p3a2VTT0lid2lmejU5cVptWTJXZHI5SUFqaXk2ZHIyTTFhMzlnczA4aTBKM01vNkRoRDB6VHpzV2lhWnY0TU9sNzFmUzFUMTdDYnRiVGZGMEVRRFVOeXBoQkVNOVdtYzJjbFhXT1RwUzFsV2lUSnlNaDRqbk93VTdseCtSeVdMM1ZEbXpicTBHaWpqdVVlN3JoeCtTekdPb3hXa1pHUjhWVGl5QXYwakUyV3RPbmNXVW5hL1pjbURvZXptbUVZdnJtNStTOVZ5OHpNek93QTZBaUZRbS9wOW80Z0NDa2JUVkdVcmJRN1FSREVseS81UmN3bEVWTnFXbDVlZnQxejlYck1uUGM3OHZMekc3eC9YbjQrWnM3N0hjdFhyMGRGUlVVb1RaV2JKTCtJdWRTb25TWUlnaUNJYjVXV2xwYUNycEhKSW4xanMweURMdWJNd3FXZVRFcHFXcjFQUGxKUzA1aUZTendaZ3k3bS96NzVNRFpacUtXbHBTRHQ5L08rcGhpWmduK2ZQZ2VabTV2ZnFYeEptWnVieC9ENWZNL3EyNUNSS1FUeGJURXhNV25CNS9PRmZENi80a3U4UGhJRThjWGk2Qm1iTE5IdlpDYTA3RCtZZVJEK3VON3ZaZmNmUG1KNjl4dk02SGN5RStvWm15d0JRRW43VFJBRThYSElIeTFCTkJONmVucnlrR3M1RXh4cUNZZmlhQTRmTWhqT2MyZEJYMC8zbzlwSkVpUmoyNjQ5T0gveGI5QU0vUlkwc3dIbEJYNENnYUNzMFRyL0Vjek56VU1ZaHRHTGlJamdOL0p4T2pFTTh4UkFmNXFtditOeXVidUxpNHYxNCtQakM2dTJNVE16eStad09HcFBuanhwMG11bHZySHBQQWJVcUtZODVyZUNBWk9VSEJjMVZkcjlJTDVNZkQ3ZmthS29vd0JBMDdSOVpHVGtTV24zaVNDSTVrUFh1RnR2Q3B3Z0xwZXJOMy9PVE15ZE9SMWNydVJFQUxGWWpPMjcvYkRMYngvRVlyR0FBVDB1T1M3bW50UTZUUkRFSnlQQkZJTDQwblh1TEt2TDhLWlRER2NwUmFIOUw0Titnc3R2czlIUjRILy9xZGtYTHhQZ3Myc1BMbCs1Qm9aQk9rUFQ2NUo1b2dERVNqZlpXVk1GVXlxUGRZeGhHR1dLb3JRQUhIbnk1TW5HNnV1bEZVelJNemE5cDZxaTB1dS9Kck1qSkdWbVpTTXhTWUNrNTVIazN6NmlWdWJtNXNjWmhyR3ZmSGswSWlKaW5KUzdSQkJFTTZObVlOQ3lKYmRGQU1XaHh2VHNibzZ0RzllaDdYZWFBSUEzYjkvQ3hjMEREeDg5QVVNekp3dkV4ZE56RWhJS3BOMW5naUErRGZsQ1NSQmZMcDZPc2RrVURvVmxGS0R6VTc4ZnNXRGViSFRwWlB4WkQvTHNlUnkyN3ZERjladTN3UUFwTklNMUtYR1JCd0JJcFpKRlV3WlRURTFOdTNBNG5HZ0FtUndPcDhQang0OUxxcStYWmpEbC85aTc3N0FtcjdjUDROOG5DVU5BUU1VdEVKUVJVQ0FFcmJzT3JGcFg2NkM0ZDkzaUZoY3UxR0xGdlZCQXhFRng0V3JWcXRWYTlhZDFnVkNXb2d3Uk4zc25lYzc3UnlHdkNGb0hFTVQ3YzExZW12T2NjZWNSUW5Kenh0ZnQyclRtMTNjL0FBQWdBRWxFUVZRSzhObFdrY05XZVllUG5zRGNoVXNvbVVKS0pSYUx0V3ZXckpuQ0dDdGEzcE9kbVpsWkt6WTJObC9Ob1JGQ1BrT21sblpqT1lGZ2s2R0JmclhWSzVjQ0FOd1dMa1ZhUmtZTzQzblhoSmd3UDNYSFNBajVOTFFCTFNHVmoxQXNrWTRRUyt4amhCeDJmdDJtbFVsdzBGNzRiTnRZNW9rVUFHaHFMWUh2dG8wSUR0cUw5bTFhbVFnNTdCUkw3R1BFRXVrSUFNSXlIN0FTdVh2M2JnU0FhNHl4d0RjVEtZU1FMNHVCZ2NHM0FGVDdwSEFjcDZ1dnIvK05lcU1paEh5dUV1NkYrZklLMWlJOVBTTnN3dFNabURCMUp0TFRNOEtnVkRwU0lvV1Fxb0dTS1lSVUhnSlRLK2tRc2NRK2t1T3d1OVZYelJzZjJMc0xBYjdiSWJWclZ1NkRTKzJhWVkvdmRoell1d3N0V3pnMjVqanNGa3ZzSTAwbHRvT3IrR3RGSHNkeGFsM2FSQWhSUDRGQThCMWovNy9mZE9HLys2Z3pKa0xJNXkweDltNkVVSkgxRlJqdkE4YjdDQlZaWDhYZkM0OVdkMXlFa0xKUmxUOGdFZks1NEV5c2JKM0YxdEp3Z1FEN1pGSjd5NzErM3ZnbHdCY3RIRDkrcFl0Q29ZQkM4ZUVyZFZvNE9pQm9qeC8yK25sREpyVzNGSERDL1dKcmFiaUpsYTN6VzVZR2lod2RIVFUrT2xCQ0NGRS9ZVkhpaE9NNGNKenFwYTV2VloraFJ3Z3BYN0d4c2ZtRzFZUVdodFdFRnJSc2tKQ3FoWklwaEZRUW1VeTIwdDdldnVIclpXSkwyKy9OSk5KUW9VQjQwTmJHMnNiUGV4TU9CKzVHMjlZdDM3dmZ5TWhJREJ3NHNFUzVoNGNIamg4L1htcWJJMGVPd04vZnY5UnI4Zkh4bURCaEF0cTJib25EZ2J2aHQzMFRiRzJzYlRTRndvTjI5ZzQ1WWt2YjcxK3Y3K0RnNE1zWW85TlJDQ0dmTFh0N2V5ZU80MnFVY3NuSXdjR2hveHBDSW9RUVFrZ2xKMUozQUlSVVVVSWJHeHZWMm50TlRVMTdBT01WQ3NWYUd4c2J2V3k1cUJzbjVCWnlIQndzekJ0anl2aXg2TldqTzA2ZVBJbU9IZi83Zlh2dDJyVngrUERoZDlicDJMRWo5dXpaZy83OSs1ZTRkdm55WmZUcTFRc3BLU253OWZWRlltSWltalZyaHZEd2NHUm5aeU1oSVFFVEprd0FBR3pjdUJFZHYyNkhYYnYzWUlmM2RtMnVnQjBWUyt4dk01NWZuSEF2L0JUSGNjY1pZN01CN1BpNFc2VmVJU0VoWGRRZEF5RkV2WVJDWWYvWGwvZ1VZWXlCTWRZUHdCOXFDWXdRUWdnaGxSWWxVd2dwQnpLWnJBdGpUTFc1R01keDlRQ2thbWhxeGpBR2ZVTk5hSXBFUXVqcDZvRXJ5TWErUGJ2UnUrZTM2TkdqQjdwMCtmL1A5cytmUDhld1ljUHcrKysvRit0ZklQaDNVbGxhV2hyUzA5T2hWQ3J4OHVWTG5EbHpSalViaGVkNTVPVGt3Tm5aV2RYT3g4Y0grSGZqVmNURnhVRmZYeC9idDI5SFFFQUFPSTdEMXExYkVSOGZEMDlQVDNoN2U4UFoyUmxLcFJMcDZlbXdrVmpDMU1RWTB3YzRZOXYySFk2WjZhbS8yVXNkY2huRFN3Q2NnNFBEUDBYajVPYm1kb2lPam41VnJqZVpFRUxLaG9BeDl0MXJTM3VBd3VVK2hYLzNCVEFWQUsrbStBZ2hoQkJTQ1ZFeWhaQnljT2ZPbmQ4Qk5NSy95MkNjZUo3Zm1aN1BKd09DZGliR2plQTZhUnkrNjlVVFFtSHhsWFlpa1FnaTBmOS9XOHJsY3RTc1dSTTZPanFsanVQaDRZSFkyRmc4Zi80Y0V5ZE9oRlFxaGFPakkzcjA2SUdrcENRWUd4dXI2azZaTWdVS2hRSkhqaHlCaTR1TGF1WkpkblkyenA0OUMxZFhWMHlZTUFGNWVYbXFtU25KeWNsWXRHZ1JPSTVUalhQMDhDRjA3OUlKQ1krU0VIWHZZYlVYTDU0YjgrQkNOVGgrWnpWTlVRaUFNd0tCZ1BaUUlZUjhGdXpzN0N3QVJESEdvZ3FMcElWL2h4YlZrVXFsVFVKRFErK3JKMEpDQ0NHRVZFYVVUQ0drSEZsYU4rdkxHSUk0VHFCWlEwZllXRTlYRjlxY0hEdTNiOFhPN1ZzQkFOT25UMGYzN3QxTGJmL28wU00wYU5EZ3JmMnZYYnNXa1pHUldMNThPWUtDZ3BDVWxBU1JTSVNFaEFSNGUzdmoyTEZqcWxrc0d6ZHVoSUdCQVJRS0JVSkNRakJseWhSWVdWbEJXMXNiUFh2MmhKT1RFNXljbkVyTVRGbXhZZ1YwZEhSS0hlZmh3NGRZNU82T1BLWWhmZnIwMmJhOFhPVWZXaHp2SmdCU3l1bVdFa0pJbVFvTEM0c0IwS25vc1lPRHcwWDh1d1N3MHpzYkVrSUlJZVNMUnNrVVFzcUJzYVcwaFlhSXJhNm1LZWpFY1J5bXo1NkRnUVA2UVZOVHMxaTlKVXVXSURjM0Z3QncrdlJwZUhwNkZyc3VsOHVoVkNyUm9VT0hFbU0wYk5nUWdZR0Jxc2RLcFJJMWE5YUVVcW5Fc1dQSDBLdFhMMlJuWjZ1dU4yblNCQUF3ZWZKa25EaHhBaUVoSVJnOGVEQkdqeDZOUm8wYTRlREJnN2gwNlZLeFBWT1NrNU5MalB2Nk9DZFBuc1JBRnhmMDc5OGZSNDZkaEYvQVhxY1hMMU9jR0JQME5iYVV1ais2RjNxekRHNG5JWVFRUWdnaGhGUXFsRXdocEF5SkxhUlNDTmx5SWNkNjZXdUx1RFp0MitMNi82NGk5TllOaE42NlVhSitkSFEwcE5KL1o1Ui84ODAzSlpJbVk4ZU94Wmd4WTlDNmRlc1NiUVVDQVpSS0pSNDhlSURrNUdUMDZORUR6WnMzUjBoSUNGSlNVaEFURTRNelo4NGdKeWNIbVptWnFGdTNMaVpObW9UcTFhc2pNaklTVDU0OHdjV0xGN0YyN1ZyY3UzY1A0ZUhoSmZaTWVmWHFGYXBWcS9iZTQ0aVVlVENyWHd0cFdYbmRVakt5dW9vbDlyOUN5UzJPdng4YVd1SUpFRUlJSVlRUVFzaG5pcElwaEpRQlkydTdaa0xHTFFOWVgwTkRBKzdyVnMxaEk3SEV5SkVqOGZYWFgyUDgrUEdsdHR1K2ZidnEzMi91bDVLUWtJQ0VoQVMwYTljT0R4NDhRT1BHamFHdHJWMnNmZmZ1M1pHZm40L3ExYXZEMTljWDlldlh4OGFOR3dFQTA2Wk5Bd0JzM2ZydmNxTEpreWNEaFNmNTVPZm5RNkZRSURVMUZTRWhJZERYMTRkSUpDcXhad29BZUhsNVljQ0FBUjgwVGs1T0RnTDJCM0U3ZHdYMFRrdEw3MlVtc1E5V2NHenBvNml3ZjBBSUlZUVFRZ2dobnpsS3BoRHlDY1NXdGhJSUJFdkE4RU4xUFQzQjJGSERNR3I0RU9qcDZvTGpPT1RuNTRQak9GaFpXWlhhM3NEQTRLMTk3OTI3RjEyNmRJR1dsaGJtekptRHJWdTNRaXdXRjZ1elpzMGFDQVFDZUhoNG9INzkrc2pJeU1EaHc0ZXhaczBhQUVCT1RnNSsrKzAzVmVJREFOcTNidzhBK1B2dnZ6RjI3Rmk0dUxpZ2FkT202TkNoQTJiTm1sVnNac3JIanFPam80T0pQNDdHMEVFL1lGZkFmczV2OTk3K21WbFpmY1VTKzRQZytXWHg5OEtqUCtuR2s4K0dRcUVBQ3BPRmhCQkNDQ0dFVkJYMDdwYVFqOUNvU1ZOem9VaTBHQnczV0Zlbm1uREUwRUg0Y2ZSd0dKYVNISkhMNWZqdXUrOUs3U2NsSlVXMXpPZDFFUkVST0gzNk5JNGNPVkpxdS96OGZGeTVjZ1ZPVGs2SWpJeFVsZXZxNm1MbXpKbFl2bnc1SEIwZHdmTThtamR2RGdzTGl4Sjk4RHlQdi83NkMwT0hEc1hLbFN2UnMyZlBVbWVtdUxtNXdkYlc5cVBHcWE2bmgybVR4MlBFa0lIdzhkOGpDTmozeThEc25GeG5VeXY3UUtWQ3NUenBRVVRzTzI4MCtXUzNidDFDWUdBZzFxMWJweW9iT1hJa1pzK2VqV2JObXIyMVhVWkdCbWJNbUlGRml4YkJ6TXpzUDhkNWZZUGkxM2w0ZU1ET3pnNzkrL2N2MGViSWtTUEl5TWpBcUZHalNsd3JMYWxIQ0NHRUVFSklaVUhKRkVJK2dGZ2lGWU5qN2h5NDRkcGFXcUloZzM3QWhMRWpVYXRtemJlMjBkRFF3UEhqeDB1OXRtVEpraEpsVDU4K3hadzVjekJ4NGtUVXExZXYxSGFwcWFsWXRtd1puSnljaXBVTGhVTDA3ZHNYVGs1T0dERmlCQklURStIczdJemMzRnhVcTFaTlZTOCtQaDdCd2NISXpjMUZodzRkWUdob2lOemNYSGg3ZXlNNU9SbisvdjVZdUhEaFc1L1QrNDVUeE5EUUFITm1UTVhvNFVQZzdlc3YzQmQwYUZoK2Z2NGdNMnY3QU1hNEZmSFJvZkZ2SGV6ekp6STNOeGZHeHNibXF6dVFJZ3FGQWtLaDhKMTFQRHc4VUsxYU5aaWFtdUxZc1dPcVdVaHYycjE3ZDZuSnVpSWRPM2JFbmoxN1NrMm1YTDU4R2IxNjlVSktTZ3A4ZlgyUm1KaUlaczJhSVR3OHZOaEd5Q2c4alVwTFMrdURueXNoaEJCQ0NDSGxnWklwaEx5SGh1WjJqVFJFM0NLT1k2TTBORFExQnpyM3c2UnhZMUMzVHUwUDdpc3RMUTNwNmVsZ2pDRWlJZ0p0MnJSUlhZdU5qY1dzV2JQUW9VTUhEQjA2VkZXdXJhMk41OCtmcTViNVJFVkZvVkdqUnNqTHkwTktTb3BxQ2NXelo4OXc1c3daSERod0FQYjI5dkR5OG9LUGp3LzY5KytQbVRObm9rdVhMZ0NBVjY5ZXdjSEJBVzV1YmhnM2JoeDhmWDNoNGVHQjNOeGNkTzdjdVVRaTVXUEhlVk90V2pXeDBHMFd4bzRham0wNy9VUkJoNExIeU9VRnc4VFc5cnZrY3JieWNXeFkwZ2ZmMEVwT0twVjJFd2dFdjhwa3Nqc0toZUxIc0xDd094VTE5c3VYTDVHYW1vcUNnZ0k4ZS9ZTU5XclVVRDFPUzB2RHMyZlBnTUxrbUpHUmthcmQrdlhyRVIwZGpYMzc5a0VnRU9ENzc3L0g5OTkvLzlaeGlyNm1sVW9sWHI1OGlUTm56cWdTaUR6UEl5Y25CODdPenFyNlBqNCtBSUM3ZCs4aUxpNE8rdnI2Mkw1OU93SUNBc0J4WEltTmtKMmRuYUZVS3N2eFRoRkNDQ0dFRVBKaEtKbEN5RHVZbWxyWFJ6WE4rUUpnbkVnazBoclE3enRNbWZBakd0UXZmY2JJKzBoSVNNQ3laY3NnRkFvaEZvdlJybDA3QU1DTkd6Y3dZOFlNakJ3NUVtUEdqQ25XeHNYRkJXNXVidERTMGdKakRISzVIRE5tek1EUW9VUHg2TkVqVEp3NEVTRWhJWEIxZFVYSGpoM2g1ZVVGR3hzYkFJQ25weWN1WDc0TVQwOVAyTmpZb0VHREJ2amhoeCtnbzZPRG9LQWdPRGc0d05qWUdPdldyY1BHalJ0Vkc4a1c3WFZSdTNadFpHVmxmZFE0YjFPM1RtMHNXelFQNDhlTXdCWnZYODNEd2NjbmNFd3gwbFJpNzhQelRJdmpQdnIyVm1ZeW9WQjRTeWFUNVRQRzdnRndEUWtKdVZTZUF5NVlzQURQbmoxRGFtb3FwazJiaG5uejVtSEpraVY0K3ZRcFZxeFlBWkZJQktWU0NaN25jZXJVS2FCd2Y1d3JWNjdBeDhjSEZ5NWNRTDE2OVVvOVRlcDFIaDRlaUkyTnhmUG56ekZ4NGtSSXBWSTRPanFpUjQ4ZVNFcEtnckd4c2FydWxDbFRvRkFvY09USUViaTR1S2htbm1SblorUHMyYk53ZFhVdHNkd3NPVGtaaXhZdEtyWlVpUkJDQ0NHRUVFSklKVlBQM0x5Mm1jUityVmdpelduU1ZNWm11aTFrQ1ltUFdIbkt6YzFsZCsvZS9hUSs4dkx5M25wTkxwZVhLSHZ4NGdYTHpjMHQ5M0grUzBMaUl6YlRiU0ZyMGxUR210azdLT3lsMG1jTkpaSmE2djQ2a0VxbHIyUXlHZnZFUG5ySVpETG00T0JRN0U5aFdaNU1Kb3UxczdNcnRnWkdMTEcvTm56c3hBKytqNlc1ZWZNbW16RmpSckd5Nzc3N2ppVWxKVEhHR0h2NjlDbnIwYU9INnRyeDQ4ZlppeGN2MlBQbnoxbUhEaDFZV0ZqWWU0MFRFUkhCWEZ4Y0dHT01QWHIwaUQxNThvUmR2MzZkOWU3ZG15bVZTbFc5a0pBUVZsQlF3TFpzMmNMR2pCbkRKaytlekRadDJzUjI3dHpKZHV6WW9hb1hGeGZIeG84Znp4aGpiTUNBQVN3N08vc1Q3d1JqaDRLUE16TnI2U2Y5ZjVLcXo4SEI0YUtEZzhORmRjZEJDS2s2NkhXRmtLcUpacVlRVWdwdGtlNE9jRnpmNnJxNjhOK3hCWTZ5a3B2RWx2bVkydHF3czdQN3BEN2V0YWRFYWFlcHZMNjBvenpIK1M4bXhvMncxbk1GQnY4d0FLUEdUUlptWkdmWDBZUzJOd0RuOTJoZWJyaXltU0tqNnFTb1A4WVlHR01Bb01VWWF5SVNpUTdMWkxJY3hsZ1N6L01lNmVXOHU4cnJlOXR3SEFlQlFLQzYxcWRQSHdEQTFLbFRNWExrU05Tb1VRTnQyN1l0MWw0dWw0UGpPSWhFSXRTcFV3ZEhqeDVWWFZNcWxhaFpzeWFVU2lXT0hUdUdYcjE2SVRzN1czVzlTWk1tUU9FUjJpZE9uRUJJU0FnR0R4Nk0wYU5IbzFHalJqaDQ4Q0F1WGJwVWJNK1U1T1RrOHIwaGhCQkNDQ0dFZkNCS3BoQlNDb1ZjTVZla0lVSm1WdGIzSThkTjVrWU9HNFN4bzRiRFFGOWYzYUZWU2VrWkdmRHgzNE9BdmI4Z0t6dWJBVGlta012bnF6c3VBTGtBOENtelV3cVRKc1c4bmxRcCtwdmpPQjJPNDVvSUJJS3ZBRjd6RTJJdWh1ZDVQSHYyREY1ZVhyQzF0Y1d2di82S3pNeE0xYkhjYnlaVEFHRFhybDM0My8vK2gvbno1Nk5CZ3dhNGV2VnFzZXZ6NTgrSFZDcUZpNHNMVUpoQWVmRGdBWktUazlHalJ3ODBiOTRjSVNFaFNFbEpRVXhNRE02Y09ZT2NuQnhrWm1haWJ0MjZtRFJwRXFwWHI0N0l5RWc4ZWZJRUZ5OWV4TnExYTNIdjNqMkVoNGVYMkRQbDFhdFhwVzVzVEFnaGhCQkNpTHBRTW9XUVVoUWUyZHRQYkNHVlptVm5MOS9pN2R0cnovNEQzTmhSd3pGcStHRG82ZXFxTzhRcUlTczdHN3NDOXNOdjkxNWtaR1l5QUw5Q3lTMk92eDhhcXU3WUNuM0ZHUHZ3WFlaZncvTjhlNkZRdVBuMXNqY1NMSEtPNDdiSjVmSzlITWM5Q2dzTGV5NlcyRi83bERFTHg4VzRjZU1RSGg0T1EwTkQxS3haRTIzYnRrVkVSQVJ1M0xpQlc3ZHVvV1hMbHVBNHJ0Z01uT0RnWUFRSEIwTmJXL3U5eCtyWnN5Znk4L05SdlhwMStQcjZvbjc5K3RpNGNTTUFZTnEwYVFDZzJvdG44dVRKUU9GSlB2bjUrVkFvRkVoTlRVVklTQWowOWZVaEVvbEtQYUxieThzTGVucDZuM3BiQ0NHRUVFSUlLUk9VVENIa0hRby8xUGN4dHBTMnlNak1YTDUrODdidS9udjI0OGZSd3pGaTZDRG9xUG0zNVgzNzlzWHo1OC9mdS82VUtWTXdhTkNnY28zcGZlVGs1Q0JnZnhCOGR1MUIycjhuRzUxUjh0emlSL2RDYjZvN3R0ZUZoSVFrQS9pa05TWlNxYlJoMGI4TFo2QUFRQUhIY2RzVkNzV2VsSlNVcUtTa3BOeXlpUGQxQW9FQXpzN09jSEZ4d2VuVHB6RjY5T2lpZUhENThtWE1uVHNYUFhyMHdOaXhZNHNsZDY1Y3VZSXRXN2FvNnIrUE5XdldRQ0FRd01QREEvWHIxMGRHUmdZT0h6NnNPazQ1SnljSHYvMzJteXJCQWdEdDI3Y0hBUHo5OTk4WU8zWXNYRnhjMExScFUzVG8wQUd6WnMwcU5qT0ZFRUlJSVlTUXlvYVNLWVM4aDhJUCtkK2FTcHExU1V0UFc3NW0vV1ludjkzN01PSEhVUmc2MFBtRGZvdGZsZ0lDQXNEemZMR3l3WU1IWS9yMDZmanFxNjlLMUZkWG5FWHk4dkt3NzVkRDhQYjFSMHBxS2dEMkI4K1VpeE9pLy9tZldnTXJYeHorWFU2VHl4amJ6dlA4M3F5c3JLalkyTmh5M2hrRjZOYXRHMjdkdWxXczdOU3BVeGcwYUJEYXRtMkx1M2Z2UWxOVEUzbDVlWkRMNVFnTURNU2FOV3NnRkFvL2FCeGJXMXRFUmthcUh1dnE2bUxtekpsWXZudzVIQjBkd2ZNOG1qZHZEZ3NMaXhKdGVaN0hYMy85aGFGRGgyTGx5cFhvMmJObnFUTlQzTnpjWUdabTl0SDNnaEJDQ0NHRWtMSkV5UlJDUGtEaGgvNHVZb2x0aDVUVUZJOVZQNjlyNzdOckR5YU9HNDNCUC9TSHBtYVpiWFh4WHZSTDJjT0Y0empvNmVuQjBOQ3dRbU41bDRLQ0FnUWVPSUx0UG41NDhmSVZHTmhsTU40OVBqcThYSThHcmd4NG5vL2tlYjUxVGs1T1NFVWtVTjRsUER3Y3QyN2R3dEtsUzZHbnA0ZUdEUnRDcVZRaUt5c0xqeDgveHFsVHB6Qml4SWhQSGtjb0ZLSnYzNzV3Y25MQ2lCRWprSmlZQ0dkbjUySWIzd0pBZkh3OGdvT0RrWnViaXc0ZE9zRFEwQkM1dWJudzl2Wkdjbkl5L1AzOXNYRGh3aytPaHhCQ0NDR0VrTEltZUk4NmhKQTN4RWVIWDRxTHV2dTFFdWo2L01XTDY4dFgvWXlPM1hwamY5QWh5T1Z5ZFllSFU2ZE9ZZi8rL1NWbXJWUTB1VnlPL1VHSDBMRmJieXovNldjOGYvSHl1aExvR2g5MTkrc3ZJWkVDQUdGaFlYRmhZV0hYMVpWSXljN09oa0FnUUZwYUd0emQzVEZod29SaWU0OEloVUlZR1JraEtDZ0lFb25rcmYya3A2Zmo1Y3VYZVBIaUJSNDhlRkRzUktlOHZEeWtwS1NvVG5KNjl1d1pBZ0lDTUhEZ1FFZ2tFaHc4ZUJCcGFXbm8zNzgvenA4L3IycjM2dFVyT0RnNHdNM05EYnQyN1lLdnJ5LzI3dDJMczJmUG9rNmRPcFJJSVlRUVFnZ2hsUmJOVENIa0V5UkdoWjREY003VVF0cnp5ZE5ueTl5WHIzTDA5dlhIMUlrL290OTN2VC9xbU9DeVlHUmtoUDM3OStQMzMzK0h1N3Q3cWNzcnlwTkNvVUR3OFpQWXZOMEhqNU9mZ0RGMm0vSDg0b1I3NGFjcU5KQXYzTUNCQXhFWEY0Y1pNMmJnMEtGRGFOcTBxZW9FbnRjTkdUSUVXN1pzd1lZTkc5N2ExL256NTdGcTFTb0FnRmdzTG5aYzh0Q2hRL0hvMFNOTW5EZ1JJU0VoY0hWMVJjZU9IZUhsNVFVYkd4c0FnS2VuSnk1ZnZneFBUMC9ZMk5pZ1FZTUcrT0dISDZDam80T2dvQ0E0T0RqQTJOZ1k2OWF0dzhhTkcxVWIxaW9VQ2dCQTdkcTE0ZS92WDFiSFZSTkNDQ0dFRUVJSXFTekVscmJmbTBta2Q4MnNwYXhqMTk3c3lMRVRUS0ZRc29yVW8wY1BkdlhxVlphWm1jbVdMbDNLV3Jac3lRSUNBcGhTV2Y1eEtCUUtkdVRZQ2RhaGF5OW1aaTFsWmhKcHFOalM5bnQxLzc5OGJzUVMrMnZEeDA0c2svK1RvdjkzaFVMQjVISjVtZlQ1WC9MeTh0NTZyYlFZWHJ4NHdYSnpjOHM1S3NZT0JSOW5adGJTano3bW1ud1pIQndjTGpvNE9GeFVkeHlFa0txRFhsY0lxWnBvWmdvaFpTaitYdmd4QU1kTnJHd0h4RDk2dEhUMi9NVTIyM2J1d3JSSjQ5SHoyNjRRQ0NwdVpaMmVuaDZXTEZtQ2xpMWJZc1dLRmNqTHk4TzRjZVBLWlN5ZTUvSGI2YlBZdUhVSEhzYkhnd0dSUEs5Y21oZ1RmaGdBZlhoVm82S3Z1US9kVlBaVHZMNEU2RTJsemRZeU1qSXE1NGdJSVlRUVFnZ3BXNVJNSWFUc3NjU1k4RU1BanBoYVNRYzllQmkzZU5xYytaWmJkL2hpK3BRSjZQYU5VNFV1VmVqZXZUc2tFa201YkVqTEdNT1pjMzlnd3hadjNJOTlBTWJZUFFaK1dVSjBlQkFBOVc3WVFnZ2hoQkJDQ0NIbGhKSXBoSlFmUGlFbWREK0FJTEZFT2pUbWZ1emlTZFBuTkxhUldHSDZsQWx3NnRTaHdwSXFZckc0VFB0ampPR1BpNWV3Zm9zM29xSmp3Qmg3Q0hETDQ2UHY3Z09nTE5QQkNDR0VFRUlJSWFTU29XUUtJZVZQR1I4ZEdnQmd2NGxFT2lvaU9tYlJ1Q2t6VE95YU5jV01xUlBSb1gzYjkraWk4dmp6cjZ2WXNHVTd3djZKQUFNU2VZWVZpZEYzL1FFbzFCMGJJWVFRUWdnaGhGUUVPaHFaa0lxalNJd085WW5uQ2l4NDhKUHZoa2M4SGpWK0NnWU1Ib21yMS85V2Qyei82ZXExdnpGZzhFaU1uakFGZDhNakh2Tktmbkk4VjJDUkdCM3FRNGtVUWdnaGhCQkN5SmVFa2ltRVZMVEl5SUtFcUxCdHlFc3paencvL1habzZMTmhveWRnMElpeHVISHJqcnFqSytIR3JUc1lOR0lzaG8yWmdOdWhvVThaejA5SFhwcDV3cjJ3YllpTUxGQjNmSVFRUWdnaGhCQlMwV2laRHlGcUVoOGZud2RnWTZOR2pYWUtkV3RPK2Z2Rzdia0RoNDh4YXRlbUZXWk1uUWdIZTd1UDZ2ZTMzMzRyay9oQzdvWmgzYVp0dUhydGI0RGhKUTkrdFRJclpXdFNVbEp1bVF4QUNDR0VFRUlJSVo4cFNxWVFvbWIvSmllUzF0UzJzZG11dzR0Y0wvL3YycXdyLzd0ZXMrUFg3VEJqeWtUWU5yT3AwSGpDL29uQWhzM2I4ZWZscTJCZ0tXRE1LMXVnMlB3aU1qS3JRZ01oaEJCQ0NDR0VrRXFLa2ltRVZCS0Z5WXBWTmMzTnQraUxkR2Y5ZWVuS3RELy91bUx3VGVlT21ENWxJcXdsbHVVNmZsUjBERFpzOGNhNUMzOENET2tNYkdNV3kvTjZHUk9UV2E0REUwSUlJWVFRUXNobmhwSXBoRlF5S2JHeEdTbkFFaE1UMncxQ0hlSHNjeGN1VGoxLzhWTDE3dDg0WWZxVUNiQXdiMUttNDkyUGZZQU5XN3h4NXR3ZllJelBCR09ibFRuTUt6RXhQTFZNQnlLRUVFSUlJWVNRS29LU0tZUlVVb1hKaklVTkxDM1hhd2kxNTU0NmUzN3ltWE4vNlBUdTBRMnVrOGFqc1puNGsvcC9HQmVQVGR0MjRPU3AzOEV6bHNQQWI1VXI4MzVPdm5mdlpaazlDVUlJSVlRUVFnaXBnaWlaUWtnbFY1amNtR3RtMW13dHJ5bVlmL3pYMCtOL08zMVcrN3ZlUGVFNmFSeE1qQnQ5VUgrSmo1S3dhZHRPSER2NUc1UktaUjRZMjVGVHdQLzBQTzZmWitYMkpNZ0h1M2MvRm5NV0xGWjNHRlZLZk9JamRZZEFDQ0dFRUVLcUNFcW1FUEtaaVBzMzJURzlrYVg5R280cEZnUWZPekhteEsrbnRQcjM3WU1wRTM1RXd3YjEzOW4rY1hJeXRuajc0c2pSRTFBb0ZQa0FmQlU4ZmtxNkYvYTR3cDRFZVM4TXVQbjAyWXQ2aDQrZVZIY29WUkI3cXU0SUNDR0VFRUxJNTQ5VGR3Q0VrSS9Ub0xHTmlZYW1hSkdBRTR6VTBORFFjQm5RRjVQR2pVRzl1bldLMVh2NjlCbTI3dlREd1NQSElKZkw1VHpqZDhzTEZDdVNIMFltcWkxNFFnaXBwQndjSEM0Q1FFaElTQ2QxeDBJSXFScm9kWVdRcW9sbXBoRHltU3BNaG93enNiRDFaSXk1Ny92bDROQ0RSNDZKQnYvUUh4UEhqUVlBYk4rNUM0RUhqNkNnb0VEQkdOdkhLM21QeFB2aEQ5VWRPeUdFRUVJSUlZUjh6aWlaUXNobnJqQTVNcXFoeFA0bmxwKzN4SC92THk0SERoMFdBa0JPbmx3SjhBZms0Slk5anI1N1Q5MnhFa0lJSVlRUVFraFZRTXQ4Q0tsaVRNeWIyaGpxYXY0SkFHblpCUjBUWXlNaTFSMFRJWVI4TG1nNlBpSGtVems2T2hveHhsNjhxdzdIY2JWdjM3NU5KeWdTOGhrVHFEc0FRa2paU295TmlCUUtFQ0VVSUlJU0tZUVFRZ2doRmV2Mjdkc3ZHV09YR0dNbHJqSEd3Qmo3a3hJcGhIeitLSmxDQ0NHRUVFSUlJV1VyR0lYSmt5SkYvK1o1L29qNndpS0VsQlhhTTRXUUtzRFIwZEZBcVZRNnZGWmtDQUJTcWJSalVZRlFLQXk1ZmZ0MnVsb0NKSVFRUWdqNXNoem1PRzdqbTdOVE9JNkRVcWs4cExhb0NDRmxocElwaEZRQnFhbXBNRFEwUEF0QTQvVnlqdU11NHQvZmhCU2twcWJXZVdzSGhCQkNDQ0dreklTRWhDVExaTEsvQWJSOHZad3g5cjkvL3Zubm1mb2lJNFNVRlZybVEwZ1Y4UERodzNURzJQbkNkYmlxOHRjZW4zLzQ4Q0hOU2lHRUVFSUlxU0E4eng5SDhmZGpLRnIrUXdqNS9GRXloWkFxZ2pGMmxPTktIdEJWV0VacmN3a2hoQkJDS3RiaDE5K2JjUndIeGhpOUp5T2tpcUJrQ2lGVmhGQW9QQXBBV2NvbFJVRkJ3VEUxaEVRSUlZUVE4c1VLRFEyOUR5RHN0YUk3b2FHaDhXb01pUkJTaGlpWlFrZ1ZVWGpFM3FVM3l4bGpGeU1pSWxMVUV4VWhoQkJDeUplTDUvbmdvdGtwUE0vVEVoOUNxaEJLcGhCU2hSVDl3QzVhbTh0eEhEaU9vK21raEJCQ0NDRnF3SEhjc2NLL0lSQUlLSmxDU0JWQ3lSUlNLY2xrc2lreW1leFhkY2Z4dWNuTnpUM0tHT05mSzFJcUZJcWphZ3lKRUVJSUllU0xGUklTY2hmQUE4WlkxSjA3ZDZMVUhROGhwT3hRTW9XUUtpUW1KaVlad0xXaXg0eXhLMkZoWWMvVkd4VWhoQkJDeUplTE1YWUl3R0YxeDBFSUtWc2lkUWRBQ0NsendSekh0Y1cvUDd4cGlROGhoQkJDUG10bUV1bVBEQmlzN2pnK1ZrWWUwd01ISnBaSTI2czdsby9GQVlGeDBhRSs2bzZEa01xRWtpbWswcEJLcGVzQTNBb05EUTE4dlZ3bWt5M2tlZjU1YUNpOWdMOFB4bGd3QUsvQ2g1Uk1JWVFRUXNobmpRR0Q5ZlgxT3RwSXJOUWR5aGNwTWpvR0dSbFpBRUR2eFFsNURTVlRTS1ZnWTJPanlYSGNTTWJZbmxJdVIzRWN0ODdSMFhIMzdkdTM1V29JNzdNU0dob2E3K0RnRUE5QUdSSVNrcXp1ZUNvQ1k0eDliRnV1YUl0OVFnZ2hoRlJhTmhJci9CTGdxKzR3dmtpRFJvekY5UnUzMVIwR0laVU83WmxDS2dWTlRjM3ZPSTU3SEJvYUd2cm10VHQzN2h3RGtNL3ovREQxUlBmNVlZeHRCN0JkM1hFUVFnZ2hoQkJDU0ZWRXlSUlNLWEFjOXlPQXZXKzV6QU5ZRDJBK2ZjMytOM056YzYyMFhHV1QxQnlsaGJtNXVaYTY0eUdFRUVJSUlZU1Fxb1krbUJLMWs4bGsxaHpIdFM4b0tBaDRXeDJCUUxBSGdKRk1KdnUrWXFQN3ZKaVlPOWdvUlhvM09JRndQQ2NRVEZDSTlQNFdXOXBLMUIyWE9ybTd1MlBYcmwzcURvTVFRZ2doaEJCU2hWQXloYWdkWTJ3Mll5enduMy8rZWZhMk9yZHYzODRCc0F2QW5JcU43dk5oYW1rM1ZpQml0d3dNOU8yOE42K0Q5K1oxTURUUXQ0ZFFlTnZVeW02TXVqdmdhSzhBQUNBQVNVUkJWT05URjhZWWhFS2h1c01naEJCQ0NDR0VWQ0dVVENGcTVlam9XSi9qdUdFOHo2LzdyN3FNTVc4QVVqczdPN09LaWU3elVOUGNYRjlzWlg5UUlCVDR0R3docTNicTJBRjBkZXFFcms2ZGNPcllBYlJzTHRNUkNBUytZaXY3Z3pYTnpmWFZIVzlGNDNrZUFnRzkxQkZDQ0NHRUVFTEtEcDNtUThxVXVibTVscDZlWHYzM3JhOVVLc0VZNjhkeFhMWlVLaFVYbFRQR2FnS285bm9aQUhsZVhsNXJUVTFOOWtaNXVTZ29LSGdaR1JtWlZkN2pmQXBUaVcxckRvSkFvVkFvZHAwMERwUEgvd2loOFA4VEIvWHIxY04rLzUzWXRHMEh0dTd3YzlibmRGdFVsOWdPVG9nT3Y2Yld3TjlOSkpWS0czMW9JNTdua1pHUlVhSzhvS0FBK2ZuNVNFdExLM0hOd01BQTVmRzFKQlFLbnhmT3BpS0VFRUlJSVlSVVFaUk1JV1ZLWDE4L0RzQjdKMU5leHhqRDY2ZlVNc1lnRUFqaVhxK2pyYTFkQmxHK0gyMXQ3WWNBbWxUWWdCOUdJSmJZdVhHY1lIbjllblZGNjFhdlJNc1dqcVZXRkFxRm1ERjFFdHEwYW9rWmN4ZUtuejU3OXBkWVlyYzRQanJNRThCSEh5bGNYbVF5Mlg0QVAzeG91K2ZQbjJQdzRNRWx5ck96czNIdDJqVUVCZ2FXdUhiMDZORVNYMk5sZ2VmNVNBQk55N3BmUWdnaGhCQkNTT1ZBeVJSU3BoaGoxVGlPTzh2ei9DOGYycGJuK1dwQ29YQXJ4M0VjWXl5RE1iYURNUlpaUHBHK0c4ZHh2UUE0cVdQcy8ySnNaZFZBSk5EZUEzQk9YVHAzeE04cmw4TFF3T0EvMjdWczRZaFR4dzVnN3NLbG92TVgvbHhsWmkzdHpDTi9lRUpVMUpNS0NmdzlNY2JxY0J3WHpmUDg2ZzlvNWwrdlhqMWN1SENoeElXaFE0ZkN3Y0VCczJiTktyVWh6L09qUGlIY0VqaU9HOHB4bkgxWjlra0lJWVFRUWdpcFhDaVpRc3BEWkdobzZPNlBiTHU5Y0M4ZnZveGoraUJTcWJRQngzR1ZMcGxpYW1uN3JZQVQ3dEhVMURSYTVEWUxRd1k2RjV2TjgxOE1EUXl3WS9NNjdBczZoSldyMTNZcHlFZVlxYVh0OElSNzRhZkxOZkFQeEJoNytvRmZRLzZsRldablp5TWhJUUc1dWJsdlRhWjh3dGRxcVdReW1TTUFTcVlRUWdnaGhCQlNoWlY3TXNWTUl2MlJBU1huM3BNS3d3R0JjZEdoUHVxTzR3T29OWkZTS2RuWWFJcVo2R2N3enRYYzNJemI1TFVhRWl1TGorcUs0emdNRy9RRFdzZ2M0RHJMemVqK2c0ZS9pYTN0TnNWemlybUlqQ3dvODlqVjZNeVpNMmpidGkxeWNuSnc3ZG8xdEc3ZFd0MGhsUnQ2clZXL3ovQzFsaEJDQ0NHRWZLUnlUNll3WUxDK3ZsNUhHNGxWZVE5RlNoRVpIWU9NakN3QW9EZjRuNm1HRW50TERZWmZPSEN5SHdaOGo2VUwzY3BrN3hpSmxRV09Id3JFc2xXcnVZTkhqazBUTTQzMmNvbjlvTWZSZCsrVlNlQnFscGFXaHAwN2Q4TFQweE41ZVhudzh2TEN2bjM3VUsxYU5YV0hWaTdvdFZhOTZMV1dFRUxJcDFJcWxSQUtoWlcrVDBMSXZ5cGttWStOeEFxL0JQaFd4RkRrRFlOR2pNWDFHN2ZWSFFiNVNHS0ozUWh3MktxdlYxMzNKNC9GNk5IdG16THR2MW8xYlhoNkxNSFg3ZHBndnZ0eVdVWlc1aDBUUzd0SmlmZkM5cFRwUUJVc0x5OFBzMmZQUnVmT25lSGc0QUFBYU5xMEtkemMzTEJtelJwb2FXbXBPOFJ5UWErMTZrT3Z0WVFRVXJreHhwQ1FrQUN4dU9RaGZqMTc5a1JBUUFDTWpJeitzNS96NTgvajJMRmoyTEpseTF2cnpKNDlHMlBIam9WRUlpbFducG1aaVRsejVzRGIyN3ZVZG5QbnpzWElrU05oYTJ1cmV1em82QWdYRjVmM2VJYi83Lzc5KzFpN2RpMkdEUnVHVTZkT3djUERBd0tCNEQxYUVrSStCSDFYRVZJSjFiYXgwVE9WMk8vak9NRnVSNm05N205SEQ1UjVJdVYxUGJwOWc5K09Ib0NqMUY1WEtCUUVtRXJzOTlXMnNkRXJ0d0hMMGFOSGp6Qm16QmpvNnVwaSt2VHBxbkkzTnpka1oyZGo1TWlSaUlxS1VtdU1oQkJDQ0tsWWNYRnhxdmNBQ29VQ2FXbHBxaitNTVdSa1pLZ2VaMlZscWRwTm1USUZJU0VoYisyM29LQUFFeVpNd0owN2R3QUE4Zkh4dUhqeElueDlmVEZuemh6Vm45OS8veDAzYnR5QW9hRmhxZjNrNU9UZzFxMWJzTEQ0LzJYY2taR1JhTnIwN1ljRDhqd1BoVUpSNG85UUtJUkNvVUNMRmkwZ0VBaVFtcG9LeGlyZEFZNkVmUFpvQTFwQ0tobGp5Nll0aEV6akY0R0FhekpoN0NqTW1Eb1JJbEg1ZjZzMmF0Z0FRWHY4c0g3emRuajcrZy9SWTVvdHRTMmJEbjUwTCtKbXVROWVCckt5c2hBUUVJRDkrL2VqZCsvZW1ETm5Uckg3cHF1cmkrM2J0OFBUMHhQRGhnMUQ2OWF0NGVIaG9kYVlDU0dFRUZJeEdqZHVqQ2xUcG1ENjlPbVlOMjhlZHV6WW9icjI2dFVydUxtNXFaYkRTS1ZTekpzM0R3QXdZTUFBeko0OUc3dDI3WUtwcVdteFBobGpXTDU4T1lSQ0lXeHRiY0h6UER3OVBURm56aHkwYmR1MldGMTlmWDFzM3J3WmlZbUpXTEpraWFyYzNkMGRJcEVJNTg2ZGc0Mk5EY0xDd3JCNDhXSXd4dkR5NVV2TW1qV3IyR0VEZmZyMHdhUkprd0FBa3laTndzdVhMMHNzLzFZb0ZFaE1UTVRvMGFNQkFOT21UY09NR1RQZzZPaFlobmVVRUVMSkZFSXFEODVVWWpkTHdBbFcxYWxkVzJQOXp5dlJ1bVdMQ2cxQUpCSmh6b3lwYU51NkpXYTZMVFIvL3VMbFZWT0ovZnlFNkx2ci90MldvL0lTQ0FSSVNFakFsaTFiSUpQSlNxMmpxYW1KeFlzWFkrREFnWWlLaW5ycmI0Y0lJWVFRVXZVTUdEQUFEUm8wUUpzMmJkQ3BVeWRWZWMrZVBiRjkrL1pTbC9sMDdOZ1JFUkVSY0hWMXhZRURCNHBkOC9UMHhPUEhqN0Y5KzNab2FHamczTGx6ZVBUb0VZNGRPNFpqeDQ2cDZoa2JHMlBKa2lVNGQrNGNWcTVjQ1YxZFhYaDdlNk4xNjlhcUJNNlJJMGZRc21WTGZQWFZWemh6NWd6T25qMkw0T0RndHk0SktqSjE2bFNrcDZjWEs3TzB0TVNNR1RPd2I5OCt4TWJHUWxOVEV5WW1KaDk5M3dnaHBhTmtDaUdWZ0psWnM3cE1TN2lINDdpdUhkdTNnNWZuY3RTc1VVTnQ4YlJwOVJWT0hUdUkyZk1XYS94NStZcVhXR0xmTlU4aEdQbzBOdVNGMm9MNkR6bzZPdmo1NTUvZnE2NmxwU1VzTFMzTFBTWkNDQ0dFcUo5U3FVUnljaklBd043ZUhnY1BIc1J2di8wR2hVSUJrVWdFa1VnRUZ4Y1hOR3JVQ0FDUW1wcUtFeWRPcU5wUG5EZ1JMVnEwS0RFRHhNbkpDVk9tVEZHVmQrN2NHVXFsRXBjdVhWSWxhNnl0clRGLy9ud2NQbndZV1ZsWk1ESXlna1FpUVU1T0RscTBhQUdPNDNEanhnMUVSRVNnYmR1MmVQcjBLZVJ5T2E1ZXZRb3pNek04ZXZTb3hQTnAyTEFoQkFJQmVKNkhob1lHZEhSMGlsM1gxdGFHcHFZbU1qSXlzSEhqUmd3ZlBweVNLWVNVQTBxbUVLSm1KaGEyWFNBVTdOZlUxS3d6YjlZMGpCdzJ1TmgwVG5XcFdhTUcvTHczWWZmZVFIaXUzZGlWNHdyQ1RDeWFEVSs4Lzg4NWRjZEdDQ0dFRVBLK01qSXlzR2pSSWlRbkoyUHExS240NFljZjhOVlhYOEhOelEwLy92Z2pXclZxaFcrLy9SWUJBUUZJUzB2RDBLRkRBUUFMRnk1RWJtNnVxcCtnb0NDOGVQRUNUNTQ4d2N5Wk0wdU0wNjlmUHhRVUZLQldyVnB3ZEhURXFsV3IwS1JKRTJocmErUHAwNmZvMXEwYkhqeDRBSWxFZ3FTa0pKaWFtb0xuZVd6YXRFbVZFUEgyOXNiang0OXg1ODRkMk5yYVl2bnk1U1hHV2I5K1BmVDA5SkNXbGdheFdJeTVjK2RDVTFNVEFKQ2VubzUxNjlaQkpwTmg5ZXJWQUtEYWpKOFFVcllvbVVLSStvaE1yZTFXY1l5YlpXWW1GbXp5K2dsTmJhelZIVk14SE1kaDFQQWgrS3E1REs2ejV0VjdHSjl3eHRUYWJtMUNWTmdDQUFwMXgxZUVxd3paSjBJSUlZUlVTalZxMUVCQVFJQXF1WkNhbW9wTGx5NWh4WW9WQ0F3TVZNMzBBQUFORFEyNHVyb0NoY3VDbEVvbEFDQW1KZ1luVDU3RTdObXpBUUEvLy93emV2ZnVEV3ZyLzMvdkZoY1hCejgvUHlpVlN0eTZkUXNBTUdmT0hEeC8vaHpHeHNibzFhc1h6cDA3QndzTEN4Z1lHRUJQVHc4UkVSSEl5OHZEZ0FFREFBQkxseTdGUC8vOEF6YzNOL2o3KzcvMUYyeFpXVmxJU2txQ2taRVJuajE3aHRPblQwTWtFbUhtekptUXkrVm8wYUlGbGkxYmhwTW5UMkxYcmwyb1c3Y3V2dnZ1dS9LOHpZUjhjU2laUW9nYUdKczNheUxVRUFaeTRMN3EzN2MzbHJuUGgwNjFhdW9PNjYyYTJsampaSEFRRmk5ZkpRZysvdXNjc2JWOUIxN0JEMHE4SC81UTNiRVJRZ2doaEh3SUF3TUQxSzlmSHl0WHJzVDgrZk9obzZPRDZ0V3JBNFViMW5mdDJoVjRZMFpIZW5vNjZ0V3JoK2JObXdNQTlQVDBZR2xwcVhvTUFNMmJOMGRpWWlMTXpjMGhsOHZScVZNblBINzhHTHQyN2NLU0pVdVFsWlVGZDNkMzZPbnBvVjI3ZGtEaE1pQXZMeS84L3Z2dnFuNGlJeU9Sa3BLQ2I3Lzl0a1RzSzFhc1FQUG16WEh3NEVGWVdGaW9acVNNR3pjT0FKQ1Nrb0t3c0RENCt2ckN6TXdNdi96eUM2NWN1WUxGaXhlWDA5MGs1TXRGeVJSQ0twaFlZamVJQTdkRFYwZTMrb3FsQy9GZHJ4N3FEdW05NkZTckJxK2ZQTkMrYldzc1dycnlxK3pzN0ZDeHRkMjQrS2l3SUhYSFJnZ2hoQkR5dmpadjNveExseTRCQU9iUG40LzgvSHlrcEtTZ1g3OStxanJlM3Q2b1U2ZU82dkdEQnc5Z2JHejhuMzFuWkdSQVgxOGZ5Y25KOFBYMVJhZE9uVlI3cXVqcDZhRjU4K1k0Y09BQUFnSUNnTUlOOU1WaWNiRStuSjJkOGNNUFB4UXI4L1gxeFlVTEZ5Q1JTQUFBeDQ4Zng3Qmh3d0FBbXpadGdyVzFOZTdmdjQrY25CemN2bjBicTFldmhyR3hNVmF0V2dVN096dlkydHArd2gwamhKU0draW1FVkpBR0RSeDFOUFVWV3ptT0cyblhyQ2syZXYwRVU1UC8vcUZjMlh6WHF3ZWtkcmFZTm50KzliQi9JbjRSUyt5N0ZtU0lwaVFuMzg1UmQyeUVFRUlJSWYrbFRaczIrUEhISHdFQUJRVUZtRFJwRW14dGJiRmd3UUtJUlA5K1BLcjJ4b3poQ3hjdVlNS0VDVy90OC9mZmY0ZWVuaDdTMDlNaGw4dlJwazBiL1BISEgzank1QW1VU2lYUzA5TmhZR0FBYzNOejNMcDFDK2JtNW0vdGE4MmFOY2pMeTRPcnF5c01EUTF4OE9CQi9QcnJyOWkxYXhmMDlQUUFBSzZ1cnREVzFrWkdSZ2FlUEhrQ1EwTkRwS2VuWStYS2xRZ0tDb0tXbGhZQVlObXlaU1dlQ3lHa2JBalVIUUFoWHdKVGMzc0hMWDNGSFlGQU1QTEhVY054YUwvL1o1bElLV0pxWW94RCsvM3g0NmpoRUFnRW83VDBGWGRNemUxcGR6TkNDQ0dFVkZxNXVibnc4L1BEK2ZQbm9hT2pnN2k0T0V5Wk1nVW1KaVlRQ0FRWVBudzQvdjc3YitqbzZCVGJxK1Rnd1lQSXljbFJMYzBwVFV4TURFSkNRbUJoWVlFelo4NWc4K2JOaUl5TXhJRURCM0R2M2ozODhjY2ZpSXVMUTJCZ0lCbzFhZ1EvUDcrMzlsVjBRbEQvL3YyeGV2VnErUHY3WTl1MmJhaFpzNmFxVHBzMmJiQjA2VkxJNVhJY1BIZ1FjWEZ4YU42OE9lenM3SEQyN0ZsY3Zud1pPM2Z1eExwMTYwb2M2VXdJS1JzME00V1FjbVppWmVjcTRQQ3prVkV0cmJXZUs5QytiZXQzMWk4NnBxK3kwOURRd1B3NU05Q3VUU3ZNbUx2UUtpVWw1WnFKbGQzY3hKaXdUZXFPalJCQ0NDSGtUZmZ2MzRlTGl3dnExcTJMMGFOSDQvSGp4eGc3ZGl3R0RCZ0FqdU53OCtaTnJGNjlHa2VPSE1HbVRadkE4engyNzk2TmdJQUFiTnUycmRqN00yMXRiYVNucHdNQUdHTzRmLzgrT25YcXBGb3FwRlFxSVJRS3NYcjFhdFN2WHg4dFdyU0FxNnNySmsrZWpBNGRPbURnd0lFUWk4WG8zcjE3aVRoMWRIUXdkKzVjZlB2dHQxaTBhQkhxMXEycjJpQzN5TzdkdTlHeFkwZlVxbFVMR2hvYVNFbEpBUXFYTFdscGFjSFQweE1OR2pUQXBFbVRNR2pRSU1oa01saFlXSlR6SFNia3kwSXpVd2dwSncwbGtscG1FdnRmaFFMQnhyWnRXbXVkUG40SW16YXNRM2g0K0R2YkxWdTJEQ2RPbkZBOXpzL1BoNk9qSTNpZWg0ZUhCODZlUFZ2bXNlYms1R0REaGcxUUtONTlRRTljWEJ4NjkrNWRyS3g5MjlZNGZmd1EyclZ0clNVVUNEYWFTZXgvYlNpUjFDcnpJQWtoaEJCQ1BzR3VYYnN3ZVBCZzFLdFhENE1HRGNMSmt5Zmg3T3lzbW9YU29rVUxCQVVGWWVMRWlWQW9GSEJ4Y2NINTgrZmg0K05UWXMrUlBuMzY0T2VmZjBiMzd0M2g1T1NFSjArZTRPdXZ2d1lLa3l1ZE8zZEcrL2J0Y2ZQbVRiUnUzUm9qUm94QXQyN2RNR0RBQU5TdVhSdGVYbDdZc0dFRDh2THkzaHF2cmEwdGdvS0MwS1JKRTZ4ZnY3N1lOU01qSTB5Y09CRUEwTE5uVDZ4WnN3YmR1M2ZIOTk5L2p5NWR1aUFpSWdKOSt2UkJqUm8xc0hyMWFqUm8wS0FjN2lnaFg3YksvK3R2UWo1RHBsYjJuVFFGM0NFdERhN1c1Q2xUTVc3MFNBZ0VKWSsydTNqeElrNmNPS0g2QWZuMDZWUGN1SEVEOCtiTlU5WFIwdEtDUUNDQVhDN0h4SWtUTVdmT0hPanE2cUp0MjdiWXYzOC9EaDQ4Q0JRbVJEdzlQYkYxNjFZOGZmb1VHaG9hcWo1NG5vZEFJTUR4NDhjQkFFbEpTY2pPemk0Umk1YVdGanAzN2x5c3ZHN2R1akEwTkFRQXZIejVFa1pHUmlXZVIyMmpXdGk5Y3h0OGQrK0IxNFl0UFptY0N4TkxtZzJKai83bnowKzhsWVFRUWdnaFphSm9INUdtVFp1aWFkT21wZFlSaVVTcWErdlhyNGV4c1hHcHh4TjM3OTY5MUZrbEFNQnhIQzVkdXFSNi80WENEV1FiTjI2c3F1UGc0SUJEaHc2cE5xY2RQMzU4cVgxVnExWU43dTd1Slg3aDVlenMvRjZ4QUlDOXZmMWJyeEZDUGg0bFV3Z3BXMEl6aVhRNUE5enFOMndvckdPZ2cvUlh6MHROcEVSRlJjSER3d01yVjY1VWxmbjQrR0RFaUJISXpNeEVYbDRlYXRYNmQ0S0h0clkyRWhNVGtaV1ZoYjU5KytMZXZYdW9XYk1taGd3WmdpRkRoZ0FBRmkxYXBQcEJ1Mm5UcG1JYm02V2xwV0hFaUJHcXg1NmVuc2pPemthTkdqV1FuNThQRFEwTk5HblNCUGZ2MzhmOSsvZVJtNXVyMnF6TTJka1pyVnYvdXpUcHhZc1grT2VmZjlDMmJkdTMzb0JhdWlJb21hakJpL1M4ODJZUzZlcTQ2TkRGQUpSbGNHOEpJWVFRUWlxTWlZbkpKN1YvZlduTzY0bVVJa1hITWIrUHoyRUpPQ0ZmR3ZxdUpLU01tRmxibXpLbUdRZ09iYjdyMlIwcmxpNUNUblkyQmc4ZURBc0xpMkxIN2NYRnhXSHExS2xZc0dDQktsRVJIUjJOdTNmdll2NzgrWmc3ZHk2MHRMVHc1TWtUUEgvK0hEazVPVmkwYUJFYU5teUlldlhxb1Y2OWV1L2NtZjNRb1VQRk5pa3JiUXJwaEFrVDBMSmxTNHdZTVFJTEZpeUFsWldWNmxxclZxMXcvZnIxRW0xZXZueUpmdjM2WWY3OCtlKzhGMW5aMlZpMGRJWHd4RzluRm9nbDloMDVybUJ3WEZSVXdudmNSa0lJSVlRUVFnaXA5Q2laUWtnWk1MR3lHd0FtOE5XcHBtMndmUEVDOVAvKzMzMUY5SFIxc1huelp0U3ZYNzlZL1hyMTZtSDU4dVZvMDZhTnFzelgxeGRDb1JDelo4OUdiR3dzQWdNRGtacWFpcnAxNjJMa3lKRll1WElsbWpScFVxeWZxS2dvakIwN0ZvYUdoa2hMUzBQdjNyMVJ0MjVkaU1WaTFLeFpFOHVYTDhlQ0JRdWdVQ2hLeEJBY0hBd3ZMeTg4ZnZ3WWMrZk9oYWFtcHVxYVhDNVhUUjlkdUhBaHBGSXBVRGd6cGJSbFBtL1MwOVhGaGpVL29WMmIxbGppOFZPYjNGenVyb21WM2RqRW1MRERIM1dEQ1NHRUVFS3FnTVRFUk96Y3VSTXJWcXhRbGQyNmRRdTdkKy9HbGkxYjFCb2JJZVREVURLRmtFL1FxRkdqYWtMZG1wc0VBc0ZZRzJzcmJQTHlSR016TWY3NjZ5OGNPM2FzUlAyblQ1OWk0OGFOME5mWEJ3QWNQdnh2YmtGWFZ4ZVRKMDlHUmtZR0ZpeFlnSmt6WjBKZlgxOVZyM3IxNnJoKy9UcENRa0tRa0pDQStQaDROR2pRQUsxYnQwYlhybDJ4Wk1rU1hMNThHUTBhTk1Dc1diTlU0d21GUXNoa01taG9hS0J0MjdiSXk4dFRyYzN0MTYvZk8yZW1IRHAwcUVUOE9UazVDQTRPeGkrLy9QTFdlOUtrU1JQNCtQZ0FBQWIwN1FPWjFBNnVzK2NaUkViRkhES1YyUGx3ZVJtdThmSHhiOTl0alJCQ0NDR2trdlAxOWNYUm8wZFJvMFlOQUVCOGZEeXVYTG1DK2ZQbkl5WW1Cam82T21DTUlUYzNGOEhCd2FwMmx5OWZob21KQ1Zhc1dLSGF2eTRsSlFWeGNYSEZadjVhV2xwaTFLaFJhbmhtaEpEM1Jja1VRajVTSTRtdHJZZ1RCbkdBemNoaGd6QnYxblRWN0E0ckt5c01IanhZVmRmTHl3dTllL2ZHNE1HREVSVVZoWk1uVDJMdTNMbXE2eUtSQ0dabVpqaHc0QUFzTEN6ZzVPU0VhOWV1WWRPbVRVaE1USVJjTGtkcWFpb2NIQnhnWm1ZR1IwZEgyTmpZNE9MRml6QTBORVJPVGc0Y0hSMlJrSkNBRVNOR1FDd1dBd0J5YzNPeFlNRUNjQnlIeDQ4ZlkvTGt5ZWpUcDAreERkRUFZTjY4ZWFwTjJkN0Z6YzJ0V0xMbVRWZXVYRkZ0aUZ1a3Naa1l3Yi9zZ2FmWEJ1emU5OHVQckpwQm0wWVMyMEZKMGY5eHJCRWhoQkJDU0NVMmF0UW9EQmd3QUNqY0JMYUl1N3M3SEJ3Y2tKK2ZqMEdEQmhWcmMvcjBhYXhhdFFwNWVYbXF2ZTZLM2hzT0d6Wk1WVTlQVDYvQ25nY2g1T05RTW9XUWp5QzJzcHNJY090cUdocHFlLzIwSEowNnRDOTJ2VzdkdXFoYnQ2N3FNYy96a01sa3NMYTJobEtwaEo2ZUhwbzNiMTZzVFZ4Y0hMWnQyNGE1YytmaXdJRURNREF3d01LRkN5RVdpM0hvMENGa1oyZGp5cFFwT0hmdUhQYnUzUXMvUHovVXFWTUhNVEV4OFBMeXdoOS8vQUYzZDNjNE9qcGl6Wm8xQUlBT0hUckEyOXNiV2xwYThQTHlVbzJWazVNRExTMHR2SHo1RXNPSEQ0ZTV1VGwwZFhWVjEvLysrMitrcHFhcWZ0dFNSRk5UczloeW9EY3BGSXBTZi9ocmFtcGk4WUs1YU4rMk5XYlBYOXcwSlRYMWh0aktma1o4ekYzdkQ3cnhoQkJDQ0NHVmhMKy92Mm9tY2xaV2xxcmN3OE5ETlRQbGRkSFIwY2pNeklTSmlRa1NFaEt3Wjg4ZUFNQ3JWNi93NU1rVEJBWUdBZ0FhTm15b092YVlFRko1VVRLRmtBOWdZbUpiUTFCTnNJc1RjTiszYWZrVjFxNWVnYnAxYXIrempWd3VSMUpTRW95TmpkOVo3NisvL29KQ29VQlFVQkNhTkdrQ0Z4Y1hXRnRiQXdDYU5XdUduVHQzNHRxMWEvanBwNSt3Y2VOR0FFQ25UcDNRcVZNbkFNQ05HemVncTZ1TDY5ZXZxemE3emM3T3hzQ0JBOEZ4SEZKU1VqQno1a3dBUUdwcUt2THo4ekY3OW14RVJFVEEzdDYrMkxGL2lZbUo4UEh4VWIxQjZOdTNMOUxUMDk4Wi8ralJvNkdwcWZuT25lazdkV2lQVThjT1lNYmNoZHJYYjl6YUxyYXk3OGJuOHFNVEU4TlQzOWs1SVlWSndIbno1bUhEaGczRlpsWVJRZ2doRmExbXpacVlObTBhdW5idENnQllzbVFKL1B6ODBMaHhZM1R0MmhXblQ1L0duRGx6c0duVEpsVWJmMzkvMVMrbFVsSlM4T1RKa3hJemZwODlld1kvUHo5S3BoRHlHZmhpa2luZHUzZkhqQmt6MEsxYnR3OXVlL255WmN5Yk53OVhyMTdGaFFzWDRPYm1WcUxPbThzbWlsaFpXV0hmdm4wZkhYZEZjblIwMU1qS3l0S09pWW5KVkhjc2xaR3hwVjE3b1pEYkx4U0tqR2RNbllnSlkwZTkxd2U2SzFldXdOVFU5SjNUTlZldVhJbXBVNmRpK1BEaHFxU0dVdm4vcHduYjI5c2pLaW9LN3U3dThQTHlRcTFhdGJCMTYxWk1uanhaVlNjM054ZlZxMWZIMTE5L2pXWExsZ0VBbkp5Y0VCZ1lDQTBORFdSa1pLQkdqUnJJeTh2RGl4Y3Y0T0RnZ04yN2QyUGR1blY0K2ZJbEZpNWNpR3JWcXVIdzRjUFl2MzgvMXE5ZnIrbzdNREN3eEc5WDNxU3BxUWwvZjMvVlBpOXZVN2RPSGV6YnRRUGJmZnl4WWN2Mjc1VUNoYU94cGQyUVIvZkNMdi9uemZ4Q05HN2MyS0Nnb0tBZ0tTa3BWOTJ4ZktpeWVxMU5UazdHM3IxN1M5UUpEUTNGb2tXTFlHQmdVS3o4elJPekNDR0VrUEx5OU9sVFhMbHlCUUJ3NXN3WkFBQmpERHQyN0VDN2R1MFFGUldGaUlnSWpCczNEbVptWnRpNWN5ZGF0MjZOaUlpSVlxY3hKaVVsbGZoWmw1T1RVOEhQaGhEeXNiNllaRXBaNmR5NU0yN2V2Rm1pL050dnY4V3FWYXZnNE9DZ2xyZytsbzJOalo2MnRuWlB4dGozUE0vMzB0WFZIUURnZDNYSFZja0l4Qkw3SlFDM3NHR0Qrc0lOYTFiQjBVSDZYZzB6TXpPeFljTUdqQjQ5K3ExMTh2UHpFUndjaktsVHArTFdyVnU0ZWZNbWJ0KytEWDE5ZmF4ZnZ4N3g4Zkh3OVBTRVFxSEExMTkvRFpsTWhtdlhyaUVxS3FwWVB3cUZBczJhTmNQS2xTdExqSkdYbDRmUm8wZkQyOXNiVVZGUnNMYTJoa2owNzdmL3pKa3o0ZS92andFREJxQkdqUnFvWDc4Kzl1elpVK3pENnJ1T1lYN2RxMWV2VUx2MnUyZnFBSUJBSU1EazhXUFE2aXRIVEorendEanA4Wk9MWmxiMnkrSmk3cFlNL2d0VXZYcjFWZ0tCNEVqdDJyWFBNTWFPWm1WbG5ZeU5qYzFRZDF3VlNWOWZIKzNidHk5Ulhsb1pDbjlEU0FnaGhGU0VXclZxd2RYVkZTajhoZXIxNjlmaDUrZUh4WXNYdzgvUEQwNU9UcGc4ZVRLRVFpRlErRDdxNk5Ham1EVnJGclp0MjZicXg5VFVGT1BIankvVzk1TW5UN0IxNjlZS2ZrYUVrSTlCeVpTUHdCaERlbm82REEwTlZXVUtoVUwxNFJTRkw2ekp5Y2xvMUtpUm1xSjh1NlpObTliVTBORG96WEZjWDQ3anVnSFFMbTAyQkFFYW10czEwaEJoSDhkeEhiN3QyZ1UvZVN5Ry9qdVdzYnp1L3YzN1dMUm9FYXlzck5DblR4OVZ1YmEyTmpJeU1zQVlBOGR4dUhmdkhveU1qUERUVHovaDNyMTdhTldxRlVhT0hBbDlmWDI0dTd2ajRzV0xHRFpzR0pZdFc0Wmh3NFpoNjlhdGVQejRNWm8xYTRhOHZEeHdISWZrNUdUVXJWc1hXN2R1eGRtelo1R2ZuNCs4dkR6azVlV2hWNjllME5mWGgwZ2tncCtmSCtMaTR0QzllM2VrcEtRZ1BEd2MxNjlmeDRVTEYyQm5ad2REUTBOY3VuUUppeGN2aHFPakkweE5UZEdzV1RQVXFsV3J4UFBMek14RVZsWVdhdFNvQVcxdGJTUWxKZUhQUC8rRWg0ZkhlOTlmUndjcGZqdDZBUFBkbHd0UG56Mi9YQ3l4YzJLQUpnZmt2M2NuVlJUSGNib0Erbk1jMTc5NjllcjVNcG5zUEdNc09EYzM5M2gwZFBRcmRjZFgzdlQwOU5DbVRSdmN2SGtUUC8zMFU2bDc5VERHWUd0cmkwV0xGcWtsUmtJSUlWK21xS2dvWEwxNkZmZnYzMGRVVkJUczdPemc3ZTBOQ3dzTHRHL2ZIdDdlM3BnN2R5NGFOMjZNUm8wYXdjaklDS05HalVKbVp2SEozdzhmUGl3MkV4aUZ2d0FqaEh3ZXZ0aGt5bDkvL1lWdDI3WWhLU2tKVmxaV1dMQmdBWm8wYVFJQWlJbUp3Wm8xYXhBVkZZWDY5ZXVqUzVjdXhkcGV1SEFCUGo0KzJMMTd0K3FZMllLQ2dtTEpsTURBUUp3L2Z4NjdkKyt1NEdkV0trR3paczJhaTBTaWRoekg5ZVE0cmdNQURjWllzYVViSE1kQklCRFVsVXFsNG84ZGlPTzRxcktSQVdPTWFXaG9jSGVyYVd2WFhMSmdMbHdHdlA4U2doTW5Uc0RUMHhORGhnekJoQWtUaXUxSFltMXREUU1EQTN6enpUY1FpVVRJemMzRnlKRWpNWFRvVUdob2FLanFMVml3QUFZR0JqaDgrRERxMWFzSEFOaTRjU09XTFZ1RzFOUlVUSjQ4R2RIUjBSZ3paZ3gwZFhXeGNPRkNOR3ZXREYyN2RrWDE2dFdocjY4UEhSMGRWWDlaV1ZubzE2OGZtamR2am03ZHVtSFVxRkVRaThWbzBhSUY5dS9mRHlNakl3REFyRm16Y08zYU5ZU0hoK04vLy9zZlpzNmNXV295SlRZMkZ1UEdqUVBQODBEaGg5K2VQWHVpUllzV0gzU2o5YXRYeDlZTmF4QjBLQmpMVnYzY1Fja1hLQVFDUkwxSDAwcUxNU2I4bE84anhsaWR3citMaXJRWVl6MDVqdXVwbzZPelF5YVRYZUo1L2xlbFVuazVPenM3OXVIRGgrL2UwRWFOUHVXMUZvVnZLdHUzYjQ4Wk0yYVV1QllmSDE5c0xUb2hoQkJTRWJTMHRIRDM3bDA4ZnZ3WTl2YjIwTkxTUW1CZ0lKWXNXWUkvL3ZnRE9UazVzTEt5UW14c0xPN2V2UXQzZDNkb2FXbVZTS2FZbTV0andZSUZ4Y3FTazVPeGR1M2FDbjVHaEpDUDhVVW1VMEpDUWpCdjNqeXNXYk1Ham82TzJMdDNMMmJPbklralI0NGdLeXNMNDhlUGg3T3pNOWF0VzRlblQ1OFdPOElXaGZ0UUhEMTZGRjVlWGxpMGFCSGtjam15UlFuakhnQUFJQUJKUkVGVXNySVFGaFlHYTJ0cnhNVEV3TmZYRjc2K3ZtcDdqcThUQ2VDb29hRnhrK000dko1QWVmMEQvbXRsQWErWGZ3eWU1ei83eFo0WmVVcDlnVUNnSzdHMDBOMjg5bWVZTnpIN29QWmR1blJCcTFhdFVLZE9uUkxYTkRVMTRlZm45NTk5ckZxMTZ2L1l1Kyt3S0s0MURPRHZ6QzRkVVZSRVl3SFVDQmJLUXV3YVM0ekdFbHZzeHE2eFJZMWRpVjJ4OTFnU2pTVjI3TDNIRW1NWHBDaUNFZ1ZGQmJFZ3Zlek8zRCtFdmF5Z2dvQ0wrdjZlSjgvZFBUTno1dHR4bmV0OGU4NTNNclJWckZnUjI3WnQwNzR2V2JJa3JsNjlDa0VROEs0L04zTnpjM2g2ZW1wWDZObTFhMWVtK3hrYkcrc1V0bjBUbFVxRnExZXZRcFpsU0pLa0hjcjZ2anExYnd0WEYyY01HalpjR1JMNndOSFd3WGxjU0tEdjdCeDFxZ2VTSktXSW9tZ3BDTUs5OSszajlTUm4ralpabHBVQXZoRkY4UnRSRkZHd1lNRkFsVXExK2tXQ1pKd2I4ZWVtbk41cjB4dzhlQkNYTDEvTzBKNlNrZ0liRzVzUDhFbUlpSWorejk3ZUh0V3JWMGRDUWdLYU5Xc0dBUGpwcDU4QUFON2UzcWhSb3dhcVZLbUNsSlFVakJvMTZvMVRWSU9DZ2pLTXJreEsrdXdINXhKOU5EN0xaTXFtVFp2UXFsVXIxSzVkRzBoZGhXVE5talVJQ2dxQ241OGZDaFlzaUVHREJrRVFCRmhZV0tCdjM3NllOV3VXVGg4VEowN0VvRUdERUJVVmhYdjM3c0hBd0FDSERoMUN4NDRkc1hQblRnd2RPaFRseTVmWDB5Zk1JRWtRQktQVWg3Qk1wWnZtczBBUWhCczVPWmtnQ0lkeWNueCtJRUY4S2NzQ0RKUUdBTjVlZURVenBxYW1PcU5DOGxKMlZqVjVmYW5qM0NBSVFvNFRLZi92Q3pBMU5ZY2tBNENjczZ5ZW5naUNzRVNTSkY4QTd4Mi9MTXRWRkFyRnlFemFkVjZuL3IxTmttVTUzeVZTa01ON3JWcXR4dmJ0MjVHWW1JajI3ZHRuV3RoWXJWWWpPam9hVzdac2dhT2pJeHdkSFQvNFp5UWlvczlYa1NKRllHdjdhaUJxK24rUEZTOWVITGEydHU5TWpGU3VYRG5ETThiRGh3OHhZOGFNUElxWWlITFRaNWxNQ1FzTHc3bHo1N0Jueng1dG15UkplUExrQ2NMQ3dsQzJiRm1kWC9reksyeG9iVzJOSFR0MlFCUkY3TisvSDMzNjlNR1JJMGZ3NzcvL3d0M2QvWjJqQkQ0a3RRUy8rUGo0ZHFhbXBpMEIvQ0RMY3FQVTVJck9mcWtQeFNlOHZiMC8rd0swSVlHK3MrM3NuUUw4QXdMV3RXemZKZHZUZkNqN1VxZjVJREVwOGJrZ3liMUNndnoyNnp1bTkzSDkrdlZRQUgvbHBBOW5aK2NtQUVZaWsxRXFzaXhMQUM0QzJLTldxM2Y3K2ZuZEF3QmJCNWR2Y3g1OTdzckp2VFk1T1JsTGxpekJ0R25UM25vT2EydHJuRGh4QWpFeE1VeW1FQkhSQjdWeDQwWWNQbndZQUJBZC9mODY4Yk5tellLNXVmazdWMEpVS0JRbzhGb3RQak16c3p5S2xvaHkyMmVaVExHeXNrTGR1blh4ODg4L1o5aDI1ODRkM0x4NVU2Y3RJaUlpMDM1RVVZUy92ei8rL3Z0djdOcTFDeVZMbHNUMDZkUGg2ZW1wVTV3MlAwZ3RXTGtPd0xxeVpjc1d0TEN3YUo1YWdMWTVBSk8wbXowTDBQN2Z2U0MvL1NYTE96bERUdGcwZnRMMGV2LzhlekZiQldncGE2SmpZakIrNGpRY09YNFNzaXlkVFZIang0ZkJmbUg2amt2UHRQLzZTazAycEFBNExjdnlucVNrcEwwQkFRSGhlbzB1aTNKeXIxVXFsV2pWcWhXYU5HbUNaOCtlWWNDQUFSbjZHRDkrUEZ4ZFhXRm9hSml0RVZwRVJFUzVvVnUzYnVqWXNTTUFvSG56NWtEcTg0Rzd1enZjM055UWxKU0VEaDA2WkRodTgrYk4yTGh4STJKaVl0Q3FWU3VkYldxMUdzK2VQVU9yVnEyd2I5KytEL1JKaU9oOWZKYi8rbXpXckJsMjd0eUpLMWV1SUNVbEJSRVJFVGgwNk5YTWxJWU5HK0xtelpzNGUvWXNBT0RwMDZmWXNtVkxwdjM4OTk5L0dERmlCRWFQSGcwckt5czBhOVlNYm01dStPbW5ueEFlbm4rZmRlN2V2ZnZTeDhkbnkvWHIxOXMvZWZLa2lDUkpIUUJzQlJDVFc5TTFQaFVQZy8zQ1FnTDlHc3F5UE8zd3NaT2E1bTA2d3V1NlQ1YVA5L1QwekZDbFBjMjFhOWN5UEdUR3hjVzk4ZnYyTnZmdjM4OHc1emF6L3QvbTh1WEwrUEhISDkrNno1dzVjK0R2NzYvVEZoa1pDWGQzZDZqVjZteEdEWGhkOTBIek5oMXgrTmhKRFNCUENnbjBhOGhFQ3BBNlJTaGVFSVE5QUxwSmtsVE0yOXU3eWZYcjEzLy9XQklweU9HOTF0RFFVRnVVTHk0dURpWW1KdGl4WTRmMlAxdGJXOFRGeFFFQUdqUm9nSWlJaUhmK0FraEVSSlJiZXZYcXBVMmtBTkQrLzl1MGFkUGc1dVlHcEJhcVRaOFFLVnEwS0hiczJJR3VYYnZpNk5Hak9ILytQUGJ0MjZmejM2RkRoM0RwMGlVbVVvZytBcC9seUpTbVRac2lLaW9LSGg0ZWVQTGtDWW9WSzRaMjdkb0JxVlcxUFR3OHNIanhZc3lmUHg4bFNwUkFpeFl0c0dyVkt1M3hraVJoNzk2OVdMeDRNWHIxNm9YdnYvOWV1MjNpeElrWU4yNGNldlRvZ2FGRGgrSzc3NzdMdFhvU2VTRXNMQ3doTEN4c0I0QWRibTV1QmdrSkNVYjZqaWtma2tJQ2ZTZVhydUIwOHVHalI1czdkZTliZXZpUWdSalF0MWV1L3hxdVVDaXdkKzllcEtTa29FR0RCaGd5WkVpbSs0V0hoK1BreVpQYW9hSG56cDFEbVRKbE1HUEdETzBENXZQbnozSHYzajJNSHo5ZWUxeUZDaFhRcTFjdk5HellFSnMyYmNJWFgzeVI1ZGcwR2cxT25EaUJ3WU1INjdSYldWa2hLU2tKTzNmdVJLZE9uYkxVbHlSSldMbDZIUll2V3dtTlJ2MUFJOGxkSDl6Mk81ZmxZRDV4TVRFeGx5d3RMYTI4dkx3KzZtTE9PYjNYcHJseDR3YnM3SFNMUUtlZkhxUldxL0hiYjc5bCt1c2ZFUkVSRVZGZStHeVNLVWVQSHRXK0ZnUUJYYnAwUVpjdVhUTGR0M0hqeG1qY3VMRk9XNDhlUFlEVVgvdG56WnFGeE1SRWVIaDRaS2pPYldKaWdvVUxGMkxWcWxXWU1XTUdEaDA2aEJVclZ1VEpaOHB0WGw1ZUthblRDU2dURDI3N25TdFR4dEZaTmxHdm5iOTRXZXNMRjY5Z3dad1pzQzVtbFdIZk0yZk93TVBEQTRtSmlaQWtTVHVmTnIyVWxCUWtKQ1RnMjIrL1JhTkdqVEIyN0ZnWUd4dGo3dHk1MkxCaEE4cVVLWU45Ky9aQm85RmcrL2J0aUkrUFI3VnExZURvNklqMjdkdnI5SFhreUJITW5Ea1RpWW1KMmhFaXQyN2R3b0VEQjlDdFd6ZnRmdWJtNWxuK3ZMSXNZLzc4K2JDM3Q0ZXZyeSt1WGJ1R21KZ1lkTy9lSFVnMzZnQ3A5UzF1M0xpaFhRcThhZE9tR0Rac1dLYjlSang1Z2hGakorRGk1YXVRSlhtdmxDRDFmbkRmLzBXV0Evc001T2VsanQ4bHQrNjFhYnk5dmJGOCtYTE1temRQcDkzVTFCVFBuejhIQVBqNys2Tk1tVEs1K0NtSWlJaUlpTjd1czBtbTVKWUtGU3FnUTRjT2FOT21EUXdORFRQZFI2RlFZT0RBZ1dqVHBnMFNFeE0vZUl5VWQrNi9ldWh2WTJ2dk5QRDhwY3NMbTdYdVlEeC8xalEwcUtlYlZLdGZ2ejdxMTY4UFQwOVBQSHIwQ01PSEQ4L1ExN1ZyMTdCKy9Yb3NXN1pNMjlheVpVdnMzNzhma3laTjByYkpzb3h0MjdaaDdkcTFXTDkrZllZaW00R0JnWWlKaVVHWk1tVVFHaHFLRFJzMkFBQ2VQWHVHeDQ4ZmE2ZE9sQ3haRWdNSERzelM1MHhKU2NIVXFWTVJGaGFHZ1FNSG9tWExsbGkwYUJHKy9QSkxORzNhVkR2YXFtL2Z2bmo0OENGS2xpeUp1TGc0eE1URW9Iang0bS9zOS9UWmN4ZzFmaEtldjNpUkNGa2VFUkxrdHpKTEFkRm54OC9QRDVNblQ0YUJnUUdtVEptQ1NwVXE2V3h2MHFRSkpreVlnR1hMbGtHajBlaU13Q0lpSWlJaXltdE1wbVNUaFlXRnp2ekl0M25iUXlWOTNFS0MvRmFXY25EODkzbFUxTFkrQTRkVzZ0bXRNOGFOL0NYVEJOdXVYYnR3N0ZqR0JaSlNVbEpRc1dKRm5iYUVoQVFjUG54WW14QkpFeDRlcnAxZU0zdjJiSjF0NjlhdDA1NzMrZlBuZVB6NE1VYU8xRjFWTnlJaUFtdldyTkZKcHZUdTNWdWJGS2xXclJxKysrNDdBRUJvYUNqYzNkMVJvRUFCckZpeEFxYW1wcEJsR2VmT25VUHIxcTNSdTNkdi9QWFhxOFZxRGg0OGlHM2J0bUhEaGcwSURnN0dsQ2xUTUh2MmJOamIyK3VjUHprNUdiUG5MOGI2VFZzaFF3NVFRK29VRnZSYThSV2lkQndjSExCbzBTTHRrcE92cTFtekp2NysrKzhQSGhjUkVSRVJFWmhNSVhwL1lZSCsvcVZLbGZwS1lWWjQ2ZnFOVy90ZXVlYU5wZk5ubzZ5ZDdzUGZEei84OE5hUkthOXIyclFwYXRXcXBYMXZZR0NBenAwN1krdldyUWdPRGtiWnNtVzF0VW44L2YxeDgrWk5tSmlZL0QrdXNEQnMzTGhScDgvNCtJeWxOeFl2WHF4TitDbVZTdHk4ZVJOaFlXSG8yclVyMnJWcmg1OS8vaGxLcFZJYnE0T0RBMHhOVGJYSFg3NThHWC84OFFkV3IxNE5VUlRoN093TWQzZDNqQnc1RWxPbVRNRlhYMzBGQUxoN0x3UkRSNDFEd0swZ1NKTDBwNUFVUFNRc0pJUkR0dWl0REEwTjM1aElJU0lpSWlMU055WlRpSElnTEN3c0FRanJWOGJlNlZoQVFOQ2YzLy9RdWVDMFNlNzRvZlgvaXhJZk9IQUFGeTVjeUhCc1FrSkNwZytMc2JHeGFOKytQUndkSFJFZkh3OUxTMHNVS1ZJRXdjSEIrT1dYWDdCdDJ6YnR2dWZQbjhmSWtTTjE2dkxZMk5pZ2YvLytPbjArZnZ3WXk1Y3YxMm16c0xESXNJUzNXcTNHakJrelVMOStmWjMyaXhjdklpQWdBR1BIanNYZHUzZlJyMTgvTkdqUUFHM2F0SUducHllR0RSdUdoSVFFakJzM0R2UG56MGV4WXNVQUFEdjM3TWZrNmJPUWtKRDRVaU5MZmU4SCtlM014dVVsSWlJaUlpTEtsNWhNSWNvRjk0UDhkdHBWckhnMVBrSGVNdHA5VXExejV5OWd4cFJYU3hVM2FkSUVnd1lOeW5DTWo0OFBQRDA5TSsydlVxVktXTGh3SVlLRGc3Rm16UnBVcUZBQmt5ZFBScGN1WGJRcitDQjFXYjZZbUJpZFkrL2V2WnRoT2VhczF1Nnh0YlhOa0VnQmdQNzkrNk5YcjE2SWpJekVwRW1Uc0hEaFFwaWJteU02T2hvZE9uUkEzNzU5Y2Z6NGNiaTZ1a0tsVWlFMkxnNi9qQjZQL1llT1FwYmxDNEtRM09WKzRLM1FMQVZCUkVSRVJFU1V6ekdaUXBSTDd0MjZGUXJnYXpzSGwybjdEaDRaNjMzZFI5R29YbTJJQWpJa1BKQTY5U1l4TVJHUEhqMkNLSW82TlhaOGZYM1J1M2R2SkNZbXdzYkdCdGJXMXZEMzk4YzMzM3lEVzdkdWFmY3pNakxLMEhmNTh1WGg3dTZ1MC9ibzBTTXNXTEFnMjU4cE9Ua1pLU2twTURNemc1R1JrWGE2MElzWEw1Q1ltQWdyS3l2VXExY1A4K2ZQeDhXTEZ6RnYzano0K3QzQXNOSGpFWG8vVENNQWMwSUNmU2NCMEdUNzVFUkVSRVJFUlBrVWt5bEV1VXR6TDlEbjF5cE9Mc1ZlUG92b3NYdlBIb1BpeFlvaE1ERHdqUWVNR1RNRzV1Ym0rUDMzMzRIVVdoRmp4NDVGMDZaTkVSTVRnKzNidDhQVDB4T3lMT1BVcVZPSWpJeDhhd0JCUVVHWU1HR0NUbHRTVXRJYjkwOUtTc0xkdTNjejNSWWFHb3JCZ3dlalNaTW04UGYzeCtQSGp4RVZGUVYzZDNjTUd6WU1WbFpXR0RCZ0FKbzJiWW9hTldyZzRsVnZ6Ris4RENrcDZrZUF1dXU5d0J0bjNuRzlpSWlJaUlpSVBqcE1waERsZ1J0K1B2MUtPamlNVTBvR2Y4V0hQVzRlSFJ1TFAxZXZRcVdLRmFGV3E5R2pSdzg0T1RtaFE0Y09zTE96MHpuMjc3Ly94cGt6WjdCanh3NUVSVVdoZlBueVdMWnNHYnk4dkRCdjNqeDRlSGpnMzMvL2ZlTzVLMWV1akZtelp1bTBQWHo0RURObXpOQnBreVFKKy9mdngrKy8vNDU2OWVwbE9yM24rZlBuS0ZDZ0FPcldyWXZ2dnZzT3hzYkdtRFp0bW5ZMW41Y3ZYMkxpeElrb1hhWU1MbHk0Z0JPbi8wRktzblE0UlVqdS9qQXc4RmtPTHlNUkVSRVJFVkcreEdRS1VSNXdkSFMwTkRBdzZBYWduRWJHZzZjdllvcjMvT2xuZ3dXelo2QnU3WnFZTldzV05tN2NpSzVkdThMWjJSbmR1M2RIelpvMUFRQk9UazRvVjY0Y2loUXBnc0tGQzBNVVJRREFsMTkrQ1pWS2hWS2xTbUhldkhrd01EREk5TndLaFVLbnJnb0FtSm1aYVY4bkppWWlQajRlZmZyMGdhV2xKWVlORzRaR2pSckJ6ODhQa1pHUlNFNU8xaTYxN09Qamc3Smx5NkphdFdwQTZoTExBQkFYRjRmdDI3ZGowNlpOc0xHMXhiMndTRVRIcFNTYkc0c3hKZ1pLbFN3cldqMEUxdWJSNVNVaUlxTFBURUJnRURyMzZLdnZNRDVMQVlGQitnNkJLRjlpTW9Vb0R5Z1VpbmF5TEg4clNkSXdYMS9mNHpibG5WVlBuejdiMnZPbndmWjllM2JEcUY5K3hxKy8vb3BCZ3diQjA5TVRaOCtlMVNaVFNwVXFsV21mTjIvZXhKQWhRNkRSYUZDblRoMFlHeHZyYk4rOGVUTTJidHlJbUpnWXRHclZTbWViV3EzR3MyZlAwS3BWSzZ4WnN3WWxTcFJBMzc1OTBheFpNd2lDQUFDb1dMRWlyS3lzMEtCQkF4Z1pHVUdqMGNEWTJCaHo1c3pKRUV0VVZCVCsrZWNmVkhaeXdhSGpweUZMVXBDa1J1ZllsSmdBQ3d1TG9iSXN2M2xlRXhFUkVWRTJ5SkFQUkVmSDR0SVZMMzJIOGw0VUlzd0FRQ01oVHQreHZEZEIzcS92RUlnK083WU9McWM3ZGU4amszNTA2dDVIdG5Wd09hM3Y3d0VCWDN6aFptcnI0TExlcnFLTDNLcDlWemtrOVA1Ny9abEtrcFRqNzRWR284blI4U0doOStWVzdidktkaFZkWkZzSDU3VmZmT0ZtcXUvcis3bmp2VmEvZUsvOWRLaFVxdE1xbFlwL2xrU1VhM2hmSWZvMGlmb09nT2h6OGVpUlYzeElvRTlQV1phNitQbmZpR25SdGhQMkh6cVM3WDdTUnBMa1JOclVvZmV4NytCaHRHamJDWDcrTjJKa1dlb1NFdWpiKzlFanIvZ2NCMFZFUkVSRVJQU1JZREtGNkFNTENmVGJxbFpyVkxIeGNWZCtHZTJPMGU2VEVKK1FvTyt3M2lrK0lRR2ozU2RoK0poZkVSc2ZkMFdqa1Z4Q0F2MjI2anN1SWlJaUlpS2lENDNKRkNJOWVCQjg0NytRVzc2MUpVanpkdTdaTDMzL1EyZmNETGlsNzdEZTZHYkFMWHpmdGhOMjd0a3ZTWkRtaGR6eXJYMy9qbi9tNnlrVEVSRVJFUkY5NHBoTUlkSWZkZWd0dnpHU1JtcHk3MTdJazdhZGUyRGRoczJRWlZuZmNXbkpzb3gxR3phamJlY2V1QmNhR2k1cE5OK0YzdkliQTBDdDc5aUlpSWlJaUlqMGhja1VJajI3ZjhmL0pKSTBUc25KeWNlbno1NlBQZ09HNHZtTEYvb09DODlmdkVDZkFVTXhmZlo4SkNjbkgwOUlFWjN1MzdseFF0OXhFUkVSRVJFUjZSdVRLVVQ1d0wxN055SkNBbjIvazJScDlKbHovNlkwYTkwUkZ5OWYxVnM4Rnk1ZFFiUFdIWERtM0w4cGtpeVBDZ24wL1M0OCtIcWszZ0lpSWlJaUlpTEtSNWhNSWNvLzVOQkF2L2xxVFVydGlNakkvMzdzM1IvekZ2MEd0ZnJEemFoUnE5V1l0K2czZE9zekFCR1JULzlUYTFKcWh3YjZMZ0NRZitZZUVSRVJFUkVSNlJtVEtVVDV6SVBiTjYvR0Nja3VHa25hdkhMMVduVHEzZ2RoRHgvbCtYbkRIajVDcCs1OXNITDFXbWdrYVhPY2tPenk0UFpOL1EyUElTSWlJaUlpeXFlWVRDSEtoeUlEQW1KREEzMS9sR1dwcDVlUGIxenpOaDF4K0ZqZWxTczVmT3dFbXJmcENDOGYzemlOUnVvUkd1ajdZMlJBUUd5ZW5aQ0lpSWlJaU9nanB2d1FKd2tJREVMbkhuMC94S25vTlFHQlFmb09nWElnSk5EdnI1SU96aGVqWTJPMi9qeDhqR3ZISDlwZzhxOWpZR3hzbkN2OUp5UWtZdXJNT2RpK2F5OWt5TjRwTWpvL3ZPMTNPMWM2cHcrTzkxcjk0YjJXaUlpSTZQT1M1OGtVR2ZLQjZPaFlYTHJpbGRlbm9qY1I1UDM2RG9IZTM4TkEzOXVvVkttbXJheWN1MjNuN3FGZVByN0Mwdm16NFdEL1pZNzZEUXk2ZzZFangrTE9mM2RsQ1BMU0VFRTlCcmNDa25NdGNQcWdlSy9OQjNpdkpTSWlJaUlpeW45c0tqZzJ0WE53aWJSM3JpWnYzT0lwUzVJa1o1Y2tTZktHTFo2eXZYTTEyYzdCSmRLbWdtTlRmWDh1SXFMOFFxVlNuVmFwVktmMUhRY1JmVHA0WHlINk5MRm1DdEZISlBTMi94RzFuT0NjbEpSMGF0TDBXZWcvWkFTaVhyN004dkZSTDEraS81QVJtRHg5RnBLVGswOUtRcEpUNkczL0kza2FOQkVSRVJFUjBTZUd5UlNpajh5RG9LQkhJWUcrMzhxeTVIN3kxQmwxOHpZZGNlV2E5enVQdTN6VkM4MWFkOFRKVTJmVXNpeTUzN3ZsMHpqMDFxM0hIeVJvSWlJaUlpS2lUd2lUS1VRZkp5a2swRytXSkd1K2Z2UTRQS1JMejM1WXVtSVZOQm9wdzQ0YWpRYUxmbHVCcnIxK3d1UHc4QkJKMW53ZEV1ZzNDNENzbDhpSmlJaUlpSWcrY2t5bUVIM0VRZ1A5TDBhcjQ1dzFhczJPeGN0V29tdXZmbmdjSHFIZC9qZzhIRjE3L1lUZlZxNkdScTNaRWEyT2N3NE45TCtvMTZDSmlJaUlpSWcrY2t5bUVIM2tuZ2NIUjRjRStYYVFORksveTFlOUU1cTE3b0RqZjUvRzhiOVBvMW5yanJoOHpUdGVrcVMrSVVHK0haNEhCMGZyTzE0aUlpSWlJcUtQWFo0dmpVeEVIMGJvYmI4L3k1UjN2dmp5WmZTV0FVTkdPQUVBWlBoQjBuUU12ZTBmcU8vNGlJaUlpSWlJUGhVY21VTDBDYmtmN0h0VG9ZNnRwb0M4VVFGNW8wSWRXeTJFaVJRaUlpSWlJcUpjeFdRSzBTY21PRGc0cVlDeFdMcUFzVmc2T0RnNFNkL3hFQkVSRVJFUmZXcVlUQ0VpSWlJaUlpSWl5Z1ltVTRpSWlJaUlpSWlJc29ISkZDSWlJaUlpSWlLaWJHQXloWWlJaUlpSWlJZ29HNWhNSVNJaUlpSWlJaUxLQmlaVGlJaUlpSWlJaUlpeWdja1VJaUlpSWlJaUlxSnNZREtGaUlpSWlJaUlpQ2dibUV3aElpSWlJaUlpSXNvR0psT0lpSWlJaUlpSWlMS0J5UlFpSWlJaUlpSWlvbXhnTW9XSWlJaUlpSWlJS0J1WVRDRWlJaUlpSWlJaXlnWW1VNGlJaUlpSWlJaUlzb0hKRkNJaUlpSWlJaUtpYkdBeWhZaUlpSWlJaUlnb0c1VDZEb0NJaUlpeXAxS2xTdVpHUmtaVEFKaGV2MzU5a0w3aklTSWlJdnJjTUpsQzlBbHdjM01ycU5Gb1ZPbWFDZ0dBaTR0TC9iUUdoVUp4M2N2TDY2VmVBaVNpWE9QcTZ1b0I0Q2RabG1VQXUvVWREeEVSRWRIbmlNa1Vvay9BaXhjdlVLaFFvZU1BRE5LM0M0SndPdlZseW9zWEw2ejBFeDBSNVNaWmxvMEVRZmdPd0JCOXgwSkVSRVQwdVdMTkZLSlB3TjI3ZDEvS3NueFNsbVc4K3JINmxiVDNzaXlmdkh2M0xrZWxFSDBDcmwrL1BzcmIyOXRMMzNFUUVSRVJmYzQ0TW9Yb0V5SEw4aDVSRkp1bVQ2YmcxZWdVU0pLMFIyK0JFVkdXdUxpNGZDbUs0dFhNdGttUzFOWEh4K2ZRaDQrS2lJaUlpRExEWkFyUkowS2hVT3lSWlhrbEFNVnJtelFLaFlMSkZNcTN5cGN2YjZSV21FMERBS1VtYmxKd2NIQ1N2bVBTQng4Zm56dHA5WTZJaUlpSUtIL2pOQitpVDRTWGw5ZFRBR2N6MmZSUDZqYWlmS2RNZVZVbGpkTDhpaUFLWXdSUkdLTldtbCsycmVEb29PKzRpSWlJaUlqZWhpTlRpRDRoa2lUdEZrV3hZZHBVSDBFUW9ORm91Tm9INVVzMkZaejZDcUs4dEdCQkM1TTVIbE1BQUdOL25lSWNGUjN0WldQdk5EUTB5RytOdm1QOGtEak5oNGlJaU9qandXUUswU2NrSVNGaGo2bXA2ZEswVVdleUxNdWlLREtaUXZsSzRmTGxMU3dVWm44S290QysybGV1V0RUWEF5V0tGd2NBT0ZhdWlPRmpmalc5Y3MzN1QxdDc1eWJSbXJpK3o0T0RvL1VkODRmQWFUNUVSRVJFSHc5Tzh5SDZoQVFGQlQwQ2NERmQwNlhyMTY4LzBtTklSRHBzSEJ4cldpak5mQlZLUmZ0ZmZoNkF6ZXRXYXhNcEFGQ2llSEZzWHJjS1F3YjJnMEtwYUcraE5QTzFjWENzcWRlZ2lZaUlpSWhldzVFcFJKK2UzWUlnMUVicXRCOTlCME9VU3JSMWNCb3JDT0swRXNXdGxRdm5lS0I2VmJkTWQxUW9GQmcrWkJCcTFhaU80V04rdFEyUGlQakgxc0ZwVWtpZzMyd0FjcVlINlZHcFVxVk1paFl0V3YxRG4xZVc1ZlY0TlQyby9sdDI4L0h4OFluNmNGRVJFUkVSZlI2WVRDSDZ4TWl5dkJ2QWZFRVFCRW1TZHVrN0hxTFM5dlpmS0VYakRZRHdUYU9HOVRIWFl3b0tGU3o0enVPcVYzWEQ0YjJlR1BQckZPWEpVMmRtMmxWMGFTZ2hxWHZvclZ1UFAwamdXV1JsWlRWREVJUVIrbzRqTTdJc0h3WFFWTjl4RUJFUkVYMXFtRXdoK3NUNCtQaUVxRlFxUDFtV1JUOC92M3Y2am9jK2J6WVZISnVLZ21LRG9hRmgwUWxqUjZKcnAvWVFCQ0hMeHhjcVdCQi8vTFlRbTdidGdNZWNCWTJTaytCblU4R3hlK2h0L3lONUduZzJDSUpRR0VDNEpFbWQ5UjFMZW9JZ0xBTmdxdTg0aUlpSWlENUZUS1lRWmNMT3dhV2ZESFRSZHh6dkt5cEJLaUFJZ21EcjRISmEzN0c4THdIWWNpL1FaN1crNDZEM1ZLbVNvYTJzbkF0WkdGcSt2SjJ3ZFA0Y09OaC8rVjVkQ1lLQWJwMDdvS3FyQ2tOSGppMTY1Nys3aDJ3ck9pME5FZFJqRUJDUW5PdXh2d2RabGhOOWZIek82RHVPOUZRcWxWNEs5MzdzOTgrNFpOa0tBSGovSkNJaW9yZGhNb1VvRXpMUXhjTEN2SDRsQjN0OWg1SlRkdm9PNEgwRUJBWWhPam9XQVBndzhCRXE2ZUJjd1VER1ZnR0NhNGQyclRIbDE3RXdOamJPY2I4TzlsOWkzNDR0bURwempyQjkxOTVodHJKQjNSUUg1ODRQQTMxdjUwcmdsQ3Mrb2Z2blI0bjNUeUlpb2crRHlSU2lONmprWUkrdGYvMnA3ekErUzUxNzlNV2xLMTc2RG9QZWc2MkRVdzhJV0c1aFhzQnMxdlJKYU5iazIxenQzOFRFR0xPblQ4YlhkV3BoL01ScHJ0R3hNZDVsS2pnTnVuL2JiME91bm9oeWhQZFAvZUg5azRpSTZNUGcwc2hFUkpSalZwVXFtZHM0T0c4U0JIRzltNHV6MmFFOW5ybWVTRW12V1pOdmNXaVBKOXhjbk0wVUN2RXZHd2ZuVFZhVktwbm4yUW1KaUlpSWlOSmhNb1dJaUhLa2RJWEtWYzFrUXgrRktIWWQySzgzdG0xWWcxSWx2OGp6ODVZcStRVzJiVmlEZ2YxNlF5R0tYYzFsdyt1bEsxU3VtdWNuSmlJaUlxTFBIcE1wUkVUMHZnUWJCNmRSU29YQmVXc3JxM0tiMXY2QjBjT0hRS244Y0ROSWxVb2xSZzhmZ28xcmZrY3hxNkxsbFFxRDh6WU96aU5mMWVBa0lpSWlJc29iVEtZUUVWRzIyZGxWc2JaMWNENHFDdUs4K25YckdCemU2NG1hMWZVM0tLUldqV280dkhjNzZ0ZXRZeUFLd254YkIrZWp4Y3VyclBRV0VCRVJFUkY5MHBoTUlTS2liQ256cFdNakdDbjhEQTBORzA4Y053cHJmbCtLd3BhVytnNExoUzB0c2ViM3BaZzRiaFFNRFEwYm14aElmbVcrckpKM2hWdUlpSWlJNkxQRlpBb1JFV1dWMHFhaTAxeFJJUjZ6czdNdHRudnJYK2pWdlNzRUlmL01xQkVFQWIyNmQ4WHVyWC9CenNhbXVLaFFITFdwNkRTWHE5Y1JFUkVSVVc1aU1vV0lpTjZwZFBrcTVXd3JPcDhYSVk1dTE2YWxlR0RYVmxTdVZGSGZZYjFSNVVvVmNXRDNOdnpRK250UmhEamF0cUx6K1RKZk9wYlZkMXhFUkVSRTlHbGdNb1dJaU43SzFzR3BzMUtwdUc1dWFsWnQwVndQekpzNURhWW1Kdm9PNjUxTVRVd3dmOVowTEpyckFYTlRzMm9LaGVoalc5R3BrNzdqSWlJaUlxS1BINU1wUkVTVXFTKytjRE8xZFhCZUp3amlGaWZIS2dVTzd0NkdWaTJhNlR1c2JHdlZvaGtPN3Q0R0o4Y3FCUVNJVzIwZG5OZCs4WVdicWI3aklpSWlJcUtQRjVNcFJQVGUxR3ExdmtPZ1BHSlQzbGxsWktIMkZrV3haNzllM2JGajh6cllsQ21ObEpTVWovTFAzYVpNYWV6WXZBNzllbldIS0lxOWpDelUzamJsblZYNmpvdUlpSWlJUGs1TXBoQjlBQ2twS1lpTmpjWFRwMDhSRmhhR3dNQkFlSGw1NGRTcFU3aCsvZm83ajMvNjlDbnExNitmcXpFbEp5Zmp5SkVqbVc3YnZYczM0dUxpM25wOGVIZzRtamR2anFpb3FGeU5pL1RMMWRXMW9yT3pTN2lveE1XaVJZdllyMSsxSE9OSEQ0ZUJnUUVBWU9IQ2hkaTdkMitHNC9iczJZTS8vdmpqamYwbUpTVWhNVEV4VDJOL0Z3TURBNHdmUFJ6clZ5MUg0Y0tGN1VVbExwYXhkeHFxMTZDSWlJaUk2S1BFMVEySThraTNidDF3Ky9adHFOVnFDSUlBUTBOREpDY25vMGlSSWloVXFCRE16TXhnWm1ZR2xVb0ZsVXFGczJmUFl1M2F0VHA5dUxpNFlQanc0WkJsR1FxRklzTTVEaDgraklrVEoyWTVwZ3NYTHNESXlBZ0FrSkNRZ0wvKytndisvdjRZUFhxMGRrV1czYnQzNDQ4Ly9zRFhYMzhOTXpNekFNQ1RKMDh3WU1DQURQMTdlRkxNQUFBZ0FFbEVRVlM5ZVBFQ0hUdDIxTzZYcGs2ZE9oZ3hZa1NXNHlMOXNyVzFOYmEwdFB6dFlWVFVoT2dFOVVwVEk0VjE3Vm8xMEs5bkY0VGUrdzlWM1ZUUWFEUVovcHlYTDErT3BLUWtmUDMxMTlxMnhNUkVyRjI3RmlWS2xNREJnd2NSR3hzTHRWb05Bd01EdEcvZkhzMmJOOGZLbFN0eDhPQkJKQ2NudzhuSkNXUEdqSUdOalEwQUlDNHVEblBtek1HcFU2ZGdhR2lJSDM3NEFZTUdEZEorUDBOQ1FqQmp4Z3pjdUhFRFZsWldHREprQ0JvM2JweXR6MXUzZGswYzJiY0RJOGROTVByM3dxVWxkZzdPalpPUjFPTmhZT0N6WExtZ1JFUkVSUFRKWXpLRktJK3NYTGtTQUdCa1pLVDlWYjl0MjdhWU9uVXFIQjBkTSt6djRPQ0EvdjM3NjdRVktsUUk4Zkh4aUkrUEJ3RHQvd0tBaVlrSm1qWnRxbjJROVBEd1FMbHk1ZENwMC8vcmE4NlpNd2MyTmpiYU5xWHkvMy9sQ3hZc2lCVXJWbURFaUJGNDhPQUJ5cFFwZy9Ed2NLeFlzUUtMRnk5RzBhSkZ0ZnVxMVdwRVIwZGovLzc5a0NRSi8venpENnlzckZDNWNtWEV4OGZqK1BIamFOaXdJU3dzTEhEdzRNRXNqYmFoL0NNa0pDVFJvcUJsMlNMbUJlOW9vQ2hnYlZVRWExWXVSWThlM2ZIdHQ5L2l5SkVqdUgzN05zYU9IWnZoMkFJRkNtRGx5cFZvMGFJRkFHRFRwazE0OE9BQlpGbEduVHAxMExWclZ4Z2FHbXIzUDM3OE9FUlJ4Sll0VzZCVUtyRjQ4V0tNR0RFQ3UzYnRBZ0RNbWpVTHo1NDl3OEdEQnhFUkVZRUJBd2FnUklrU2FOdTJMVkpTVWpCMDZGQTBhdFFJeTVZdHc2bFRwekJod2dTVUwxOGVaY3RtYjZFZXE2SkZzSDdWQ3Z5NWZnUG1MMTdXWEU0Ui9Hd2RxblFOQ2J4eEpzY1hsSWlJaUlnK2VVeW1FT1VSYzNQemJPMXZiVzBOYTJ0cm5iYVFrQkMwYU5FQ2tpUWhOalpXKzhBYUhSMk5QWHYyb0hUcDB0b0VpU0FJRUVWUkoyRUNJTk8yMWF0WFkvMzY5ZHIzblR0M1JtSmlJb3lNakNBSWdrNVM1L3o1ODdDeXNvSzd1enUyYk5tQ0F3Y093TTdPRHYzNzk4ZVdMVnZRckZrenZIanhBdjM2OVVPRkNoVlFyMTQ5REJ3NE1GdWZuZlJLWWVmZ01pMG1TYTVYMkZ5cEdEZDJQUGJzMllYang0K2hZTUdDNk5tekovYnQyL2ZHZzlPK3Q0OGZQNFlzeXpoMTZoUldyRmlCYmR1Mm9VQ0JBanFKRkFCbzBLQ0J6a2lTQVFNR29HWExsbmoyN0JsRVVjVFJvMGV4WmNzV0ZDcFVDSVVLRlVLN2R1MndmLzkrdEczYkZ2Lzg4dy9pNHVJd2FOQWdLSlZLTkd2V0REdDI3TUNoUTRjd1pNaVFiSDl3VVJUd1UrOGVxUDZWRzRhTkh2OUY2UDJ3azNZT0xuUHVCZnBNQXFESmRvZEVSRVJFOU5sZ01vVW9qMHlkT2hWbno1N1ZhWXVKaWNIUFAvK3NNMlhIenM0T2E5YXN5YlFQVzF0Ym5EcDFDZzhlUE1EQWdRTng4T0JCQUVDVEprMHlKRWl5bzErL2Z1alhyNTlPVy9QbXpURi8vbnhVckZneHcvNUhqeDdGa2lWTDBLSkZDeXhidGd5bFM1ZkdyVnUzY09iTUdmVHQyeGVEQncvR2dBRUQ4TysvLzJMNzl1MVl0MjRkZHV6WWthTVlLZS9aVmF4b0k4dUdXMlRJdGI1dDhEVUc5ZStEeUNkUG9GYXJVYVZLRlpRdFd4WXZYcng0YXgvUjBkSG8zcjA3enB3NWcyZlBubUhLbENrNkk2aGVselpLSzgyVEowK2dWQ3BoWm1hR3ExZXZ3dGpZR0Y5KythVjJlNVVxVmJCNTgyWUFnTCsvUDZwVXFhTHp2YXBTcFFxQ2dvSUFBQk1tVElCR280RlNxWVN2cnk5a1dZYTd1enZ1M0xtRHc0Y1A0OW16WjJqY3VERkdqeDROQUlpTWpNU3NXYlBnNWVVRlNaS2dxdnlsd2lmZ2pydXRnM045UVVqdWN1L1dyZEQzdkxSRVJFUkU5SW5qa3c1UkhoazFhaFNHRFJ1bTA5YWpSdytNR3pkT0oyR1JsbGhwMmJJbFhyNThpZmo0ZUJnYUdtb2ZHRmV0V2dWSmtuUkd1aVFuSjBPcFZDSWhJUUd5TEFNQU5Cb05VbEpTZEI1a1gyOHpNRERJOERDYlJwSWtiVjJLMXpWdTNCZ0dCZ2FZUG4wNmpoNDlxclB0dSsrKzA3NldaUmxLcFJKYnQyNWxJaVdmSzJQdjFBNnkrS2VwaVhIQmllTkg0OHpmeC9IN3lwV0lqbzVHZUhnNFpzK2VEYVNPSkhsOWRFbDZ3Y0hCdUhuekppNWN1SUJpeFlvaE5qWVd0cmEyUUdwTmxkV3JWeU02T2hxRkN4ZEc1Y3FWTVhmdVhPMnhzYkd4V0xCZ0FWcTBhQUZqWTJORVJrYWljT0hDT3Q5RFMwdExiZkhhdE8zcFdWcGF3c2ZIUi92KzNMbHoyTHg1TTJ4c2JEQnYzanlNR2pVS0xWdTJ4TFp0MjNELy9uMjBiOThlOWV2WFI5V3FWYkZnd1FKSWtxUWRlZlB3NFVQY3V2MGZKaytmVlNzaFFmQXRZKy9VOTM2UTM4NWN2T3hFUkVSRTlJbmcwdzVSSG5tOVdDZFNFeWZtNXVZb1ZLaFFobTM3OSs5SFVsSVN2dnZ1Tyt6WXNVT25ac201YytkMEhpS1RrNU5oWUdDQWR1M2FhVmZUU1VsSmdTQUlXTFZxbFhhLzE5dCsrT0VIZlAzMTF4bVNQRWd0SE5xN2QrOE1DUldWU29WbHk1WkJxVlNpU1pNbW1EUnBFcUtqbzdGa3lSSU1IejRjeHNiR1FPbzBvNWlZR0hUdDJoVVdGaGJ2ZWRVb3I1VXFWY3BFWVZaNHFTaUtmU3RWdE1mUytiTlIxczRXbmRxM0JRQ2NPSEVDQnc4ZXhKSWxTN1RIN05tejU0Mzl1YnE2d3RIUkVSY3VYSUNscFNXNmRldUdTcFVxWWZueTVSZzhlREFjSFIyeGFORWkvUDc3N3pySEJRY0hZL1RvMFNoZHVyUjJwSWdrU2Rya1lCcU41dit6YlNSSnluRCsxNU9BTldyVTBCYXovZWFiYjdCdDJ6YjA3TmtUQUZDbVRCblkyTmdnT0RnWVZhdFdoU0FJZVA3OE9lTGk0bEN5WkVrVUtsUUlsU3RYaHF1TEU0YU9HbGN3NEZiUURoc0hwOVZDWXZUUWtKQVEvUzVGUkVSRVJFVDVDcE1wUkhuZzhlUEhlUHIwYVliMnBLUWsvUGZmZnhuYWxVb2xLbGFzaVBQbno4UFoyUm5HeHNidzh2S0NtNXNia1BxTGViRml4YlQ3cHlWVERoMDZwRzJiTUdFQ1hGeGMwSzVkTzIyYmg0Y0g3T3pzMEtWTEY1M3puVDkvWHVmOTZkT25NWGJzV05TdFd4ZHo1c3g1NjJlTGpvN0dtREZqWUdob2lGOS8vUlVBRUJFUkFZVkNnZVhMbDJmaDZwQytsSEp3ZEZRS2ltMENVS2xudDg0WU4vSVhHQm9hNHNHREJ6aDkralFBd00vUEQ1R1JrZGl3WVFNQTZDVDFNaVBMTWhZc1dJQzJiZHZpOGVQSGNIZDN4K0RCZzVHU2t2TEdFUzBuVDU3RTFLbFQwYU5IRC9UdTNSdWlLQUtwUlpGZnZueXBzMjlVVkJUTXpjMWhiR3lNZ2dVTElpSWlJc1AySWtXS2FOK25UK1NsSmZyU0p5OU5URXkwU3pTUEhUc1dpeGN2UnJ0MjdWQ3paazBNSHo0Y3BVdVhSbGs3Vyt6ZXVnR3o1eS9HK2sxYis4a21CV3VWY25Ec0hCYm83NS9GUzAxRVJFUkVuemdtVTRqeXdPblRwM0hzMkxFTTdjK2ZQOGZtelp0aGFtcXEwMTZnUUFFc1c3WU1lL2JzUVljT0hSQVRFd04zZDNjY09uUUlTcVVTbHk5ZlJvTUdEWURVbFhVa1NkSXVjWnptNmRPbk9nK1ZXWldZbUlqVnExZGozTGh4MkxCaEE0NGZQLzdHcFdZbFNjS3Z2LzZLZnYzNjRlREJnMUNwVkRBeE1jR2VQWHZnN3U2ZTdYUFRoMk5yN3pRUUVCWVdMbFRJZVA2c2FXaFFyNjUybXlBSTJtbFp3Y0hCY0hSMDFMNVBTM1M4aWFlbko2cFZxNFl5WmNyQTJOZ1l3NFlOUTNoNE9LS2lvbENnUUlFTSs5KzhlUk9USjAvR3dvVUxVYjE2ZFoxdEZTdFdSRnhjSElLRGcxRytmSGtnTmJtVHR2cVZnNE1EVHA0OENVbVN0SEg1K3ZxaVljT0c3M1ZOQ2hVcWhDbFRwbURZc0dHWU5Xc1dSbzBhQlU5UFR3Q0FvYUVoSnJtUFFkM2FOVEZxL0tUS3oxKzh1R0pyN3p3OEpNajM5M2QyVEorRTlOOHpJaUlpb3RjeG1VS1VCN3AwNlpKaE5BaFNsMGFlTkdsU3Brc2ozNzE3RjJGaFlhaGR1elpFVVVUWnNtVng3dHc1VksxYUZWNWVYaGczYmh5UU9ycEZvVkRvMUNSSlNrcENRRUNBVHVIT3JFaE1UTVQ0OGVOaGFXbUpWcTFhb1Z5NWNoZ3laQWpVYWpXYU5XdVdZWDlSRkxGMDZWSkVSRVNnWExseVdMRmlCWXlOalZHN2R1MDMxbUloL1NwVHh0RlNOQkhYQ3FMUXVsYjFhbGd3Wndhc2kxbnA3Rk9xVkNsMDZkSUZjWEZ4MnVrNXhZc1gxMjYvY3VYS0crdnBWSzllSFlNSEQ4YUJBd2NBQUNWS2xFQ0pFaVV3YytaTWRPdldEV3ExV21mL0hUdDJvRTZkT3JDM3Q5ZE9VVVBxaUpGU3BVcWhhdFdxV0x4NE1hWk1tWUt3c0REczNyMGJzMmJOQWxLbjdTeGR1aFFyVjY1RXQyN2RjT0xFQ2R5L2Z4OHRXN1o4cjJ2ejk5OS9RNlZTb1ZDaFFpaGZ2anp1M2J1WFlaOEc5ZXJpOEY1UERCL3pxL0dsSzlkVzJ0bzdONUVTcE43MzcvdS92VEl2NWRpV0xWdUExUHZwKzFxMGFCRk1UVTB6TER1ZlhseGNITnEyYll2Tm16ZHJSMktkUEhrU3UzYnR3ckpseTNRS2hnUEE3dDI3OGZYWFgyYzZhcXRxMWFxNGV2WHFlOGRMUkVSRUh3OG1VNGp5aWNtVEo2TlFvVUtZTTJjT25qMTdoZ2NQSG1EMzd0MjRkZXNXYXRTb29WMDJPVGs1R1NZbUpqckgvdjc3NzZoUW9RSktsU3FWNWZOZHYzNGQwNmRQeHhkZmZJSDU4K2REb1ZEQTJka1pjK2ZPeGJoeDQzRHk1RWtNR2pSSU8wSWd6ZWJObTNINzltM1VxbFVMZS9mdWhhR2hJVTZlUElsTGx5NmhYcjE2dVhRMVBtLzI5dllGakl5TUpEOC92N2ljOUZPNmdsTmRoVUxZckZBb1N3OGZNaEFEK3ZaNjZ5L3RtemR2aHB1Ym0wNGlCUUNxVmF2MnhtUHM3T3lnVkNyUnNHRkRwS1NrQUFEKysrOC9QSHYyREhaMmRyaHo1NDdPL3VIaDRiaDY5U3BPbmp5cDB6NXk1RWgwNmRJRk0yYk13TlNwVTlHaVJRc1VLVklFdzRZTlE2MWF0WURVRVZ5TEZ5L0d6Smt6c1dIREJwUXRXeFpMbHk1OXJ4RlpBT0RsNVlWcDA2WkJraVRZMjl0ait2VHBtZTVuWGF3WU5xMzlBeXRYcjhQaVpTdGJhMFMxVytrS1RsMGYzUFk3OTE0bi9yZ28zTnpjUkM4dnJ4UjlCbkhseWhWTW1qUXAwMjB6WnN6QVYxOTk5ZDU5bnpsekJzV0xGOWRKanRTcFV3Y3JWcXpBdm4zNzBMWnRXNTM5bnoxN2hoNDllbUQ1OHVYWXVuVXJBZ01EdGRza1NVS1BIajIwNzAxTlRiRnk1VW9jUG54WU8zVXV6YU5IajFDb1VDR2RrWXF1cnE0WU0yYk1lMzhXSWlJaStuQ1lUQ0hLWTArZlBvVlNxVVJjWEJ3aUlpSXlUTTlKMDZwVkswUkVST0NMTDc1QXNXTEZZR2xwaVUyYk5tSGJ0bTFZdDI0ZFltTmpBUUErUGo2d3NubzFzaUFoSVFGTGxpekJ5Wk1uMzdpODh1dnUzTG1EbVRObklqUTBGUDM3OTBlSERoMHlGUEQwOVBURTNMbHowYkZqUjdScTFVcjdFSFA4K0hFVUxGZ1FTSDBRL2UyMzMzVDYvdU9QUDk0NGdvR3l6c1RFeEUwVXhVT3VycTdIQU93V0JPR0FsNWZYeXl3Y21rYTBkWENlREFpL2x2eWloR0x4dkpsd1U3bTg5UUIvZjM5czJMQUJhOWV1emJBdGJXcVpLSXE0ZCs4ZUtsZXVES1JPazFtelpvM09kNjlzMmJKUXE5Vm8zcng1cG9tYjF3dlJ2cTVvMGFJWnZsZnBPVGs1WWR1MmJabHVtekZqaHM3N1NwVXF3Y3ZMUzZmdHI3LyswcjRlTTJaTWxoOWNSVkhFNFA1OVVLT2FHMzRaN1Y0NjdPSGowM2IyemxQdkJmbDZaS21EajVTYm01dVJMTXRScnE2dWgyUlozcVBSYUhibE5NbjNMbXExR3NuSnlkcmtYSHg4UEw3NjZxc01LNG1sRnhFUm9aUEVTQk1iR3d0QkVESXRvcngxNjFaWVdscmk2TkdqYU5teUphWlBuNDZIRHg5cXR4c1lHT0Q0OGVNNGZ2dzRrTHB5MUt4WnM5Q3ZYeitZbUpoZzM3NTkycEY4YWI3OTlsdWQ0czFwOThPMG1rVHY0dTN0allzWEw2Sm16WnBaMnArSWlJajBoOGtVb2p5MmNPRkNiZjBVVjFkWGxDMWJOdFA5MGhlT1JXcGh6MXUzYnVIbm4zOUd1WExsc0gvL2ZreWRPaFdHaG9iYUtUK3JWcTNDN2R1M3NYSGpScFFvVVNKTDhaUXVYUm90V3JSQXMyYk5Nb3h3U1dOdGJZMEZDeFlnT0RoWXAzaG40OGFOMy9qck1GS0xnWGJ0MmpWTGNkQTdtUUpvQTZDTkpFbkpLcFhxYjFtV2R3dUNzTy82OWV1UmJ6cW9aSG1uVWdaS2JCSUVvVjdUeG8wd2Evb2tXR1JTdXlROVdaWXhmZnAwL1BMTEw2aFFvVUtHN1hmdTNNR1BQLzRJQUxDMXRkVSs2SFh0MmpYRG4zZEVSQVIrK3VrblRKa3k1WDAvZDc3bXBuTEJvVDJlR0Q5eG11TEk4WlBUYkIyY3ZwRWtLZUpUVFNLbXBLUUlTcVhTQUVCclFSQmFLeFNLZFNxVjZtOUprbmJMc3J6Yno4L3ZTVzZmOC96NTgxaTVjaVVpSXlPaFZDcHg1TWdSeko4Ly82MGo3Nnl0clROTnRyeHJtcy9EaHc5eCtmSmxqQjA3Rmk0dUxraEtTc3AwUDFtV3RRV1ZvNk9qdFg4ZnJsNjlxcE04a1NRSlAvLzhzL1o5dzRZTjBidDNiNFNFaEdEQ2hBa0lEUTBGVXFjRHpaczNEKzNhdFlOR284R0xGeTlRb2tRSkhEOStITkhSMFZtK1ZrUkVSS1EvVEtZUTViR1pNMmRxZnpIUFRqRkRRUkR3MjIrL2FSOGdXclpzaVpZdFcwS1daZTJ2bllNSEQ0WkNvWGpqYUpDMDFYYlNNelkyeGc4Ly9KQ2xHTkpQOFduWXNDSHExNi8vMXYwTEZTcWtzOElRNVV5NlpZSU5BVFFWUmJFcGdOOVZLdFU1UVJCMmFUU2FQYjYrdnRxZjB1M3NuVnJLb3JET3hOaTQ4R1QzTWVqWXJ1MGIrMDVQRUFTc1hic1c1dWJtbVc2dldMRWl2THk4c2xTUTA5cmFHcDZlbnRxVmRPenQ3ZDg1R3VWalkxR2dBSll2bm9kdE8zWmo2c3k1OVZLa3BDUURVYzdPeUtHUGhvR0JnU3pMY3Zydm9namdXMUVVdnhVRVlhVktwYm9BWUpkYXJkN3I3KzkvTnpmT1dhOWVQZFNyVncvOSsvZEh2WHIxMEtWTEY4VEV4T2pVMkVsUEZNWDNYbzU5K2ZMbDBHZzAyanBWQXdZTXdOeTVjN1VqOEpBNmJXM28wS0hZdTNjdi9QMzlNV2JNR0czdHE4aklTSjJhTHBNbVRjcFE0eVUyTmhZdFc3YUVtWm1adHRaVitudTJLSXBRS3BVUVJSRTFhdFRJMW5STklpSWkwaDhtVTRnK2dQZGRFU0t6ZjFTbi8wZDQraUswZVUwVXhRKzJza1ZpUWp3c2pBUVhWMWZYazdJc3k0SWdTTElzU3dEU3Y1WUVRWkRUdndZZ3liSXNDWUlnU1pJa0M0THcxdGVwKzh1cDdaSWdDT2xmUzYveUdiSWtpbUtHZWhHU0pLV2szK2YxMTYrZlM2UFJhRjluOGxsZWo2Rmkybm5TL3J6VFBkQXFBTlFIVUY4VXhhV3VycTVYSkVuYStUSkpLZ2FJb3gwcWxNZHZDK2FpZkRtN2JGM3pOeVZTMHN2cW4zOWFJdVZUMTZsOVc3aTZPR1BRc09GR0lhSDNpOWs2T0k4TENmU2RyZSs0WGxQUXhjWGw3Vm5RdDFDcjFVWnBCVmpUMzN2U2ZSOXJDWUpReThEQVlJRktwZklCc0RzcVFUYkxhZEF2WDc3RTlldlhVYTVjT1R4NjlBZ0xGaXpRVHNGNTh1UUpURXhNdEt0RldWbFo0YmZmZnNQRGh3OHhkKzVjblg3dTNic0hVUlFSRUJDZzB6NTU4bVJFUkVUZy9QbnoybG9wZ2lEQXhNUUVwMCtmUnV2V3JiWDdYcjU4R2FWTGw0YUJnUUVjSFIweGMrWk1USmd3QVFzWExrUk1USXhPdjZOSGo4N1FwdEZvMEsxYk54dzdkZ3o3OSs4SFV1di94TVRFNE5hdFc0aU1qRVJJU0FoS2xDaUJ5Wk1uNS9UU0VSRVIwUWZDWkFvUjZVaEtTbnBqWFpjUFNZWXNBSUloQUZHV1pWRVFCRkdXWlNIdE5RQWhYYnY0S2ljaWlLbjdDNklvcHJXTG9pZ0ttYjFPMzQvNEtsT2dmUzNMc3ZqcStVcFFwdjRhcnlOOVlpSDlRK2JydnppblNiOGl5SnYyZjMzVmtMZGVuMWNqbEFSWmxvdUpvbWdFV1JJZ0FBWktBd0J5Rm5xZzNDQUlnS21wT1NSWkFDRGx0N2src1lJZzFCUUVJV3NGT3pLUmJrVEtXL2RKL1I2WEVnVEJHSkJ6ZkIyT0hEbUNjdVhLNGZIanh4ZzRjQ0IrLy8xMzdWUkdEdzhQcUZTcURDdU9GUzFhRkVPR0RORnBpNHlNMU5hWVNzL0N3Z0luVHB6QWdBRURzSHYzYm0xN28wYU5jUGp3WVoxa3lzV0xGM1dXMzFhcFZOaTNieCtVU2lXU2s1TXhZOGFNVEVjSHlyS01xVk9uYWtlNU5HblNCRTJhTkVGQVFBQm16SmlCOXUzYjQ4cVZLeWhTcEFnV0xWcjB4bW1YUkVSRWxEOHhtVUtVajRXSGgyUG56cDA2Yy9CejZ2bno1N2g3OXk2Kyt1b3J0RzNiRnF0V3JVSmlZaUtlUEhrQ1YxZFg5T2pSQThPSEQwZjE2dFZ6N1p6WlpXeGlpcGdrWEE4SjlHNmd0eURlVGxtcFVpVXhPVGxaU0V4TUZBc1hMaXdtSlNXSkdvMUdNRGMzRjFOU1VrU05SaU9ZbUppa3ZSYU5qWTBGalVZanF0VnEwY2pJU05Cb05LSWtTYUpTcVJSbFdSYlNYa3VTSkFDb3JsQW8xZ2lDb1BNd20vcGVBbkFad0dGSmttNEE4TGwrL1hvSVhrM3pPZWNmRUxDdVpmc3UyWnJtODdITHl2U2p2SkE2elFlSlNZblBCVW51RlJMa3QvK0RCL0YyUFNWSnlsZ0VKeHNrU1RKV0twVkhYdjh1NHYrSlFDOUprZzVLa2hRQXdNZlgxL2UycllOTHJaeWNNekV4RVZ1MmJNSDMzMzhQTXpNenRHL2ZIbVptWmhnMmJKak95Sk5WcTFhaFVxVktxRk9uRGdEQXlNaElaMnBpZEhRMEJnNGNpSzFidDJhNmpISHo1czFoWW1LaWswejUrdXV2NGVIaGdaaVlHQlFvVUFCSlNVbnc5dmJPTUdKazdkcTFhTmV1SGVMajQxR2dRQUVNR3pZc1EvOXo1ODVGUWtLQzl2MkRCdyt3ZHUxYUJBVUZZY3lZTVZpK2ZEbm16Sm1EdzRjUG8zUG56bWpidGkxYXRHaUJ3b1VMNStUeUVSRVIwUWZDWkFwUlBsYTRjR0VjUDM0YzlldlhSNVVxVmQ2NFgvUG16YldyL2J3dUxpNE9LcFVLcTFldkJsSlh4cGd3WVlKMlZSTzFXZzEzZDNmOCtPT1BlUEhpQmU3ZHV3Y25KNmM4K2tTZkRIWDZhUU5oWVdHNTJybUxpNHNWZEgveFQ1RmwrYXdrU1hzVEVoTDJCQVVGUGNyc3VIdEJmdnRMbG5keWhweXdhZnlrNmZYKytmZGlsZ3JRNWxSUVVCRCsrT01QTEZ5NDhMMzdPSGZ1SERaczJLRDlucjdKZ0FFRDBMRmpSelJvOENyUDl2anhZd3dhTkFpclZxM0tkQVJDWG9pT2ljSDRpZE53NVBoSnlMSjBOa1dOSHg4RysrWHVseUFYWEw5Ky9SR0FUTDhyV1ZXcVZDbVRZc1dLYWIrTHFkUGl6Z0RZTFVuU1FSOGZuNURjaS9pVlU2ZE9vVTZkT2pBemV6VmJxRmF0V2poKy9EalVhclhPcURscmEydXNXclZLbTB3SkNRbkJ2bjM3MEs1ZE8venp6ei9vM0xrejJyVnJoNlZMbDJMYXRHbEFhakhsMWF0WFkrN2N1WmxPYmJPd3NJQ0Rnd1ArL2ZkZk5HM2FGRmV1WElHOXZiMU9NdWJseTVkWXRXb1ZPblRvQUtRbXFDOWN1SkNocjdRYUx6ZHYzc1N5WmN0dy8vNTk5T25UQnhNbVRJQkNvY0EzMzN5RG8wZVA0c2NmZjBTalJvMndaczBhZlAvOTk2aFdyUm9XTFZxVTI1ZVZpSWlJY2htVEtVVDVSRlJVRkJvMWFnUkxTOHNNMjRZUEg2N3pQaVltQmt1V0xOR09Ic21zNk91alI0K3daTWtTUEhyMENFT0hEdFcybHlwVkNpTkdqSUJHb3dFQXZIanhBdlhyMTBmanhvMXg5T2pSREVWa2l4WXQrczdDczVRbkVnQWNseVJwVDBwS3lvR2JOMjgrejhwQnFRLzFEVzBkbkNjZlBuYnlWNzhiTjdPME5ISnVTVXhNMUpraWtWNkhEaDNRdTNmdjkrNDdQRHdjZm41K21EZHZucmF0UklrU3FGS2xDaFl2WGd3UGo3eGZwZGpydWc5K0dlMk9zSWVQTllJZ1R3MEo5UE1BSU9YNWlmWEUydHBha0dVNUJjQVJTWkwyeE1iRzdnNE9EczdUNVdiYzNOeFFvMFlObmRWNXRtN2RtdUc3MDdScFV5eGJ0Z3lYTDE5RzllclZjZUxFQ2NUR3h1TEpreWM0Y2VJRU9uZnVqQjQ5ZXFCMTY5WUlDUWxCcVZLbHRGT0hqaDQ5aXUrKyt5N1Q4OWV0V3hkMzd0eEIwNlpOY2Zic1dYenp6VGM2MjcyOXZXRmpZNk5kNlN3bUppWkRUUmFrSnE2Um12UnAzYm8xcWxTcGdwRWpSMkw3OXUwNisrM1pzd2QzNzk3RjNMbHpNV3pZTUR4OStqUUhWNCtJaUlnK0ZDWlRpUEtSb2tXTGFoOGdMbHk0Z0NwVnFzREN3Z0t5TE9QaXhZdW9XYk1tQkVIQWlCRWpnTlRwRFFFQkFiQzF0VVZrWkNUczdGNFZIVjI5ZWpVT0hEaUFmdjM2b1diTm1yQ3dzTUNOR3pkUXFWSWxUSnc0RWJkdTNRSlNsd1VkTjI0Y0ZBb0ZGQW9GVHA0OGljcVZLeU1pSWdJeE1URTRjT0FBUm80Y3FjY3I4bmxLU0Vqd01qSXlzdkx6ODR0N3p5NmtrRURmeWFVck9KMTgrT2pSNWs3ZCs1WWVQbVFnQnZUdGxhdlRZV1JaUmtKQ0FwS1NraUJKRXVMajQyRm9hSmpwRXJYcDllelpFK0hoNFRwdHljbkppSXVMeS9RQmQvejQ4YWhYcng2T0hUdUdldlhxNGZEaHd6aDkrdjlsUUJJU0VpQUlBZ1lNR0tCdG16NTllcTZPVkpFa0NTdFhyOFBpWlN1aDBhZ2ZhQ1M1NjRQYmZ1ZHk3UVQ1bEplWFY2S2JtNXVadDdkM2hpTE1lY1hhMmxybi9hVkxseEFURTZNZGdaTEcwTkFRN2R1M3g0WU5HMUM5ZW5YOC9mZmZHYVpFR2hzYlk5T21UU2hhdENpV0xGbUNFaVZLWU96WXNSZytmRGpxMUttVDZlaVV0S1NOV3EzRzZkT24wYWRQSDUzdDN0N2VjSFoyMXI2M3Q3Zkh4SWtUTS9TVHRvUjkwYUpGMGFSSkV3REErdlhyc1dQSER0U3ZYeCtsUzVmR25UdDM0T0hoZ1o5KytnbjE2dFdEVXFuTVVqRm9JaUlpMGo4bVU0anlDWE56Yzh5ZE94ZFJVVkZZc0dBQkFnSUNNSHYyYkZoWVdPREZpeGZZdUhFakZpMWFoUDc5KzJQUW9FRW9WcXdZRWhNVDBiZHZYL3o1NTU4WU8zWXMrdmJ0aXpadDJtRFhybDNZc0dFRHdzTEM4T09QUDJMRWlCR1lOR2tTVHAwNkJROFBEeng1OGdUVHBrMURSRVFFNnRTcGcxNjllc0hQenc4QkFRRVlPWElrdW5UcEFsOWZYL2o3KzZOdDI4K2o3a1orRWhRVUZKT0YzZDdwd1cyL2MyWEtPRHJMSnVxMTh4Y3ZhMzNoNGhVc21ETUQxc1Z5SjhudzlPbFREQmt5QkhGeGNYajU4aVY2OSs2TjNyMTdvM0hqeG04OWJ2MzY5Um5hM2pYTlI2UFJZTy9ldmVqWnN5ZXFWNjhPUjBmSFRQZExtNDZTZm1uYm5JcDQ4Z1FqeGs3QXhjdFhJVXZ5WGlsQjZ2M2d2ditMWER0Qi9pWjVlWG5wZGVSTmRIUTBCZzBhQkxWYURZVkNnWWNQSDZKYXRXcEE2bWluOFBCd3hNWEZ3Y2JHQmpWcTFNRHQyN2NSRlJVRmpVWURoVUtCb2tXTElqazVHWmN1WGNLUUlVTlFwVXFWRE5OOG5qOS9qczZkTyt1Y1Y1Wmx4TVhGb1ZPblR0cTJuVHQzNHRxMWF6cjdHaG9hYXFjQkpTY25hLzgzSWlJQ0JnWUdPbjJxMVdwSWtvUng0OFloS1NrSmp4OC94cHc1Y3pJa2lvaUlpQ2ovWXpLRktKOVFxOVc0ZHUwYVJvNGNpYlp0MjJMaXhJa3dORFRFZ2dVTE1IRGdRS3hjdVJLWEwxL0dnZ1VMVUxod1lZd2JOdzdGaWhVREFGU3BVZ1ZyMXF6QnVISGp0TFZWb3FPak1YMzZkTXlZTVFOZmZmVVZKazJhQkVtU3NIYnRXaHc2ZEFnVEprekE5T25UNGVqb2lJRURCNkpHalJwbzJyUXA3dHk1QXdBSURnN1dqblNoajlmOVZ3LzliV3p0blFhZXYzUjVZYlBXSFl6bno1cUdCdlhxNXJodkt5c3JiTnUyRGF0V3JVSmdZQ0FXTGx5SWhJUUViYTJJekZoWVdMelg2Smg5Ky9iaC92MzdFQVFCeFlzWGg2ZW5KNnBXcllwYXRmNWY2MVNXWmJSdTNScXpaczJDb2FIaGUzK3U5RTZmUFlkUjR5ZmgrWXNYaVpEbEVTRkJmaXR6cFdQS3NyVGszTUNCQStIbDVZVVNKVXJBMWRVVkFGQ29VQ0ZNbWpRSkFEQm56aHdBUVBueTVXRnBhWW42OWV0cmt4bEpTVWxRcVZUYUpJeEtwZEk1UitIQ2hYSDI3TmwzeHFMUmFHQmtaS1F6TWlXOXExZXZZdnIwNlJBRUFXWExsc1dYWDM2cHM5M2MzQnc5ZXZSQWp4NDlFQklTZ29NSEQyTDI3TmxZdTNhdDluNU9SRVJFSHdjbVU0anlDVzl2YndRSEI4UGQzUjNXMXRZSURnNEdBT3pmdng5MTY5YUZ1Yms1Q2hRb2dJa1RKK0xmZi8vRmpSczNkSmJyTEY2OE9DWk1tSURRMEZBQXdKTW5UekJ4NGtUdFF3ZFNsK3Exc3JMQ1gzLzloYjE3OTZKYnQyNW8xS2dSYXRTb2dZSUZDK0xSbzBjWU9IQWdaRm5HdFd2WDRPYm1wb2NyUVhraEpNaHZaU2tIeDMrZlIwVnQ2ek53YUtXZTNUcGozTWhmY2lYcGNQYnNXVmhhV3RRaE9NTUFBQ0FBU1VSQlZNTFB6dzlYcjE3RmlSTW5nTlJhRXZIeDhUclRObjc3N1RkWVdWbGgvUGp4MnBvU1NCMFpFQllXbG1GVmxLNWR1OExKeVFsLy9QRUhiRzF0dGUyRkN4ZkdrU05IZEpJcHQyL2Z4ck5uejFDdVhMa2NmNmJrNUdUTW5yOFk2emR0aFF3NVFBMnBVMWlRdjMrT082WXM2OUtsaTg3N2xTdFhwaS9LL0VhR2hvWllzMlpObHMrelk4ZU9MTytyVUNoMFJsWlZyMTVkWitXejJyVnJ2M09hV3hwYlcxdjgvUFBQdWJwYUd4RVJFWDA0VEtZUTVSTzFhdFZDcFVxVjBLeFpNMVN0V2xYYm5waVlpTC8rK2d0SzVhdS9ycjYrdmxpMGFCRlVLcFgyWWZUWnMyZjQ4ODgvY2Y3OGVXMngycVNrSk15Wk13ZXVycTQ2RDZnK1BqNzQ1NTkvY1A3OGVhaFVLdTBxRk1PSEQwZkpraVZoYUdpSUkwZU80UHo1ODZ5WDhva0pDL1QzTDFXcTFGY0tzOEpMMTIvYzJ2ZktOVzhzblQ4YlplMXNzM0IwNXU3Y3VRTlpsaEVURTRPSkV5ZGl6Smd4MmhvVHg0NGR3K1hMbDdVakI5TDc2YWVmdEVXUUFTQXlNakxUR2lmVzF0WUlDd3VEbzZPanp2WkdqUnBoOWVyVlNFcEswcTd3Y3VuU0pkU3VYVnRueFpmM2NmZGVDSWFPR29lQVcwR1FKT2xQSVNsNlNGaElTR0tPT3FWYzhhNUVDaEVSRWRHSGtudVZDSWtvVjFoYVdtTEpraVhhLzh6TXpPRGg0YUY5WDdaczJRekhMRjI2RkphV2x0aStmVHNhTkdnQVdaYWhVcW13YmRzMm1KaVlZTW1TSmRwOXUzWHJoc2pJU0F3ZE9oVERodzlIbHk1ZDRPZm5od0tweStkMjc5NGQwNlpOUSszYXRYV1dBNlZQUTFoWVdFSm9rRjgvalNTMUR3Z0lldm45RDUyeGErK0I5KzV2eFlvVmFOcTBLWW9VS1lKRml4YWhSSWtTbUR0M0xtN2Z2cTNkNTl5NWMxaTFhcFhPY1haMmRpaGYvbi9zM1hkY1UrZjNCL0RQVFFLeWx5Z09wcUtBeWxURVdaVFdUUjFvWFloNzArTEFQUkRyM3JqRldRZmlxbHExMXJyOTRxYklzZ3pGZ29nV0VFSDJTSEx2NzQvQy9Sa0RHaFFKNm5tL1hyNWU1TW5OYzgvRkVNako4NXhqeWY4TERBeEVhbXFxekppbHBTVzB0YlZoYVdrcGw1Q3BYNzgrakkyTmNmLytmWDdzMXExYmNwMVhLdXZFcVRQNHZ2OFF4TVRFWjB0WjlvZW44Vkhqa2lpUlFnZ2hoQkJDM2tMSkZFSytBSXNYTDhiUW9VUHh5eSsvWU5PbVRTZ3FLb0sydGpiVTFkVXhhOVlzTEZxMGlEKzJkdTNhVUZWVlJWaFlHSEp6YzdGdjN6Nk1HVE9HVDZiVXFsVUxZckdZOXU5LzRaTGpvMDZBS2JZdktDeThQWE9lSDZiT25JdTgvTW8xRDBwUFQ4ZS8vLzdMcjZScTFLZ1J0TFMwOE9lZmY4TFUxSlEvenR6Y0hBY1BIdVJycWJBc2l3VUxGcUNvcUFqcjE2OEh5N0x3OXZiRzJyVnJJUmIvMXpTbXBLUUVZOGVPUlc3dWY3VjRkWFIwNU03ZnZuMTd2czVGYm00dVltTmpQN2lRWjE1K1BxYk9uSXRaOHhlaG9MRHdOcGhpKytUNHFCTWZOQmtoaEJCQ0NQbmlVVEtGa00vRWl4Y3ZFQkVSZ1ZldlhzbDFpQUFBZFhWMTZPbnB3Y2pJQ0x0Mzc0WlFLQ3gzSG0xdGJlemN1Uk10V3JUQTJMRmpFUmtaaVhyMTZvSGpPRnkvZmgxTGx5N0ZyRm16Y1Bic1dRUUdCb0psbGRySWczeENpYkd4VDVQaUlyOEJoK1cvbmJzZ2RmY1lqTWlvaHdvL3ZtN2R1dkQzOTVmWmVuSDgrSEc0dTd0RFRVMk5Iek14TVlHenN6T0Nnb0tBMHExcU1URXhVRk5UUTNCd01GaVdoYk96TXhvMWFvU3paODlDSXBGQVZWVVZ6WnMzeDZaTm15bzhmL3YyN2ZuYVFqZHYza1NyVnEyZ29hRlI2ZTlEWk5SRHVIc014bS9uTGtqQllYbFNYT1EzaWJHeFR5czlFU0dFRUVJSStXcFF6UlJDYWhDaFVDaFRaUE5OVDU0OFFWQlFFRHAzN2d3ckt5dCtYQ3dXdzlYVjliMXppOFZpU0tWU0JBVUY0ZHExYXlncUtzS3VYYnRRVkZTRXMyZlA0c0dEQnpoMTZoUldybHlKOXUzYnc4N09EbE9uVHNXVEowK3dldlhxS3IxT1VxTklFK01pNXB0WjJWOSttcHh5NklkaG94ck1tUG9qeG80Y0RvSGcvZlVwcksydEVSOGZEd0RJenM3R3I3LytpdURnWUxuamhnMGJCbDlmWDR3ZVBScVhMMTh1OXpucjUrY0hMUzB0M0xsekIrZk9uWU9mbng4OFBEemc3dTVlYnZjVUJ3Y0h2aGpvcFV1WEtyM0ZoMlU1N1A3bEFOWUdiSUZZTEhrQlNEd1Q0eDVlcjlRa2hCQkNDQ0hrcTBUSkZFSnFFRzF0Yld6ZHVyWGMrenAyN0lpT0hXWGIyV3BvYUNBc0xFeWh1ZHUwYVFPaFVBZ1ZGUlZNbno0ZHpabzE0KzlyMTY0ZHpwMDdoNkNnSUJnYkd3TUFiR3hzY09USUVhU2twSHpVTlpIUHc5UDR5R3NOcmEzdEdIR3QvU3ZYQnZRS3VYVVhBV3VXb2JhQmdjSnpwS2VudzlQVEU3VnIxd1lBSkNjbjg5MkNuSnljMEwxN2QyUmxaYUZXclZybzFxMGJVTnA1NWRXclZ6QXlNb0tlbmg0NGpzT3RXN2ZRc0dGRGFHcHFZc09HRFhKMWdyeTh2SkNjbkN3emxwK2ZqL3YzNzJQTm1qVUFnUG56NS9NdGRjdnpNdU1WZk9jc3dNM2Jkd0dPKzEyTTRoSFA0K0plVmVKYlJnZ2hoQkJDdm1LVVRDR2tocnQ2OVdxVnpIUDM3bDBBd01DQkE4dTkzOTNkWFc1TVgxOGYrdnI2VlhKK1V2T1ZKaFBjVGEzc2ZHN2R2ck82UjU4ZmFxMWJ1UlFkMjdkVjZQRk5talJCa3laTnNHZlBIZ1FHQmtKZFhaMVBiZ0RBN05tekFRQStQajc4bUllSEJ3WU1HTUJ2WFJPTHhhaFRwdzQyYjk0TUFESkp2eklIRHg3OHFPc011WFVIMDJiTlIyWm1ackdVNDJZbHgwZFZ2SmVJRUVJSUlZU1FjbEF5aFJCQ2lJemsrS2hOWnBiMklSa1pyNEpIanZlMkdqdlNDek9tL2xodXJSNEFzTEt5d3ZyMTYvbmJZOGFNd2VqUm94VnFZK3ZyNjZ0d0MrNnlaTXlIRW92RldCdXdCYnQvT1FpT1plTlpDWVlrSjBTRmY5U2toQkJDQ0NIa3EwUUZhQWtoaE1oNW1oQVpYcHdqY21KWmJ2K3VmUWZ3Zytjb1BFMStwdkRqRlVta1ZLZW55Yy93ZytjbzdOcDNBQ3pMN2l2T0VUazlUWWlrUkFvaGhCQkNDUGtnbEV3aGhCQlNyaGN2d2dxUzRpSkdjaHc3TkNyNllhNjd4MkNjK2YwUFpZZFZhYitkT3c5M2o4R0lpbjZZeTNIczBLUzR5TkV2WG9RVktEc3VRZ2doaEJEeSthSmtDaUdFa0hkS2lvc0tsa2lram5rRitmZW56cHlIbWZQOFVGQllxT3l3M3F1Z3NCQXo1L2xoMnF6NXlDdkl2eStWc2c1SmNWSHlyWVlJSVlRUVFnaXBKRXFtRUVJSWVhOW5DUStmSk1WR3RtZkJyamx4Nmd6N2ZmOGgrRHNtVnRsaFZlanZtRmg4N3pFWUowNmRZVm13YTVKaUk5c25QNDcrUjlseEVVSUlJWVNRTHdNbFV3Z2hoQ2hLOGpRMmFoWXJaYnNsSmlhbGV3d1pnWDBIZ3NCeG5MTGo0bkVjaDMwSGd1QXhaQVFTbno1TlphWFM3azlqbzJZQmtDZzdOa0lJSVlRUTh1V2daQW9oaEpCS1NYNGNmUm5GVXJ1U2twS0xTMWF1eFppSlBzak15bEoyV01qTXlzS1lpVDVZc25JdFNrcEtMaGFLQlhiSmp4OWVVblpjaEJCQ0NDSGt5MFBKRkVJSUlaV1dtUGd3TFNrdXNqdkxzVE92aDl3VTkrdzdDSGZ1aFNvdG50dDM3Nk5uMzRHNEhuSlR6SExjaktTNHlPNnBDZUV2bFJZUUlZUVFRZ2o1b2xFeWhSQkN5SWZpbnNaRnJaVkl4ZTNUWHI1OE1tejBCS3pac0JrU1NmWHRxSkZJSkZpellUTzh4a3hFMnN1TUp4S3B1UDNUdU1oMUFHck8zaU5DQ0NHRUVQTEZvV1FLSVlTUWovTHMwZCtoK1V5Smc1UmxnN2J2Mm92Qnc4Y2c1Zm1MVDM3ZWxPY3ZNSGo0R0d6ZnRSZFNsZzNLWjBvY25qMzZXM25MWXdnaGhCQkN5RmVEa2ltRUVFSSsyc3VZbUx5bmNaSERPSTRkR1JZUm1kK3IzeUNjLy9QVGxTczUvK2NsOU9vM0NHRVJrZmxTS1R2aWFWemtzSmN4TVhtZjdJU0VFRUlJSVlTOFFhVHNBQWlwcVdMaTRqRmt4RmhsaC9GVmlvbUxWM1lJNUFNbHhVWHRiMmh0Znljbkx6ZjR4Mm16bkFiMTc0ZEY4MmRCVFUydFN1WXZMQ3pDNHVXcmNPelgwK0RBUFJCekdQTDhVZFNqS3BtY1ZCbDYvVlFlZXYwa2hCQkNxZ2NsVXdncEJ3ZnViRTVPSHU3ZUQxTjJLRjh2aGp1ajdCREloM2tlRi9rSXpacTFOZWRFcTQrY09Pa1RGaEhKYkZxN0V0WldUVDVxM3JqNHgvRHhuWTNIVC83aHdIQ2JraGpKTE1UR2xGUlo0S1JLME90bkRVQ3ZuNFFRUWdnaGhCRHkrVEpyYXR2RHd0cmhwWlY5YSs3ZzRhTWN5N0pjWmJFc3l4MDRmSlN6c20vTldWZzd2RFJyYXR0RDJkZEZDQ0dFS01yUjBmR2FvNlBqTldYSFFRZ2hoQkJDUGlNbVZsWU56SzN0cjFqWU9IRGp2S2R5V2E5Zks1eEl5WHI5bWh2blBaV3pzSEhnTEd3Y0xwbloyTlJYOXZVUVFnZ2hsVUhKRkVJSUlZUVE4cUVFNXRaMmN5MXNITVR0T25majdvV0d2VGVSY3ZmK1gxemJUdDA0Q3hzSHNibTEzVndBakxJdmdoQkNDS2tzU3FZUVFnZ2hoSkNQWW1adDI5YmMyajZ4Y1hNbmJ1UFdRRTRpa2NvbFVTUVNDYmQrMDFhdWNYTW56dHphUHRITTJyYXRzdU1taEJCQ1BoUWxVd2doaEJCQ3lFY3pzTFRVTWJleVAyWmg0OEFOOGhyTnZmZzNsVStrdlBqM1gyNlExMmpPd3NhQk03ZXlQMlpnYWFtajdIZ0pJWVNRajBISkZFSUlJWVFRVW1YTW10cU5OYmQyS0hCdytZYjc4L0pWN3MvTFZ6a0hsMjg0Y3h1SGZETXJ1ekhLam84UVFnaXBDcFJNSWVUTFJQdlBDU0dFS0kycHBYMXpvWWc1TEJEQURnQllGbEVjS3gyVTlDZzZUdG14RVVJSUlWV2hMSkVTSGg3ZVdkbXhFRUtxamtEWkFSQkNDUGw2SlNkRS9pMlU1TFhXVkdHZWFhb3d6NFNTdk5hVVNDR0VFRUlJSVRVZEpWTUlJWVFvVlVKQ1FyRlFnQ2RDQVo0a0pDUVVLenNlUWdnaGhCQkMzb2VTS1lRUVFnZ2hoQkJDQ0NHVklGSjJBSVFRUWdnaGhCRHlwV2pac21WOWp1UEdsOTNtT000Y0FKeWNuQmFWalRFTXN6TXNMT3hmWmNWSUNQbDRWSUNXRUVKSXRlQTRqcXVxdVJpR29kOWZoQkJDYXFTV0xWdXFzQ3liempDTVhubjNjeHozV2lBUTFBMExDeE5YZjNTRWtLcEMyM3dJSVlRUVFnZ2hwSXFVSmtuT2NCeUhOejlIZU9QMkdVcWtFUEw1bzJRS0lZUVFRZ2doaEZRaGp1Tk9scmVJa21FWWNCeDNVaWxCRVVLcUZDVlRDQ0dFRUVJSUlhUUs1ZVhsWGVBNEx1L3RjWTdqOHZMeThpNG9KeXBDU0ZXaVpBb2hoSkFhYWMrZVBlamF0U3ZhdFd1SFdiTm1JU2NuUjlraEVVSUlJUXBKU0Vnb1poam1QR1MzOTRCaG1QTUpDUW5GeW82UEVQTHhLSmxDQ0NHa3hqbDE2aFNPSHorTzdkdTM0OXk1YzBoUFQ4ZktsU3VWSFJZaGhCQ2lNS2xVS3JQVnAvUnIydUpEeUJlQ2tpbUVFRUpxbk9EZ1lBd2ZQaHlOR3plR2dZRUJKazZjaUN0WHJpQS9QMS9ab1JGQ0NDRUtFWXZGdndNb2VtT29xS2lvNkhjbGhrUUlxVUtVVENHRUVGS2pGQlFVNE1tVEozQndjT0RIV3JSb0FZbEVnbi8rK1VlcHNSRkNDQ0dLaW9tSnlRTndBZjlmZVBaaTZSZ2g1QXNnVW5ZQWhCQkN2aTc5K3ZWRFptYW0zUGlBQVFQdzAwOC9JU01qQXdCZ1lHREEzNmVscFFXUlNJVHM3T3hxalpVUVFnajVHQnpIbldJWXBtL3AxN1RGaDVBdkNDVlRDQ0dFVkt0VHAwNjk4MzZXWmNzZDV6Z081YldaSklRUVFtb3FqdVBPTUF3anhYODFWTTRvT3g1Q1NOV2haQW9oaEpBYVJWZFhGd0R3K3ZWcjFLdFhEd0NRbTVzTHFWU0syclZyS3prNlFnajV2SEZsYldWcU1PWUx5cHhIUkVTOGRuUjB2TVF3akNBNk9qcEwyZkZVdDZwK3ZuMUp6dzN5K2FOa0NpR0VrR3Ixdm0wKyt2cjZxRnUzTGlJakkyRnRiUTBBaUl5TWhJYUdCaG8zYnF5RWlBa2hoSkFQeDNIY1NZWmhxRllsSVY4WVNxWVFRZ2lwVnUvYjVnTUEvZnYzeC83OSsrSGs1QVF0TFMxczI3WU5Bd2NPaElxS1NyWEVTQWdocEh3U2lRUWlFYjJGVUpTbHBXV3Q3Q0twSFNDRnBhVmxyWVNFaEdKbHgwUUlxUnFVSVNXRUVGTGpqQnc1RXAwNmRjS1lNV013ZVBCZ09EbzZZdEtrU2NvT2l4QkN2aWh1Ym00b0tDZ285NzV4NDhZaE9qcGFibnpuenAxWXRteVp6TmlHRFJ0dytQRGhDcyt6ZXZWcVBIejRVS0g1dnlTbWxvN05wQ0t0KzJDRVA0SVIvaWdSYWQwemIycHJyZXk0Q0NGVmc5TEtoQkJDYWh5UlNJUlpzMlpoMXF4WnlnNkZFRUpJS1k3amNQNzhlUXdiTmt6aHgwaWxVbHkvZmgzT3pzNllPM2N1UC83UFAvOWcyN1p0ME5QVDQ4Y21UNTRNRXhPVEtvOWJHY3lhMm8xbEJOd21YVjBkOVZYTC9BRUFzK2Y3MjcvT3lRa3pzN0x6ZVJvZnRVZlpNZFpFK2ZuNVdMVnFGYTVldlFwVlZWWDA3OThma3lkUHBnTDBwRWFpWkFvaGhCQkNDQ0Zma1RGanhpQTVPUm5aMmRubzNidDN1VzlVYzNKeTRPUGpBNUZJaFAzNzk2TkJnd1o0OE9BQjB0UFQ4ZDEzM3lFa0pBUUdCZ1pvM3J6NU84OTErL1p0T0RvNndzSEJBVVpHUnZ4NGNuSXlldlRvQVV0TFMzN00wTkN3aXErMCtobFlXdXJvQ0RWM013TG1oOWF0bkxCaDlUTFVMeTJtYnR2Y0J0Tm16ZGU0LzllRDNlWlc5dDF5cFBsak14TVNjcFFkYzAyeVlzVUt2SHIxQ3VmT25VTmFXaG9tVHB5SSt2WHJ3OFBEUTltaEVTS0hraW1FRUVJSUlZUjhSZmJzK1c5UmhKdWJHODZjT1FNTkRRMjVZOGFOR3djZkh4L1kydHJ5WThlUEgwZUhEaDFnYUdpSTI3ZHZvM0hqeG53eVJTd1c0KysvLzhiRGh3K2hxcXFLZnYzNkFRQk9uanlKTGwyNlFGOWZINmRQbjhhVEowOEFBR2xwYWJoNDhTTHUzNzhQQVBEeThvSzZ1bnExWFArblltWnQyNWFCNExCUUtEVDNtVHdlM2hQR1FTajgvNm9LOWV2VlE5QytuZGkwTFJCYkEvZjhvTU5vT210YjJ3NTlHaGQ5UjZtQjF4QlpXVm00Y09FQ0RoOCtERDA5UGVqcDZXSEFnQUU0YytZTUpWTklqVVRKRkVJSUlZUVFRcjVnTFZxME1GSlJVVGtLUVBmdCsvcjE2MWZ1eXBTc0xOa3V2cEdSa2JoMDZSTG16WnNIQUNncEtVRlVWQlNTazVOeDdkbzFGQmNYSXpZMkZpekxRbDFkSGYzNjljT1RKMC93di8vOUQ3MTY5UUlBM0x0M0Q5OS8vejBzTEN3d2RPaFFmdTd0MjdjalBUMGRWbFpXQUFCSFI4ZndDaTdsci9EdzhBa0EySS83amxRNWdibTEzV3lHRWZ4Y3Y1NlJhUDJxWlhCeGJsbnVnVUtoRU5OK21veDJiVnd3YmRaODg5UzB0UCtaVzl2NUpjVkZyUVJRNDlwVzI5blo5UmNLaFF1cTQxd1BIejZFbXBvYW1qUnB3bysxYU5FQ1FVRkIvTzEzUERjVXduSGMyb2lJaUNBRkRpWGt2U2laUWdnaHBGb3c3OWp3N09qb2VBMEF3c1BETzFkclVJUVE4aFZRVVZIcHpEQ01LNEQ0dCs4N2RlcFVoU3RUeW5BY2g3VnIxd0lBQkFJQlJvMGFoYVNrSk5qYjI2TlRwMDdJemMxRmt5Wk5NSFRvVVB6MjIyK0lpWWtCQUFRRUJLQmU2UmFYTXVmUG40ZU9qbzdNMkQvLy9LUElaVFJnR0daczA2Wk41ejU2OUNoRDRZdi94RXlzckJxSUJHb0hBT2JiNzl3NllmVXlmK2pweXVXczVMZzR0OFQ1MDBjeGE3Ni82UExWNjhzdGJCemNXQlFQZnhvYisyKzFCSzRna1VnMERJQVZ4M0Z5ejUzS1NFNU9ocGVYVjduM0xWMjZGQjA3ZHNUTGx5OWhZR0Fnazl6VDE5ZEhjWEV4aW9xS29LYW05akVoZ0dHWTVnQVdBYUJrQ3FrU2xFd2hoQkJDQ0NIa0s4Q3k3R0FBTXAvc2UzbDVRU0NRYi9ENTRzVUwvdXVrcENSa1ptYWllL2Z1QUlCOSsvWmgxYXBWYU55NE1kemMzQkFaR2NrZlcvYW10N0N3RUNvcUttalhycDNNdkI0ZUhtamN1TEhNV0VCQWdNenQ4UEJ3eDdmamNYQndXTTB3ek13UHVPeFB4cXlwYlE4Qkl6eWdxcXBxdUdDMkx6d0gvMUNwUXFsNnVyb0kzTHdlaDQ0Y3g3SlY2NzRyS1VhVVdWUGI0VThmUmYveFNRT3ZKSTdqNHN2N1AxSDA0UUJnYW1xS0d6ZHV2UE5BbG1YQmNiS0xjNlJTcWN6dGo0Z0RqbzZPS1IvNldFTEtROGtVUWdnaGhKQ3ZoSVcxd3pnT0dLckFvZVFUWVlERGlYRVJ1NVFkUjVudDI3ZVhXNnRreXBRcC9OY1dGaGJZdEdrVFRwdzRVZUU4QlFVRnVILy9Qa0pDUXVEaTRnSjFkWFdzV0xHQ1g5RlM1dkRodzlEUzBwSVppNC8vcUVVUDFhOVpNMVZ6VHJRYUhPTmphV25CYkZxN0N0WldUUlI0b0R5R1llQTFaQ0NjblJ6aDR6dmI4UEdUZjM0M3Q3SGJsTVJJWmlFbXBxVEtZNi9CZEhWMWtaMmRMVFAyK3ZWcmFHbHBmZlNxRkdXZzExdmwrOVN2dDVSTUlZUVFVdTFhdG14Wm4rTzQ4V1czT1k0ekJ3QW5KNmRGWldNTXcrd01Dd3VyVWN1ZENmbmNjY0JRSFIydFRzMnNyWlFkeWxjcEppNGVPVGw1QUtDMFpJcFVLa1ZhV2hwUXVoSWdMeThQRW9tazNPTXlNakx3NHNVTDZPcnF5cTBtS2MvZXZYdWhyNitQbGkxYlZyZ3RZOVNvVVRJMU1RQmd6Wm8xSDNWTjFhbWh0WDFURlE3QkRCaW5nUVA2d24vKzdDcDVvMjl0MVFTL0hUK014Y3RYTWNkK1BUM0ZuRlBwS0xhMkgvSThMdkpSbFFTdVpJcHM4N0d4c1VGK2ZqNFNFaEw0TGs5UlVWRXlSWkEvSi9SNnExelY4WHBMeVJSQ0NDSEtrTUZ4M0ZTR1lmUlErc2xjS1gvOGwxeDV6VERNY2lYR1I4Z1hxNW0xRllMMzcxWjJHRitsSVNQRzR1NzlNS1hHa0p1YmkxbXpaZ0VBakkyTjRlZm5WK0d4WlYxL2hnOGZqcTVkdTFaNG5KbVpHZlQwOURCMjdGZ0F3SUlGQzJCblo0ZUJBd2ZLSGJ0OSszYTVHaTJKaVlubzA2ZlBCMTlUZFRHM3Roc0JCbHQxdExRMVZ5enhRODl1WGFwMGZuVjFOYXhjc2dqZmRHaUh1UXQvZHNySnkzMWcydFJ1Y3ZLanFBTlZlaUlsVUdTYmo3R3hNWnlkblJFUUVBQi9mMytrcEtUZzVNbVRXTEZpUmJYRldkWG85Vlo1cXVQMWxwSXBoQkJDcWwxWVdKalkwZEh4RE1keHcvRkdNdVdOdmRKbndzTEN4RW9Na1JCQ3ZraDZlbm80ZE9nUVVOcWVlTmV1WFZCWFY0ZXZyeThBNE15Wk16aDU4aVFHREJpQXJsMjdRbFZWOWIxenZ0MjI5dm56NTN3SG43ZE5temFONzlwVFp0bXlaUjl4Ulo5ZW5XYk50RFJZbFIwTXczZzZPZGdoWU0wS0dEZHM4TW5PMTdOYkY5aTFhSTZwTStkcVBvaUkybTltYmQrMVFDQ2UrREltSnUrVG5iU0dXTHAwS1JZdlhneDNkM2ZVcmwwYlU2Wk1rYXU3UTBoTlFja1VRZ2doU3NGeDNFbUJRREQ4N1dKekRNT0FaZG1UU2d1TUVFSytjT0hoNGZqMTExOXg4K1pOOU9uVEI2TkdqZUx2Njlteko0UkNJUTRlUElnTkd6Wmd3SUFCR0RKa0NQVDA5R1RtME5MU1FrSkNndHpjang0OXdxTkhqMkJqWTFQdXVUVTBOS0N0clMwekpoTFYzTGNrSmsyYk93czVsV0NCZ0drOGNld29UUHRwVXJYRWE5eXdBWTRjMklNTm03ZGp4KzU5bmxxY3FvdGEwK1pEbnozNk8vU1RuMXlKREEwTnNYbnpabVdIUVloQ2F1NHJGeUdFa0M5YVhsN2VCVzF0N1R3QU1wVUlPWTdMeTh2THU2Qzh5QWdoNU1zbEZvdXhjZU5HdEcvZkhyNit2dERYMTVlNVh5UVNvVmV2WHVqVnF4ZnUzTG1EUTRjTzRkV3JWM0xKRkhkM2QweWRPaFV1TGk0eUhXeHExYXFGQ1JNbXlCelBzaXo2OU9tRGx5OWZ3dGZYVjI2MXk2dFhyeEFhR29xUkkwZGl5SkFobit6YTM5YXNXVFBWbUpnWUZvQjgwUmlBTWJPMjh4VXdndVYxNjlSUjJiQjZHZHE2T0ZkYmJDajl2NWc1N1NlMGIrdUM2YlBuVzZhL3pMaGxabTAvOTJsYzVQcXlMam1FVkJXV1pjdnQ3RVVxUnNrVVFnZ2hTcEdRa0ZEczVPUjBudU80Z1crdVRtRVk1bnhDUWtLeFVvTWpoSkF2bElxS0NuNzU1UmVGam0zYnRpM2F0bTNMMzU0OWV6Yi90Wm1aR1U2ZE92WGVPZWJQbnc4QTc2eTU4cWs0T1RuWmNCejNhM2g0ZUxQeTdsZFRVMXZ2Nk9qNE1EdzhmTWViNDdhMjl0T2xFRXd1bEhDTk8zWHNnTFVyZjRiQkcwbW40dUppY0J4WGJSMW0yclZwamZPbmoySEdIRCtWNnlFMzE1cGIyM2N0a2dpR3BTYUV2NnlXQUlqU3BLU2t3TWpJQ0NvcUtqTGpaODZjUVhSME5QL3pWVmx1Ym00NGR1d1lEQTBOQVFDUEh6L0c4dVhMc1cvZlBybGp1M1RwZ3BNblQ4cXRLUHRVSms2Y0NFOVBUM1RzMkxGYXp2Y3hLSmxDQ0NGRWFhUlM2VW1oVU1nblUwby8zYVF0UG9RUVFqNkl1Ym01bXI2Ky9tYUJRREM1OUhjTEN3QU9EZzd0R0lacDgvTGx5KzJhbXBxaStQajQzRGNmNStEZ3NKUmhHUFhDWXZaRkNjdjRxYWdJZE9aTStSR1M0Z0xjdUg0ZDU4NmQ0enNmcWFpbzRJY2Zmb0JBSU1EQmd3ZHg4bVRsZjIxdDJMQUJTVWxKMkxoeEl6OVdVRkNBd01CQUZCVVZZZTdjdVRMSDYrcm9vRTFMV3p5SmkwWnViazVYbHNNTDFTWXRlaVkvZm5qSnlzcEtXME5EWXdzQUQ0WmhpZ0VFUG5qd1lFSFo2aFZIUjhjeEFCWXdERk9QNDdnNEFQUEN3OFAvK09Cdk1xazJPM2JzQU1keFdMcDBLZkx6OC9uT1c0V0ZoU2dwS2NIcjE2LzVZN1cwdEZCVVZDU1hZRm0yYkpsY08vSzNIVDU4R0M0dUxwL29Ldjd6N05renVRU3NzYkd4WE0ybHp3a2xVd2doaENpTldDeitYU2dVRmdFbyszaXZxS2lvNkhjbGgwVUlJVjhzNXMwOU9WK2dwS1NrSW4xOWZTMk80K1pKcGRJVFFxRlEyckpsU3hXV1piZHlISGZNME5EUVV5QVFPQUQ0OGEySE1zVlN0cldLaXFDRGpwNEJ1bi9YR1FKT2dtZlBub0hqT0hUbzBBR2VucDR5VzVRVVdabWpxSzFidC9KSkdUYzNON243VjY5ZWpRY1BIaUF3Y0FjS0Nvc3dkY1ljVVhaUjZnVXpHN3QxR21yQ2hnRHFDZ1FDQzZsVWFzd3d6QlVuSjZlbkR4NDgyTm1pUlFzamhtSDZpY1hpM29XRmhVKzF0YlZITUF4ejB0SFIwVG84UFB4cGxWMUFCYjcwNTl1bk5tZk9IQXdmUGh4Nzl1ekIwNmRQOGZqeFl3QkFUazRPaW9xS0VCOGZ6eCs3Wk1rUzFLbFRCK0hoNFh4UjUvbno1NWZiK3Z4TmlZbUpPSC8rUEhSMGRIRDI3Rmw4OTkxMzZOQ2hBL0x5L3F0M1hGSlNncENRRUtpcnEwTW9GT0tiYjc2cGttdExUazVHZkh3OEpWTUlJWVNRRHhFVEU1UG41T1IwQVVCZmhtSEFjZHpGbUsrZ1d3RWhoSkJQeXBmanVGc013MXdHSUdGWmRnaUFWeEVSRWFzY0hCeEd2MzJ3aVdXTHhzVlNicVNVWlJxWW1qVkE5MjVkSVJJS2NlblNKV3pidGcxSGpoeUJ0cmEyUXAyTlBsUkpTUW0yYk5tQ0kwZU95TjMzK1BGam5EaHhBa2VQSG9XbHBTVUE0TUs1VS9EN2VibmcxRy9uWmdKQWtVVFNLelk2T2dOQWhwT1QwdzRBb3dEc2ZQanc0U3NBdmN0VzZBRFk3T1RrTklOaG1EWUFQbmt5aFh3Y0xTMHRiTml3QVNLUkNBMGJOdVRISzlybTgvcjFhNGhFSW42TGpFZ2t3cjU5KzNENjlHbVo0L0x5OHVEaDRRRURBd01ZR2hyQzA5TVRQajQrL1AyREJ3OUdxMWF0b0sydERZbEVnb1NFQk5TcVZRc0hEaHpBclZ1M1B1aGFURXhNMExwMWE3UnAwd1lvWFEzejRzVUxUSjQ4R1pHUmtmeHhKU1VsaUl5TVJLTkdqUkFVRlBSQjU2b3VsRXdoaEJDaVZCekhuV0lZcG0vcDE3VEZoeEJDeU1kZ0JBS0JEc3V5ZlFFMEJhQWlFQWp1c3l3YjA2SkZpenB2SDF3aVpWdUpSTUxWS2lKVjdkN2R1MkRrY0M5Y3YzNGRyMTY5Z3IrL1B3b0tDaFErY1VGQkFUWnYzb3pMbHk4akp5Y0hUWm8wNGR0UVg3eDRFVHQzN3NUejU4L2g1T1RFMTZvb00yM2F0QXJudlh6NU1teHRiZmxFQ2dCb3FLdGo3WW9sTURMVVIzRFFJUlNXTUVmTWJlekdKOFZHSGVFNDdoN0RNR1VUeWl4TE1EWTJWdWM0emdEQUs0VXZqQ2hGVmxZVzh2THlvS3FxQ2tORFE0d1lNUUppc1JncUtpb29LU25CcTFldjhPREJBMmhwYVNFN094dGVYbDc0OXR0djVlWVpOV3FVM1BPcnJHYUt2cjQrMXF4Wmc3Lysrb3R2Wno1djNqd0F3TkNoUTlHZ1FRT2NPSEVDbzBhTmdyYTJOZzRmUHZ6QjF5T1ZTaEVRRUlDZmZ2b0o3ZHUzUjFKU0VwbzNiNDRaTTJiSUhFYzFVd2doaEJBRmNSeDNobUVZS2Y3N1JYdEcyZkVRUWdqNWZKbWJtOWRpV1hZTEFBZ0VtZUNIQVFBQUlBQkpSRUZVQWdPTzQwdzRqdHNDQUtxcXFxZFpsaTBDZ0FZTldtcVVTTmh2SlN4amJXZmJISzBkbXFPa3BCajc5Ky9IN2R1M1ViZHVYZVRsNWNIYzNCd28zWWF6YTljdTVPVGt3TURBQU0yYk41Y3B6Z3NBaXhZdFFscGFHclp0MndaalkyTkVSRVFBQUVKRFErSG41NGVmZi80WkhUcDBRR2hvS09iT25RdG5aOFc2QXoxNThnUW1KaVpZdDI0ZGJ0eTRBUU1EQXd3ZlBoeHVibTVvYkdHT2V2WHF3VlRMUUR2cTRkL0I1dGIyWGNWaTdvQ3FLcVBlc21WTGpiQ3dzRGV6UVV6ZHVuVURBS1E4ZVBEZ2VsVjl6OG1uY2VyVUtWeTllaFZaV1ZuNC9mZmZzWC8vZml4WnNnUU13OERiMnhzSERoeUFrWkVSQmc4ZWpGV3JWdkVycDZSU0tjTER3L212QWVEMDZkUG8xS21UWEZjdW9WQ0lPWFBtb0xpNEdFT0dET0czbW4ySzl0UkNvUkR6NXMzRHZIbnpjUHo0Y2R5L2Z4K0RCdy9HclZ1M2tKYVc5bGx1OTZIZVI0UVFRcFFxSWlMaU5jZHhWem1PdXg0ZEhaMmw3SGdJSVlSOHZwS1Nrb3JDdzhPL0N3OFAvNDVsMlJVTXc5d3F1LzNnd1lNdEFDQ1Zjb2ExZENRUE9NQzZROXMyT0I2MEQ3cTZPbkJ5Y3NMNDhlTUJBUHI2K3ZEeThzS0VDUk1BQU43ZTN0aTBhUlBzN2UzeCsrKy9ZL1hxMVcrZkYxZXZYc1h5NWN2UnBFa1RxS3VyODhtV28wZVBva2VQSHVqYXRTczBORFRnNnVxS2J0MjZLWHhOK2ZuNXVIWHJGaG8xYW9SdDI3YWhaOCtlbUQxN05tSmlZc0N5TElSQ0lZNEg3Y080VWNNaEVBaEdGYkhzZmdCSVMwdmpXK1UxYjk3Y3dNbko2U3pIY1c0QXZxK2dIVFNwUVVhUEhvMHRXN2J3dDgrZlA0L3UzYnZEeWNrSng0OGZoMFFpNFZzWnU3bTV3ZEhSRWZpditCd09IanlJZ3djUG9xaW9DQUFRRmhhRzNidDNsM3VlME5CUTNMdDNENFdGaGJoOSt6WmZsK1ZUc0xPemc0dUxDK2JPblF1aFVJaEdqUnFoWHIxNjJMcDFLM0p6Y3hXWW9XYWhaQW9oaEJDbDR6anVPTU13eDVVZEJ5R2tlcjNaRnAyUXF1RGs1R1RwNE9Bd3c4SEJZUWJETUlNQk5DaTc3ZVRrTkt4SXduMHI0VERBMExDMjFiZWRYZEc5NjdkODIxbU80N0J1M1RxK2xzUzhlZk53NmRJbGlNWGk5OVpMU1V4TWhJYUdCb3lOamVYdVMwbEprZG1pZzlKa2phSU1EQXpRc21WTDlPdlhEOGJHeGhnNGNDQ2FOMitPLy8zdmY5RFYxVVYyZGpaVVZGUXdkK1kwL0xKekszUzB0RTA1am9OQTAyQmM2ZmZFUmxWVjlRR0FmSTdqbkI4OGVKQ2c4TWxKamVIazVJUXJWNjRnTkRRVTQ4ZVBSM1oyTnQrdTJOblptWC91YVdwcVl2MzY5VmkvZmowME5UVUJBT1BHamNQSmt5ZVJscFltTisvTm16ZHg0OFlORkJRVTROcTFhNGlMaXdNQWpCdzVFdDI3ZDBkV1ZoWUdEQmlBN3QyN282U2s1S092dzhmSEIxRlJVZWpjdVRNQW9ISGp4bWpUcGczMjd0MzcwWE5YTjlybVF3Z2hYd0FMYTRkeEhEQlUyWEY4cU93aXFBQXN6SzBkQmlzN2xnL0ZBSWNUNHlKMktUc09RcXFiczdNemJ0NjhpV2ZQbm1IV3JGa0t0NGtOQ1FsQlVGQVF0bS9mRG1yNFFhb0t3ekNjUUNDUTRML2tpQzNIY1hjRkFvR0VaVm1OZ21McGRBNk1ZNzE2UmpnYUhJVGR1MlJmc284ZVBZcldyVnZEMU5RVWFtcHFtREpsQ2xKVFUvSDY5V3YrVFd0RkRBME5VVkJRZ016TVRCZ1lHTWpjcDZ1cmk4ek1USm14OVBSMGhhK3BVYU5HL0xhTk42NFRxcXFxc0xHeFFYNStQaElTRW1CcGFZbU83ZHRpUUQ5M1hMaHdFYStMc2phYVc5bjE0RGpPRHNDT0J3OGVMRkg0cEtSR1NVMU54ZVRKay9uYkhoNGVTRXRMUTJob0tIYVZQbzg3ZCs0TUx5K3ZjaDl2YW1xS1FZTUdJVE16RTBaR1JqTDNUWnMyRGNYRnhRZ1BEK2NMMnQ2L2Z4OVRwa3lCb2FFaHVuVHBnaE1uVGtCYld4dVRKazM2NkdzcExDeEVjWEV4YnQ2OGlZa1RKMElrRW1IQ2hBazRjZUxFUjg5ZDNTaVpRZ2doWHdBT0dLcWpvOVdwbWJXVnNrUDVLc1hFeFNNbkp3OEFLSmxDaUlKY1hGeXdjdVZLM0wxN1Y2NzJCQUNzVzdjT1o4N0lsbEZpV1JZRkJRWFEwdEtTTzc1SGp4NzQ0NDgvNU1ZTENncWdxcW9La1VqK3o5NmpSNC9peElrVCtPMjMzeFNPZS9EZ3dSZ3pab3pDeDVQcUZSWVc5Z1JBZ0pXVmxiYUdoc1pTZ1VDd0lDTlAwcGhobUVNcUtpb05CdmZ2QTBlNzVxajlWc0lEcGM5SmIyOXZuRDE3RmdCUXYzNTkxSzlmSDh1WEw0ZVhsOWM3Vzh3MmE5WU1OalkyOFBQencrelpzMUc3ZG0yRWhvYkMxZFVWMzMzM0hRSURBOUczYjErWW1KZ2dPam9hMTY1ZFE2dFdyUlM2cGo1OSttRHYzcjI0Y09FQ3Z2bm1HMXk5ZWhXUEhqMkN2NzgvakkyTjRlenNqSUNBQVBqNyt5TWxKUVVYL3ZnRHk1WXRSOHlqQkFSczNOU2RaVmsyWHl5TmF0bXlKVi8xTmk4dnJ6ZytQdjd6MjFmeGxWSlJVY0hLbFN2NTFTZlhyMStIdjc4L1ZxMWF4YTk2RW9sRWZNSGs0dUppdVRtbVRKbWk4UG1XTENrLzc3WjkrM2FaMjZtcHFZaU9qa2FYTGwwVW5udnQyclVZTkdnUS92cnJMd1FIQjhQTHl3dW1wcWFZUG4yNnduUFVGSlJNSVlTUUwwUXpheXNFN3k5L1B5ejV0SWFNR0l1Nzk4T1VIUVloMVdMQWdBRXluN0t6TE10Ly9lelpNN2k1dWZHM216WnRpaDA3ZGlBNU9WbXV4Z1JLdHpvRUJRWEp0YjljdW5RcGZIMTk0ZXZyS3pOKzVjb1ZIRDkrSER0MjdDZzN0amx6NXNqY3pzN09ScjkrL1hEOCtISFVybDI3M01lTUdUTUd3NFlOa3huak9BN2UzdDZ3c0xEQXpKa3paZTVUVTFNcmR4NVNzMmhxYWs3bk9PNUdacjUwQXNNd3M4MU1qWVViMTZ5QXZWMkxDaDlqWVdFQmtVZ0VOemMzaU1WaW9MVDQ2NnRYcjJCaFlmSE9XaEpDb1JBQkFRRll2MzQ5Um80Y2laS1NFclJ1M1JxdXJxN3c4UEJBZW5vNnhvOGZEM1YxZFZoYlc2TkhqeDU0K2ZLbFF0ZGlhR2lJdFd2WFl0MjZkZmo1NTUvUnFGRWpCQVFFd016TURDajllVm04ZURIYzNkMVJ1M1p0VEpreUJSMDZ0RWVIRHUyUjl2d1pUcDgrSmRBUkNrNi91YTFPUTBQak53QjlLL0V0SlVwUVdGaUk3T3hzakJzM0R1dlhyd2ZETURoOCtEQU9IejZNU1pNbVljNmNPV2pmdmowbVRab0VBd01ERkJRVUlEczdHKzd1N2tEcGE2QWlPSTZEVkNyRmdRTUhvS3FxaXNHREZWc29mUEhpUlR4Ky9GamhaTXF2di82SytQaDRMRjI2Rk45OTl4MG1USmlBTGwyNm9GNjllZ285dnFhaFpBb2hoQkJDQ0ZIWTIwdXgzK3hJWW1KaVV1NDJuOXExYTJQa3lKRXlZNFdGaFpnNmRTcTJiOS9PRjFFc282R2hBWlIrNnVudjc4K1BQMy8rSENodG5mbW02ZE9ubzJuVHByaHo1NDdNYXBhMHREU0lSQ0tzWGJ0V0xxYStmZnZDeGNVRjZ1cnFVRmRYbDdudjZOR2plUExrQ1ZhdlhpM1gvWUxVZkhaMmRpNGN4ODNNTFdZZmcyRjY5dW5WSFV2OUYwQkxVeE1TaVFRc3kwSWdFQ0F4TVJITm16Y0hBT2pwNldIUG5qM1lzMmNQUDAralJvMGdrVWpRcTFjdnVlY29BUFRyMXcvOSt2WGpieHNhR21MNTh1Vnl4d21GUW5oN2U4UGIyL3U5c1M5ZXZMamM4Ylp0MjFhNERjTFEwTERDN2lzTEZ5N0F0T25Uc01CL0tjNzhmZ0VjeDkxbW1KS2hpYkd4VDk4YkRGRzZ1TGc0bUptWndjL1BEMEZCUWJoeTVRcnM3ZTF4NE1BQk5HellFQU1IRHNTT0hUdlF2MzkvTEZ1MkRDMWF0SUNscFNXT0hqMEtsRzdoS1Z1VlY3WmQ3Y1dMRjhqTnpaVjUzWXVOalVWS1NnckN3OE14ZS9ac2hlT0xpSWpBOTk5L3I5Q3hkKzdjd2FaTm03QjkrM2FvcWFtaFdiTm1tRGR2SG5SMWRaR1hsd2V4V0F5cFZJcG56NTY5ZDF0ZFRVSEpGRUlJSVlRUThrbHBhbXJLYldrbzY5emc1T1JVN2hZY2xIYWxTRXhNeElZTkcvaXhWNjlld2NEQWdLK3o0dS92ajV5Y0hBQkFjbkl5QkFJQmhnOGZqbXZYcmtGRFE0Ti9ZM0RreUJFWUdSbWhjK2ZPT0hEZ0FKNDlld1lYRnhlNWN6NSsvQmliTm0zQzBLRkR5eTBtU21vOFJpQVVIaXNRY3dMVld1b09QL3ZOUS8rKy8vOW03L0hqeC94S0pITnpjMzZMbWFlbkp6dzlQV1VtU2t0THcvang0MlVTZXA4akxVMU5CS3haZ1E3dDJtTFJraFh0Q2d1WlNGTXJ1N0hKOFZHZlg1R0tyMHpuenAzUnJsMDcxS3BWQzAyYU5JR25weWZmcmh1bHI2Mit2cjdvMDZjUDZ0V3JCeTB0TFQ2UkFrRG10WFBTcEVsNDlPZ1JoRUloM04zZCtlSzBBR0JqWTRORml4YWhkKy9lbFlvdlBqNiszQVJpZWJTMXRiRjA2VkkwYTlhTUgrdlJvd2RRMnFsbzRjS0ZFQXFGYU5PbURXeHRiU3NWaDdKUU1vVVFRZ2doaENoczY5YXRpSTZPNW0rL3VjMG5MUzFOWnRWSWh3NGQ1TGJRVkpaSUpKTDU0OXZaMlJrM2J0emdWNis4dmFwRVgxOGZWbFpXaUltSmdWUXFoWldWRlQ5dVpHUUVLeXVyQ2p1cFpHVmxZZXJVcWFoWHJ4NU9uRGdCYjI5dlhMNThHZDI2ZGFNaXVaOEJZMk5qZGFHbXdhYWNJczdVeHNZS205YXVSQ01MYzVsamJHeHNFQllXeHE5T2VSY2pJeU1jUFhxVTM5cGxaV1ZWNFJheno4R0FmcjNoNUdBSG54bHpkR05pNDQrYldkdnRZb3B5ZkpLU2tvcVVIUnVwV0sxYXRRQUFBd2NPclBDWXQ3dEZsU2M0T0pqdm9QYjI2NW1hbWxxRmlaUkxseTVWT09mdnYvLyszdk9XYWRHaTRpMTJQWHYyUk0rZVBSV2VxNmFnWkFvaGhCQkNDRkZZLy83OTBhMWJOLzcya0NGRCtLOE5EQXd3WThZTS9yYXVyaTcvOWVMRmkvSGd3UVArZGxrU3BuLy8vakx6dDJ2WHJzSmw1aXpMZ21WWkNJVkNoV0k5ZmZvMFFrSkNBQUFaR1JudjNHYVJtWm1KeVpNblExOWZINHNXTFlLWGx4ZFNVMU94YytkT25EaHhBZ3NYTHVSclZKQ2F4OWphMWxiRUNJOHdRTE1SWGtNd3gzZnFPOXNadnkrUlV1WkxxNUhUeU1JY0o0TVBZT1hhQVB4eUtIZ2NwNjdienRqYWRraEszQnNaVXZMRm9xUncxYUprQ2lHRUVFSUlVZGk3Q2dXcXFLaFUrQW5wbENsVFpEcE01T2ZuNDRjZmZzQ09IVHRrM3RpKzY4MXJSa1lHMU5UVStFOXEzNmR2Mzc1OEFtWFRwazBWSHBlU2tnSWZIeCtvcUtoZzY5YXR5TS9QQi81YjZZRGc0R0FFQmdaaTZOQ2hHRHQyTEx5OHZDcmNsa1NVdzl6S2JoTEFyRGZRMDFOYnUrSm5kSGJ0cVBCak9ZNzc2dDVncXFxcXdtL2VMSFJzM3hZejV2bzF6OHpLdW05dVpUOHRLVDd5ODExMlE5NnJvbFVwNU1NcGxwSWxoQkJDQ0NIa0kranA2Y0hJeUlqL1Y2ZE9IUUJBblRwMVpNYmZYTTN5dGhzM2JxQnUzYnJJeTh0VDZKd2hJU0ZZdEdnUkZpMWFoSnMzYjVaN3pKVXJWK0RwNlFsTFMwdnMyYk5IN3Z5MWF0V0NqNDhQTm0vZWpPUEhqMlBqeG8yVnVtN3k2WmlhMnVxYlc5bWZZZ1NDYmUzYnVLaWRQMzJzVW9tVXNtS1lOVUY4ZlB4SHQ0WU5DUW5CdUhIakZENitzMnRIbkQ5OUZHMWRuTlVZQWJQZDNNcitsS21wYmZsNzRFaU5jZkxrU1FRSEI3L3ptSHYzN21INDhPRXlZNnRYcjhiT25Ucy9jWFFmejgzTkRSa1pHY29PUXlHVVZpZUVFRUlJSVFwNTl1d1pSbzhlTFRQMmRtdmt0MXRrbmpoeDRwMEprbmN4TkRUa3R3MGxKU1VoTURBUWpvNk82TnUzTDNyMzdvMmhRNGRpMnJScE1nVVozOVM4ZVhPK3pzQ1JJMGZLUFNZME5CUVRKa3pBMEtGRDN4bUxrNU1Uamg0OUNxbFUra0hYUXFxV1NWTzdqa0loRXlRVWlreW0vVFFKRThlT1VuanJUcGxldlhwaDFLaFJHRFpzR0hSMGRPVHU5L0x5UW5KeXNzeVlXQ3lHUkNLUnE5V0QwcmJoNVhYY3ljdkxnNmFtcHR5S2dIcjE2c2tVQ3kxVFZGU0V2bjNMNzFvOGNPQkF1Wi9CajJGVXR5NE83UTNFOWwzN0VMQmxlMStwUU5MU3BLbWQ1N05IVVNGVmRoTHl3VmlXUlZHUmJFbWJKazJhWVByMDZlalNwUXRmT3dxbFc5ZktWdlpkdUhCQnJ1ajNnQUVETUh6NGNIVHIxazN1TmZQdzRjUFl1bldyekh4dnk4ek1SRmhZR0gvN3h4OS9SSGg0K0h1dlllalFvZkQyOWtaZVhoN216NTh2YzkreVpjdWdwYVgxM2pscUtrcW1FRUlJSVlRUWhaaVltTWdWSTFTa05mS0gwdExTZ3FPakkvYnUzWXRmZnZrRkV5ZE94TkNoUTVHYW1vcTllL2ZDdzhNRGZmcjB3Wmd4WThwOXZJR0JnVXdCMnZMTW1UTkg0WGlxdTEybnBhVmxIVzF0N1RrQVdvV0hoN3RXNjhscktKWmxHWE5yKzhVQU03OWhnL3JDZ0RYTDBkTFI0YjJQdTNMbENrNmRPaVUzYm1wcWlubno1c21NMWFsVEI0c1dMY0xCZ3dmbGpsKzFhaFVNREF3cVhBSHkwMDgveWR5K2Rlc1d0bTNiaHFDZ29IS1A1emdPaFlXRktDNHVCc3V5S0Nnb2dLcXFLaTVjdVBETzZ4azVjaVJTVTFObHhrcEtTcENmbjQvdTNidkxIVDkzN2x5NHVwYi9GQklJQlBDZU1BWnRXcmZFMUpuelRGS2UvM3ZOd3NwK2NXSjg1TEozQnZFVmNuQncrSUZobUlFc3k2NkpqSXk4LzZuUEZ4Y1hoK0hEaDVlYjdIdTdJSzI5dlQwMmJOZ0FzVmlNYTlldVljdVdMWEp0NUJzMmJJaVZLMWZ5dDExY1hEQnExQ2dBd0tCQmcrRGo0MU5oTEczYXRKRzV2V1hMbGtwZGkwUWlRWGg0T0pZdCsrOXBOWC8rZkVna2trck5VZE5RTW9VUVFnZ2hoSHhTTTJmT3hQMzc4dTg3dExTMDhPMjMzOHFOdTdxNm9uWHIxamgzN2h6Q3c4UGg0T0NBalJzM3d0SFJFU2o5UkgvZXZIa1lNV0lFQWdJQzBMdDNiNnhidHc0QWNPN2NPZHkrZlJ2RnhjV1FTcVc0Y3VVS0FLQ2dvQUJDb1JBSER4NUVabVltZnZ6eHgwOSszUi9DMGRHeEdZQlpBTDVoR01haWRQaGZKWWRWWTBpRTZxY1pobW5Ybyt0M1dMSEVEem9LSnJpYU4yOHV0MElxSWlJQ0Z5OWV4TWlSSTJYRzM2ekpFeElTSXBNSWlZMk5oYkd4c2N3bjlBRDRMaitIRHgrVzZYWVZHeHNMTlRVMXpKMDdWeTZtc20wOVAvMzBFL0x6ODVHZG5ZM1JvMGRqOU9qUjZOcTE2enV2NTVkZmZwRWJDd2tKd1lFREI3QnIxNjUzUHJZaUxSMGQ4UHVwbzVpNzhHZmhIeGN2LzJ4dWJmZXRsT01LcVM2RURGMkdZUVlJaGNJQmpvNk9hUURDV0piZEZCa1orZWVuT21IRGhnM3gyMisveVl4SkpKSUthemRkdkhnUkdob2FzTGEycmpBNVVsWXI2TTJmaVZPblR1SDY5ZXNWeGlFV2l6LzRHc3FJUkNKMDdOaVIvM3Jmdm4wNGZmcTB6REY1ZVhudzhQQkE3ZHExeTAyQTFpU1VUQ0dFRUVJSUlaL1VtalZyS3YyWTZPaG91THE2WXVIQ2hXallzR0c1eHpSczJCQnIxcXhCUkVRRXJLMnQ4YzgvLzhEZDNWMm1vMUI1MXE1ZFcrbDRQaVU3T3pzWGdVRHdvMEFnYUFlZ1VWbWh5TEkzUEZ6WndGZE13bktOVlFXQW1ycGFPLy81Y3pCb2dFZWxIbCt2WGoyNTRzbTV1Ym5RMHRLUzJ3N3hwclMwTktpcHFXSDgrUEgveFNHUklEOC9uMzhUS2hhTFpiYmRsQ1gvV3JWcWhhMWJ0OExMeTR0dkNldm41d2R2YjI4WUdSbGh6cHc1eU0vUGg3bTVPWTRjT1lLZE8zY2lMaTRPNjlldlIyRmhJVjYvZmwxaFREbzZPcFhlMHFRb0hXMXRiQTFZZ3lQSFQyTHg4dFd1VXJhNEJBeFNQc25KUGtNTXczRDQvMkt1UmdCNkNvWENucVdKbFhzc3krNktqSXc4RDRCOTcyU1Y4UFRwVTd4NjlRcE9UazY0ZVBFaXJsMjdoaFVyVmdDbHE2NGlJaUxnNitzTHNWaU03ZHUzZzJFWWlFUWlhR3RyWStQR2pYS3ZlY2VPSFVONGVEZy9Cd0QwNjlkUDRaVXBVcWtVbFhsWnF1ajVPbXJVS0V5Yk5rMW16TTNORGNlT0hZT2hvYUhDOHlzTEpWTUlJWVM4MCs3ZHU2R25wd2RWVlZYRXhzYkt0Q3k5ZGVzV01qTXo4ZjMzMzFmNGVHZG5aOXk0Y2VPZCszQVZjZmJzV1dSbFpja1ZWQU9Bd01CQTZPbnBZZENnUVRMakNRa0pPSERnQUg3KytXZVo4WmlZR0d6WXNPR0RQNzBqaFB5LzBOQlE0TDh0S1ZXNnhjZlcxaGEydHJZS0hldmc4TjgyajRFREJ5cjBCLzc3a2kwTkdqVEEzYnQzRll6MGd6QU9EZzU5R0lZWnh6Q01JNEQ2SE1mSnhGNmFSQ203cWVQZzRMRDBRMC9HY1Z5eno3bURoN20xL1p3U0tlT2hyYTJKZmR1M3c4NjJlYldlWDFkWEY4MmFOUU5La3lWYnQyN0ZvVU9IQUVDbVExV1pCZzBhd01yS0NqbzZPakEyTnVhM21xbXBxY0hDd2dJbUppWnlIYWx1M0xnQmZYMTlSRVZGSVRRMGxOOU9sNXViaTRLQ0FoZ1pHZkhIYnQ2OEdYWHExTUhjdVhOUlVGREFqMmRtWmlJbEpRVlRwa3lSbWR2VDB4T3RXN2V1MURVUC9zRURUZzcyR0R0aG9tcEdSa1lqYzJ2N09VbHhrU3NWZUdoTlYvc2pmNVljeW42V3luNUczMGlzOUJZS2hiMGRIUjB6QVR6SUx1TEt6d0ovZ1BqNGVCdzdkZ3k3ZCs5RzQ4YU5zWHIxYWo3WkdoSVN3bTlqUEhic0dHclZxc1hYV2FsZnZ6N0N3c0tRa3BJQ1kyTmpmcjY3ZCsveXora3lSNDRja1ZzbDhxWTNWNmIwNjljUDJkblpjc2ZrNStkRFRVMU5ybjI5cTZzcnBrK2ZEcWxVeXRkWkthcy9kZnIwYVhUcTFBbDZlbm9mK04xUkhrcW1FRUlJQVVvcnYvdjcrOFBNekF6UG56L0g5T25UMGJselowaWwwZ29MTHBxWm1XSGh3b1Z3Y0hDQWlZbkpKNDN2K1BIamZFRytWYXRXd2NiR0J2YjI5akF6TStPUHljM05SVWxKQ1dyWHJnMEFDQTRPaG9YRmY2dmtpNHFLOE04Ly93QUFFaE1UVVZCUWdKaVlHQUNBaG9aR2hRVXNDU0dmRDRaaFBvZTJuNnFPam83bkdZYnBqamZhbGVMZExVdTFCQUxCL0lydXJJU0tsenZVY0dJV01LeG5EQTBOK2NLdmlob3dZSURNRzhMQ3drTGs1dWFpVDU4K01zZE5tREFCUFh2MkxIY09xVlFxOTBieFhaWXZYODRYcTMzMjdGbTV4engrL0JnY3h5RTNOeGNMRnk3RXJGbXorRHBBZi83NUorN2R1d2MvUHorNXg0MGZQMTdtOS9QTGx5LzVMbGx2ZWpNUlV4a01BK2daMUVGS2FnWUFyc2IvWUwwUHd6QzVBQm95RFBQQlAwdHZKMnZmL0psOUk3Rml3RERNZHdMbTR4ZVVpY1ZpcUtpb29IWHIxbGl3WUFHeXNyTFFxRkVqaU1WaUpDWW1vbEdqUnJoMzd4NWZoeVE2T2hvelo4N0VraVZMZ05LdE5KMDZkY0xGaXhmNUZWUVNpUVIvL2ZXWHpGYkh1blhyWXNhTUdmRHc4RUJBUUFCY1hWM2g2T2lJK2ZQblk5S2tTVEEyTnNia3laUDU0OCtjT1ZOdXZIMzY5TUhTcFV2TFRZUy9mdjBhUlVWRmZDMmlzb1JQV0ZnWUVoSVMzcHZrcm9rb21VSUlJWVRYcVZNbnpKNDlHNEdCZ2JoOSszYTVxMGx5Y25Ld2I5OCtUSmt5QmNiR3h2RDA5TVNxVmF1d2F0V3FjaitsQUlEVTFGU29xYW5CME5BUXFxcXFsWTRyT2pvYTJkblo2TjI3dDh6NDBxVkxaWDY1SHp0MkRDVWxKWmcwYVJKU1UxTVJHaHFLbVRObklpVWxCUXpEOEwvQWMzSnlrSnFheXQ4Mk1UR1JtWWNRUWo2aGt2RHc4QjUyZG5ZV0FOeEVJdEZJQUIzS1c1bnl4dGVwUlVWRmpoOXpVcUZRV0J3ZEhaMzFjYUVyUjFKYzVFb0xLN3VZNkppWWZiMS9HR3F3YU42c1NtL3pBWUJ0MjdiSmZJL3YzTG1EWDMvOVZXNExSSG5GUHN1a3A2ZFg2aFAwZWZQbXdjWEZCUUF3WXNTSUN1UHEwYU1Id3NQRHNXalJJcUMwamUyYkhYMUNRa0lRR3h2TGJ6Y0N3SDlZVUdicDBxVVlPM1lzT25Ub29IQjhGU25kNW9PaTRxSk1odVZHSmNWSGxmL3UrVFB5NE1FRHV4WXRXaGl3TFB2QmlTRVZGWldoUXFGd1hkbnQ4bjVtT1k1N3puSGNQZ25MOVFMd1VUKzNCUVVGME5MU2dwNmVIcG8yYllyYnQyK2pWNjllYU5xMEtXSmlZaUNWU2xGY1hBeDdlM3VnOVBuMlpvYzFsUDV0dDJ2WExqNlpFaGtaaVRwMTZxQlJvMFpBYVZMajJyVnJmS2VkNTgrZjgrM25uejU5eWljOWV2ZnVqZURnWUF3Wk1vU2YrOFNKRTBoTFM0TzN0N2ZNT2NWaU1jYU1HWU1WSzFiSWJOUFUxTlRFK3ZYcmdkTHRQQUF3YnR3NERCNDhHRjVlWGgrYytGTVdTcVlRUWdncGwwUWl3WVlORzlDcFV5ZVo4VjI3ZHNuOG92Ynk4a0w3OXUxeDY5WXRIRGh3UUc0ZWxtV3hZTUVDQ0FRQytQbjVvV25UcHBXT1pldldyWmc0Y1NJU0V4T3hlZk5tL2hmemtDRkQrRmFwK2ZuNU9IUG1ESjhnMmJwMUt5Wk5tb1NNakF5TUdqVUs4K2ZQNXd2NnBhU2tJRDA5WGFiQVgycHFxdHgrZWtJSStWU2lvcUlTQWV3QnNLZFpzMmIxVkZSVVhBVUN3VWlHWWJxL25WamhPRTRhRXhPVCtzNEp2M0NKOFZGbkdscmEyWU1yUERUWGI0bnIvMjdlcVZRQldwUisrdjRtWFYxZHFLaW9WT29OM1AvKzl6OW9hMnNydkVMbHdJRURPSC8rUEZENnUrZHQ2ZW5wK1BmZmYrSHM3SXp3OEhBMGF0UUk2ZW5wK1BQUFArSGo0NFBFeEVRQWdMbTVPZWJObTRlQkF3ZENUMDhQTE12Q3o4OFBDeFlzd0xadDJ6QjE2bFI0ZTN0ajJiSmxjSEZ4Z1lxS0NrcEtTakI1OG1SczJMQkI0VTVVT2JtNW1MdndaL3h4OFRJNGpyMGhsbURZODRTb0w2Vm1pdmpodzRkcEh6T0JvNk1qLzZsUjJjOW82WGFmUnl6TDdtWVk1bUo0ZUhnMEFOYmMydUdqczFyLy92c3YvN3gxY1hIQjNidDMwYXRYTDFoYVdpSW1KZ1pwYVdsd2RYWGxuNHM2T2pweTlYWmF0MjZOT1hQbUlEMDlIWFhyMWtWSVNBaWZ5RURwOWpNREF3UDQrZmxWV0UvcStmUG5XTGR1SGJadjM4NlA1ZVhsWWVmT25kaTRjYVBjOFNvcUt1alFvUU1XTEZpQTNidDN2L05ueGRUVUZJTUdEVUptWmlZbFV3Z2hoSHkrcmwrL2prdVhMcUYrL2ZxWVBuMDZ3c0xDRUJjWGg3WnQyd0tsZTJIdjNidUhJMGVPZ0dWWlBILytIQUJnYkd3TWEydHJ0R25UUnU0VFBXZG5aK3pldmZ1RGE2WThmZm9VRVJFUnNMVzF4ZUhEaHpGNjlHaStLNGlycXl1a1VpbisrZWNmc0N5TEdUTm1RRWRIQnlVbEpiaDA2UkllUDM2TWpJd01lSGw1SVRNekU0OGZQK2JuYmRXcUZUL1B4WXNYTVcvZVBFcW1FS0lFOGZIeEZiYitMSk9UazRPdFc3ZnloVUwzN3QyTFBYdjJ2SGR1R3hzYjdONjl1MHJqL1JSS0V5VkhBUnkxdGJYVkY0bEVIUm1HOGVRNDdvZi8zcXN4MUZBRlFPbWJlamR6YS90RjUvKzhQRC9xNGQ4S3QwYitVSzFidCtZL0JMaDA2UkpDUTBOaFkyT0RmdjM2WWRpd1lmaisrKzhSRUJCUTRlUGQzTno0QXJSeGNYRnk5OWV0V3hmKy92NHlLNUdPSHo4T2QzZDNxS21wOFdNbUppWndkblpHVUZBUXZMMjlFUmtaaVppWUdLaXBxU0U0T0JnK1BqNXdkblpHbzBhTmNQYnNXZlR1M1J1cXFxcG8zcnc1Tm0zYXhLODZlSmV3OEFoTW5Ua1BLYy8vbFRJTXR6Z3BMbXBaVlJkUy9keHhITWVVYlNma09PNCt5N0o3T1k2N0hoVVZGZjhwemhjYkd3dHJhMnNBUUx0MjdmaGFQYU5IajRhR2hnYkdqeC8vM3BXMTZ1cnFjSEZ4UVd4c0xPcldyWXZyMTYvTHRFY0dBQjhmSDR3WU1RSi8vUEZIdVhQNCsvdkQyOXNibHBhVy9Oak9uVHZ4N2JmZndzYkdwdHpIakJrekJyZHYzOGFlUFh0a1ZsU1ZWMmZvN1RvL253dEtwaEJDQ0FFQVdGbFpZY3VXTGRpeFl3ZUdEeDhPVzF0YkJBY0g0OUNoUS93ZmVacWFtamgyN0JoMGRYVlJVRkNBUllzVzRmbno1NWc0Y1NMNjlldUgxYXRYdzhMQ2d0L3JYUlVhTm13SVB6OC9QSHIwQ0xxNnV1amN1VFB1MzcrUDJOaFlCQVlHQWdBeU1qS2dvYUVCRFEwTnJGeTVFa2VQSHNYbHk1Y1JHeHVMVmF0V3dkUFRFeUtSQ05ldlgwZDZlam84UER5d2YvOSt0RzNiRnE5ZnYwWm9hQ2hjWFYyckxHWkNTT1ZZVzF0ai8vNzlGZDcvZGh2anN2YXhYNkxTclRobkFKeXhzN01ielRCTVY0RkE0S2JBUTc4V2JGSmM1Q0tUcG5hWG43OTRFVFI0K0ZpVGFUOU53c1N4b3o1Smh4dFRVMU93TElzbFM1Ymc0c1dMMkx4NU14d2NIQkFkSFkzQXdFRHMyclVMWThlT3JiQlY3ZHNGYU10amJXMk4rUGovM290bloyZmoxMTkvUlhCd3NOeHh3NFlOZzYrdkwwYVBIbzNMbHkrWCszdkx6ODhQV2xwYXVIUG5EczZkT3djL1B6OTRlSGpBM2QyZDN3cnlOcFpsc1gwYWpSYi9BQUFnQUVsRVFWVFhQZ1JzMlE2cFZQSk15bktleng1RmhWVDZtL1VWWUJnbWtXVlpiNVpsL3loZFhmYkpTQ1FTWEwxNmxWOE4wckpsUzdSczJSSUFVS2RPSFNRbEpTRTFOWlhmUnZZdVpRbS8rUGg0U0tWU1BrRlRSa1ZGQmR1MmJZT09qZzZ1WHIwcTkvajE2OWZMckc2S2pvN0d4WXNYY2VMRWlRclBLUlFLc1hqeFlnd2JOZ3h0MjdhRmlZa0pzck96NGU3dURwUSsxejkzbEV3aGhCQUNBTGgyN1JwZjZUMGxKUVZtWm1iUTBkRkJlbm82WDlEdTBhTkgvUEVhR2hyWXUzY3ZWcTFheFkvTm1qVUx3NFlOZzZXbFpaVWxKMFFpRWI3NTVoc2NQSGhRNXRNL0d4c2J6SjQ5RzNGeGNSZ3hZZ1Q2OU9rRGIyOXZxS2lvQUtYN2RkZXRXNGVGQ3hkQ0pCSWhKU1VGbXBxYVNFNU94cjU5Ky9Ea3lSUFkyZGxCVTFNVFM1Y3VMZmVQWUVKSTlYajA2QkU4UENxdWdaR1dsb2FSSTBkV2EwdzFRVlJVVkQ2QVU2WC95QnVlUFlvS01UVzF0ZWZVSlh2WEJtenBlL3ZPZmF4YnRSUkdkZVVMc0FKQWx5NWRVRkpTVXU1OTVmMis4dkh4UVdwcUtrSkNRcENVbElTdVhidmk2TkdqYU5DZ0FWRGFiV3JMbGkwSUN3dkR1blhyY09qUUlUNGh1R3JWS216ZXZCbDVlWG1Jakl6a2Z5OWxaMmZqeHg5L2hGQW94SXNYTDhxTkpUMDlIWjZlbm53aDllVGtaTDdXbUpPVEU3cDM3NDZzckN6VXFsVUwzYnAxQXdDb3FxcmkxYXRYTURJeWdwNmVIamlPdzYxYnQ5Q3dZVU5vYW1waXc0WU5mSDJNdDZXbHAyUDY3QVc0Y3k4VUhNdWRaZ3ZaMGMrU1A4L2FPdFVoUER6OENvQXIxWEd1L2Z2M3c5VFVGQ1VsSlRKdGljdVViUWNzcTVGalpHU0UzMzc3amIvLzZ0V3JXTHg0c2N4akpCSUp4R0l4LzV4djJMQWhTa3BLa0ptWnlSOVR0Z3BaSkJJaEx5OFBZOGFNa2RtbU0yN2NPTVRIeDJQcTFLblEwdEpDUmtZR3hHSXg4dkx5a0o2ZUx0T3B5c3pNREZPblRrVldWaGJNek14Z2FXbUpvMGVQQWdDbVRadkcvKzMxK3ZWcmFHdHI0OFdMRjhqTnplV0xOdGQwOUpjaklZUVFvUFFQdUxKUEhmNzQ0dy9VcVZNSHQyN2R3bSsvL1laV3JWcEJMQllqTlRVVlAvendBNlpQbjQ3dTNidkx6YUdqbzRObHk1Ymh3b1VMVmJyU1kvcjA2YWhkdXpaT25EZ2hzMTBvTHk4UC92Nys2TlNwRXlJaUlqQno1a3lzV2JNR0tpb3FXTDkrUFdyVnFvVy8vLzRiVjY5ZWhZZUhCMWF1WElraFE0Wmd3SUFCK1BISEg2R2xwVlhoOGxSQ1NQVnAyclNwd2l0VFdKYVZLN0Q0TGd6RFZLcjdDdmw4SlAvM3ByK2Z1WlhkcEZ0Mzc2M3YyWGVnMnRvVlA2T3phMGU1WTh0YURWZkdIMy84QVFzTEMzVHMyTEhDbWlNdFc3YkVvVU9IRUJZV0JnTURBd0RBN05tejBibHo1M2ZPUFhqdzRITEhtelJwZ2laTm1tRFBuajBJREF5RXVybzYxcXhadzk4L2UvWnNvRFRaVThiRHd3TURCZ3lRK1RDaFRwMDYyTHg1TXdESXRjQXRjKzFHQ0diTTlVTm1WbFlST0c1NlVuelU5bklQSkVyUnFsVXJ1THE2d3RMUzhvTmF0YnU1dWNuVVJxbEtiOVlNT25ueUpBSURBeUVRQ09EaTRpS1h1T3ZmdnovL2RWa2lCUUEyYk5qQWZ6MXAwaVE4ZXZRSVFxRVE3dTd1ME5UVS9DUnhWelZLcGhCQ0NKRXpidHc0L1BycnI4akx5ME9iTm0xUXUzWnRwS2FtNHB0dnZrR25UcDJ3WThjT3VMbTVsZHVaeDliV2xtK0pWMUJRQUpabFAzcnA5VGZmZkFNZEhSMDBhTkFBcHFhbTJMZHZId29LQ2pCMTZsUU1IVG9VLy83N0w1eWNuRkJTVW9LVksxZGk0Y0tGeU0vUFI1MDZkWkNSa1lFbVRacEFYMThmSzFldXhOMjdkNUdSa1lHVWxCUUloVUprWkdRQUFMUzB0Q3BjZ2swSStiUmlZMlBmK1VkL2ZuNCt2ekxGMzk4Zk4yN2NrRHVtcUtnSUFvRkE3blZKVjFlM3dqYWU1TXVRRkIrMTNkamE5bWJtNjlkSHhrenlhVGJTYXdqbStFNzlvTzV4YityUm80ZEN4d2tFQWpnN093T2xxMUlVYWM5OTVNZ1JtZHRXVmxaOGx4T1UxcHNZUFhxMFFuUDUrdnJDMTlkWG9Wai9yNzA3RDZ1NnpQOC8vdnF3dUZKaVg4ZkJ6TVRKQWcwTnpYS2gxVW1uZEVxZE5OZlVTaHQvVFdxcmV5NVpxV21PU3pPVmxwbW1XVHF1YVptbTVoYVJHNWdLU2dscTdnb0N5b0hET2Zmdmo0RXpIa0hsQUhKQW5vL3I2dXA4dHZ2elBrVG5IRjduWGlUOTk3MXkwaFROL3Z3TEdabTlXWEoyT1JLM2UzZStHMEN4dU55d3JLc0pEQXpVeXBVcmk3eWVpMTBjVUQvLy9QTnVjNklVeEJkZmZPRTJvVzlwUVpnQ0FNalRrMDgrcWZyMTY2dGR1M2FxWGJ1MmpoLy83MElTVFpzMlZlM2F0V1czMjFXdVhMazhKeEw3K09PUHRYYnRXcVdtcGlvNE9EalBrR0xEaGcycVc3ZXVhMmpSbGZUbzBVT1NsSnFhcXNPSEQwdlpFNWkxYk5sU1R6enhoR3Z1bEtlZmZ0bzFCdmZOTjk5MGErTzk5OTdUbmoxN0pFbExseTdWNGNPSE5XclVLRmRYMG1lZWVVYjMzNS83MjB3QTExYWxTcFhVb1VNSERSMDZWTjk5OTUxT25UcWw3dDI3YTk2OGVmckRILzZnMXExYmErclVxYTZlQVpmK3Y1M2p6VGZmVksxYXRmVE1NODhVOHpOQVNYQWtkdmZ1VzI2NXBZbHY1WnVtelo3N1JaK29iVHMwYmRKNC9hbE9jTEhXVVpUenRseUxQeXAvTzVpZ0FhOE4wZDU5Y1hJNm5SOWJHU245anlRazJJcjhSb0NIU2xPSWtvTXdCUURneGhpajZPaG9OVy9lWEx0MjdWTGx5cFZ6TFZXM2R1MWFYYmh3UWExYnQ5YnExYXQxOHVSSmRlalF3WFU4WjZJN0h4K2ZYSk9jS2J1Yi9zaVJJelYvL3Z5cjFwT2VucTVSbzBZcExpNU81Y3VYMTUvLy9HZEpVdFdxVmZYRUUwOUkyYXNjQkFRRVNObmZRaXQ3Y3JTNHVEakZ4Y1ZwLy83OSt2REREMVd4WWtVbEp5ZHI0TUNCYXQyNnRRNGNPS0JodzRhNWV0SUFLSDVmZmZXVm5ucnFLVWxTVWxLU1RwNDhLV1VQUGN3WlQ5KytmWHZObWpYTGJmeC9mSHk4Smt5WW9Ca3padVQ2RUQ1bXpCamRkOTk5cnRjTGxBMUhqaHhKbDQ3MHZUV2s0ZXE5ZStNK2Z2ekpybFhlSERsTVQ3Wi8zTnVsbFFpTGxpelhxTEhqbEo1dU8rY3d6ajZING1JdVAzc29nS3NpVEFFQTZPelpzMXExYXBYT25EbWp3TUJBV1phbDIyKy9YZSsrKzY1cnJnSi9mMytkT1hOR3lwNE52a1dMRmhvelpvd0dEaHlvOWV2WGE5eTRjZnJIUC82aEcyKzhVVUZCUVZkY1p2akFnUU82K2VhYjg5VXJwV0xGaW1yWHJwM0N3c0pjUWNtRUNSTTBmdng0dmZmZWUzbGVNM0hpUkMxWnNrUlZxMVpWZUhpNHVuZnZyb3lNREMxWnNrUno1ODVWMTY1ZDFiTm5UKzNidDAvRGh3OVhxMWF0MUxkdlh5YWhCYnlnU1pNbWV1V1ZWelIzN3R3OGo5dnRkZzBmUHR4dDNMMnlWNmQ0K09HSDgvdzJzMjNidGhvOGVMQWFOR2lnNnRXclg3UGFVVElkaW90WlZLZGV2Wjh2cEp2NXJ3OGIyV0xUbHExNmEvUUlCWGg1SG9haUdQWmFFR25uejJ2RTZMZTBmT1czTXNac3Rhek1ib2RpOXlVV2V5SHcyT25UcHpWMzdsejE3OS8vbW41RzJibHpweG8xYW5UTjJyK1NUcDA2YWVUSWthWHlpeTArTlFJQVZMVnFWUTBaTWtUMTZ0VlRZR0NnbEwzMGFNdVdMVjJUNk4xOTk5MzY2S09QMUxKbFMxV3ZYbDBEQnc3VUR6LzhvRTZkT3VtdmYvMnJwazZkcWs2ZE9zbHV0OHZIeDBkK2ZuN3k5ZldWM1c1WFJrYUdNakl5Tkd2V0xOV3ZYMS9SMGRGWG5aenZZaEVSRVc3Ymd3Y1BkazNDZHpuMzNudXY2M0ZHUm9ZNmQrNnNCZzBhYVByMDZhcGJ0NjZVdlNMUTdObXpOWExrU01YR3hpb3NMTXlqbnh1QXdudnd3UWYxNDQ4L2F0cTBhYnI5OXR0ekhaODFhNWJxMUtuajF2dHQ0OGFOT25QbWpEcDM3cHhubTAyYU5ORVRUenloa1NOSDZvTVBQaWlWM2NkUk9BZjM3VXVVOUVDZDBQQTNsMzM5N2VCZE1iLzRUcDA0VG5jMUxKN1grWDc5K3FsejU4NnU5N3BqeDQ3cGhSZGUwSXdaTTF3cjVCV0g2SmhmTlBEMW9VbzhkTVJoU1JNU1lxTkhTbklVV3dFb2xQTGx5MnZ6NXMwNmVQQ2dPblRvb0JFalJ1UjVuczFtMC9mZmYrLzZET2VKMU5SVWpSOC8zaFZzejVrelIzUG56czAxNlhKcWFxcTZkZXVtUG4zNkZQajVSRVZGNmF1dnZ0Szc3NzU3MldCeC9mcjFXcjU4dWRzRXRRQUFYRFBCb2VIcnUvUjh6aFNseE1URXE1N2pjRGp5M0orVmxXVnNOcHU1Y09HQ3NkbHN4bTYzRzZmVFdhVDFsU1JkZWo1bmdrUEQxM3Y3OXdDNG1tdnhXbEVVYkRhYlNVMU5OUXNXTERDVEowODJ4aGd6ZWZKa3MyREJBbU96Mll6TlpuT2RtNUtTWWg1OTlGRVRFeFBqMXNhWU1XUE1yRm16WE5zWkdSbm15U2VmTko5OTlsa3hQcE1yNDdYQ08ycUgzUFZ3Y0dqNDc3YzNhR0krK21TMmNUaXU3ZnZSc1dQSFRQUG16VTFLU29yYi9oRWpScGhodzRaZDAzdm5jRGljNXFOUFpwdmJHelF4d2FIaHZ3ZUhoajNrN2Y4T1pVMVJ2ZDRlT25USTlPL2YzMlJrWkZ6Mm5JY2ZmdGdrSlNVVitCNnBxYW5tdWVlZU14czNialN6WnMxeWV5M044ZGxubjVtWk0yY1crQjdHR0pPWm1XbDY5dXhweG84Zjc5clhzV05IMSt2NTNyMTd6Y01QUDJ5MmJ0MWFxUHVZWW5xOXBXY0tBQ0JQdDk1NjYxWFB1ZHkzQ3I2K3ZtVnVLVkpmU3dHTkdqVmFyLzlPb21ZdU9tUXUvbmYyYlBXNWpsL21tdXhMOHI3bWt1dnl1aWJYL2E5RmZaZmUwSlByTDdvdXIrUHBEb2RqVkV4TXpFbmh1dlRXVzI5cDNicDFydTJNakF3Wlk3Uml4UXJaYkRaWmx1V2FZRnJaUGM0aUlpSjAzMzMzcVVHREJrcExTMU55Y3JKOGZYMjFmLzkrVjY4elNTcFhycHhHang2dHJWdTNGdnZ6UXNtU0dCZTl2bVpvYUVQTFh2Nno4Wk9tdE4yMEpWSlRKcjZ0Lzh0ZXlyaW9yVjY5V2c4KytLQldyVnFsOWV2Lzk3ZGNlbnE2TE10U3YzNzlYUHZHamgxYjVEMVZUcDArbzFlSGpORG1yWkdTTVN2dHl1ajFlMnpzbVNLOUNhNjU1T1JrZGUvZVhTdFhydFMwYWRNVUZ4ZVg2NXc3N3JpajBEM3YwdExTVks1Y09jMllNVU0rUGo2S2o0L1g1NTkvcmhVclZyaWRkKzdjT1hYdDJyVlE5L0wzOTlmRWlSUFZyVnMzM1g3NzdmcmIzLzdtT25idzRFSDE3OTlmdzRZTlUvUG16UXQxbitKQ21BSUFRTkd4OU4rQXdKVXlXZTZmY2l6THNtU01zZks0eHZVNHIydXl6N0V1dnVhU2ZSZGZkM0VUdWM2OXpEVVhiK1oxemNYN2Mrck04L0dWbnQrbDdWOTgvMHVlbjc5bFdUVXR5OW9nNlV2aHVqUml4SWpMZGx1L2tqWnQya2paOHpmbExNbFp1M1p0UGZqZ2cyN25oWVdGTVh3UGtxVHNNT0d2dDRZMEhMQmw2NC92UHRhdVUvbjN4citsK3lPSzlvODJoOE9ocFV1WHFuZnYzbXJhdE9sbDU0RXd4c2l5TE5kY1lFVmwwNVlmOWZLZzRUcDc5bXlHdzVoQmgrSmlwaFhwRFZDczB0UFRYWTk3OXV6cFdvSmJrclp0MjZZZmZ2aEI1Y3VYTDlROUZpMWFwRysvL1ZZVEowNVVyVnExcE94VkZDOWRHVzNPbkRuS3pNd3MxTDBrcVhyMTZwbytmYnBxMUtqaHRqOG9LRWh2dnZtbVdyUm9VZWg3RkJmQ0ZBQUFpb0RES0czbnpwMzVud2dHVjlTd1ljTVFQeisvV0I5dnpOYUlFaStuNTl2ZGQ5K3Q3ZHUzZTdzY2xDS0g0bUttMWE1NzE2YlRwODk4MGZ2NWY0VDA2ZjIwWG52cFJmbjcreGRKKzh1V0xkT2hRNGRrV1phQ2dvTDA1WmRmNnA1NzduSDdBOUVZby9idDIydmN1SEVxVjY1Y2tkelhicmRyMHBUMzlmSHN1VEpPWjV3elMxMFB4Y2ZzTEpMR1VTSlVybHhaNzcvL3ZtdjcwVWNmTFpKMmUvZnVMWnZOcGhkZWVFRkxsaXlSSk0yZE8xZExseTUxT3k5bnpwU0Mycmh4WTY0MkplbjQ4ZU9hT25XcWJyenhSaWs3M0ZIMjh4MDdkbXlCNzFjY0NGTUFBQjc3MTcvK3BUdnV1RU90V3JVcTBuYTNiZHVtK2ZQbmEvTGt5YTU5dlh2MzFtdXZ2WGJGYjVkVFVsTDA4c3N2YThTSUVhcFRwMDZSMWdRQXVMNGt4a2Z2dlBubXV4dVh1OUh4NzVtZnp1bjEwOC9iTlhYU09OVyt0VmFoMnJYWmJQcm9vNDhVSEJ6czJuZlRUVGZwbTIrK2NRdFQ5dS9mcnpObnp1aTIyMjRyMVAxeUpCNDZySUd2RFZYTUwzdGtqUGswTThYdnhhTkh0MThva3NaUllwdzdkODd0YzFkU1VsS1J0ZDJ2WHo5MTdOaFJmbjUrQ2dzTDA0UUpFOXg2d1NoN3haK3NyS3dDM3lNa0pNUXRqSmswYVpJZWYveHhkZXZXVGZ2MjdkT0tGU3MwYU5BZzEvSFNzTUppeWE4UUFGRGlmUDMxMTI3ZmpseXFRNGNPT25reS85TmN2UGppaTVjZGg1dVZsWFhWK1ZmR2poMnJpaFVycW5idDJscTZkS2ttVHB5WTUzbXpaOC9PYzdVUUFFRFpjdlRvOWdzNnF0N0JvUTFYeCt6KzVhTy8vcTNMRFcrUEdhRW4yajVXNERhUEhEbWlCZzBhdU0yQjhzZ2pqMmptekpuS3lNaHdEY2VJakl4VVJFUkVvWWRuU05LeXIxZHB4T2kzZGY3OCtWUWo4L2VFMkpndkN0MG9TcVFxVmFwb3pabzFydTJpNnBtaTdOL2R5TWhJZGV6WVVhTkhqNWJENFhENy9PVndPT1RuNXllSHcrRldneWYrK01jLzZvOS8vS05yMitsMHFuSGp4cXBYcjU0Y0RvY0NBZ0xVcEVtVEludE94WUV3QlFCd1ZSMDZkTkRaczJkZDIybHBhWHIyMldkem5YZlRUVGRweVpJbCt1eXp6K1IwT3QyT2RldldUUys5OUpMYmtzVTVLbFNvb05PblR5c3BLVW1abVprNmNlS0VxbGF0NnRwT1RrN1dpUk1ucE96dS9kV3FWWE5kKzg5Ly9sT3hzYkg2L1BQUDVlUGpvL2J0MjZ0OSsvWkYvQk1BQUZ5UEVtSmp2cWhWTnl3cTdjTDUrUys5UHV6ZVRWdCsxSmczaHFwU3hZb2V0MVczYmwzWGN0dzVhdFNvb1Z0dXVVVlJVVkc2Ly83N0pVbGJ0bXhSeDQ0ZEMxWDNoZlIwalJvN1R2OVp1a0pHSnNycGNIWTlkR0QzYjRWcUZHVldWRlNVTm03Y3FJNGRPeW81T1ZsYnRtelJxRkdqOU5CRC8xMEVhc09HRFJvelpveWFOV3RXSlBlejIrMDZjdVNJYTQ2VzBvb3dCUUJ3VldscGFWcTJiSmtDQXdNdmUwNXljckk2ZGVva1NhNXhyeGV6TEVzQkFRR1hiV1BBZ0FFNmNlS0VrcEtTTkhEZ1FBMFpNa1NqUm8zUzhlUEg5ZFpiYjdtK0VYRTZuVnExYXBVa2FlTEVpZHE4ZWJObXpweXBkZXZXS1Nnb3FOVE1BQThBS0JrT3gvL3lxNlNJMnZVYXZyTm95ZkpYZCt5SzhaazJhWnp1ckYvUDQ3YnllditMaUlqUUR6LzhvUHZ2djErcHFhbmF0MitmN3J2dnZnTFh1MmZ2UGcxNGRZaCtTMGgwR3N1OGw3Z3ZacGlrZ28rL1FLbHc2VEFmL1cveTkxeU9Ieit1M2J0MzUzczRkblIwdEJvM2J1eHhUWjdlSjhmbXpadFZ1M1p0QlFRRVhQYWN0OTkrVzYrKytxb3FWS2pnY1YzRmhVbmRBQURGWnRXcVZabzNiMTZ1WGl1U05HUEdETDN4eGh0cTBxU0pGaXhZb1BEd2NDMWJ0a3cxYXRUUWpCa3p0R3paTW4zeXlTZHVIeHhDUWtMMHlTZWZ5TmZYVjFPblRyM2lteklBQUZlUWxiZ3ZacERUNGZ6THdZTUpKLy9XdFpjK25UTlA3cXUrRjB4RVJJVGk0K09sN0Q4aW16UnBva3FWS25uY2pqRkduODZacDc5MTdhV0RpWW5IblE3SG80bjdZZ1lScEpRTklTRWhXck5tamRzL2w1dkErTHZ2dnRQR2pSdnozWFprWkdTQndoUlA3NlBzaVd5blRKbWlMbDI2WFBhY2pJd01MVjY4V0NWOURucDZwZ0FBOGkwNU9WbVBQUEtJMnpkdktTa3BXcnQyYmI2dXIxYXRtdWJObTZmVnExZnJqVGZleU5mOEplbnA2YXFZM2QzYXNpeTNOOVlubm5oQ2t0Uy9mMy8xN3QxYlZhdFdWVVJFaE52MWRydGRsbVhKejg5UDFhdFhkODFVRHdEQXBRNGQyTDIyVHAyd2hwbktuRE4yL0tUV203WkVhdEw0TjNWVDFhb0Ziak04UEZ5elo4K1dKSzFaczBaLy92T2ZQVzdqYkZLU1hoc3lVaHMyYlpZeDVqdGJsaytQNC9IUnB3cGNGRXFkK2ZQbnUyM2JiRGFWTDE5ZXYvLyt1OUxTMHR5Q2xWMjdkdW54eHgvUFY3dHhjWEZLUzB1VHI2K3ZXclpzS1p2TnBwWXRXK3JDaFF0YXQyNmRsUDFaYXRPbVRiTGI3ZXJRb1lQcnM1UW45NUdrQXdjT2FNU0lFUW9KQ1hGOWhsUDJjTytVbEJUWGt1SDc5KzlYdFdyVmlteTFxMnVGTUFVQTRKRnExYXJwMjIrL2RXMTdNZ0hhdmZmZXF6NTkrdWk5OTk3VDAwOC9yUmRlZUVFOWV2UndCU1JPcDFNblRwelFwRW1UMUtCQkEzMzk5ZGRLVFUxVmxTcFZwRHpDRkVtYU5XdVd0bTdkcXFGRGgrcm1tMi9XbGkxYjNJNFBIVHBVNGVIaDZ0eTVjeUdmT1FDZ0xEaDQ4SmNUa2g2dEhkcncxUTJiTnIvVHBuMW4vMysrKzdhYU43MG5IMWYvejlOUFA2MURodzY1N1R0Ly9yeWlvcUpjRTZVUEh6NWNyVnUzdm1JN1d5T2o5TXJnNFRwNTZyVGRhY3pReE5qb3laSUszMlVHcFZyLy92MjFZOGNPK2Z2N3ExMjdkbTY5bmVMaTR2VE9PKy9rcTUyZ29DQ05IejllZDk1NXB5czh5UzlQN3JOOCtYS05IejllM2J0M1Y3OSsvZHg2R3RlclYwOVZxbFJScTFhdDVPZm5wL1QwZFBYdTNkdWpXcnlCTUFVQVVLd0NBZ0kwYXRRb05XM2FWRys5OVpac05wdjY5T21qNTU5L1hydDM3MVpnWUtCdXV1a21SVVJFYU0rZVBZcUtpdEsyYmR2VXRHbFRXWmJsOXVhN2VQRmlMVjY4dUVTUHB3VUFsRW9tTVRabVVxMDc3dnpoeEtsVFgvUjQ5dSszOWV2empGN3UvLy95dldUcjNMbHpDMVZBVmxhVy9qbjlBMzM0OGFkeUd2T3J3Mkh2ZW5qL25wOEwxU2hLamNEQXdDdUdHek5uenBUVDZjejEyVWlTVnE1Y21lLzdWS2xTeFRVNXNxYzh1Yzhqanp5aVpzMmFxWHIxNnJtT2xTdFhUcDk4OGttQmF2QW13aFFBZ0VlU2twTGNWdkpKU2tvcVVEdVBQdnFvUWtOREZSZ1lLQjhmSDNYcTFFbWRPM2ZXTjk5ODQyby9QRHhjbXpadDBxQkJnOVNtVFJ2MTZkUEhiZno2NXMyYjlmNzc3K2U1c2hBQUFJVjFlUCtlbi85UXYzNTRKYWYvaHgvTW5OWDlwNSszYWNyRWNicWw1czJYdldidzRNR0Z2dStSMzQvcXBkZUhhc2V1R0RtTm1YZkJ4OTd2MVA2OWFZVnVHTmVWa2o2bnlNVXFWYXBVb0xtQ1NqTENGQUNBUjI2ODhVYU5IRG5TYmQ4Tk45eWcxTlJVajlzS0RnNTJQZjdMWC82aWJkdTJ1UjFmdFdxVnVuYnRxb2lJQ0VWSFI2dGN1WEt5Mld5eTIrMmFQMysrSms2Y0tGOWYzMEk4R3dBQXJ1elUzcjFwa25vRWh6WmNzMzFYOUwvYWR1aGNlZHpZa1dyekY4OVdNTW12VmF2WGFPZ2JieW9sTGZXODAyRmVPTFEvWnM0MXVSR0FRaUZNQVFEa1crWEtsVFZpeEFpM0VPUmEyYjE3dDdadDI2YlJvMGNySUNCQU5XdldsTVBoVUZwYW1uNy8vWGV0V3JWS3ZYcjF1dVoxQU5lYnZiRng2dHFyajdmTEtKUDJ4c1o1dXdRVVFrSnN6R2MxUSsvNk1TVXQ5WXNYWHg3VXVQT1RIVFJxK0tBaUcycWFubTdUbUhjbTZLdi9MSldSMldFMzZ2cjcvcGo5UmRJNHZJTFhXKzhwanRkYndoUUFRTDc1Ky92cndRY2ZkTnVYbnA3dW1rMitzTE91bno5L1hqNCtQa3BPVHRZYmI3eWhmdjM2dVMxMzdPdnJxMnJWcW1uQmdnVUtEUTI5YkR2bnpwMlQzVzZYTVVhLy92cXJtalp0V3FpNmdPdUZrVm1Sa3BLbXlLanQzaTZsUUN3NXkwdVNrVStHdDJzcE1Nc3M5M1lKS0xqZlk2UDNxMzc5NXNIRzc5MEZpeFlQMkw0cjJwbzJhYnhDUTY2K090MlZ4TVlkMElCWEIrdkFyNzhaV1daYWdwVTFTUHYyWmhaWjRTaDJwZjMxOXJwd2pWOXZDVk1BQUlVeWZmcDByVnExU241K2Z1cldyVnVCMituU3BZc09IanlvbDE5K1dRc1hMdFNkZDk2WjV3bzgzYnQzMS92dnY2OHBVNlpjdHEyMWE5ZTZacGNQRGc3T3RWd3lVRlpscndJeTJkdDFGRlNqUm8zV1M5TE9uVHNmOW5ZdEtNUDI3czFNa0Y2cWZVZUQxZkh4djgxcDM3bEh0UkdEWDFYM0xwMXlUUVI2TmNZWWZiNWdvZDZlOEo0eU16SlBHNmV6WitMKzNkOWNzOXBSYkVyNzZ5MEFBR1ZDY0dqNCtpNDluek9sbmNQaE1NWVlrNVdWWmV4MnU3Zkx5YmN1UFo4endhSGg2NzM5ZTNBOWFkaXdZVWpqeG8xTm8wYU51bnE3RnBRY2pSbzFXcDhUcUFBbFFhMlFrSnVEUSsvNnZrNjljTlAzSHkrWnBPVGtmTDkzSkNVbm03Ny9lTW5VcVJkdTZ0UUxYMU83WHIwYTNuNCtBUEt2OUV6L0N3QzQ3dVhNU3UvcjY1dnZwU2NCQVBDV3czRnhSeE5pbzFzWjR4eTJkdDJHckxZZE9pdHEyNDZyWHZmVHo5dlZwbjFuclYyM0ljc1k1N0NEKzNhMVR0eTM3MWl4RkEyZ1NCQ21BQUFBQUVEQk9STmlZOFk1amVPQm84ZU9KM1RyM1ZmVC9qMUREb2N6MTRrT2gwUC9uUDV2ZFgvbWVSMDdmanpCYVJ3UEpNVEdqSk5rdkZJNWdBSWpUQUVBQUFDQVFrcU0zZjFqU3RiNXV4eFpqb1ZUM3Y5QTNaL3BxMlBIVDdpT0h6dCtYTjJmZVY3VFA1Z3BSNVpqWVVyVytic1NZM2YvNk5XaUFSUVlZUW9BQUFBQUZJR3o4ZkVwQ1hIUlR6a2R6cjQvL2J3anZVMzdwL1RkOSt2MTNmZnIxYVo5Wi8yMGJjY0ZwOVBaSnlFdStxbXo4ZkVwM3E0WFFNRXhJQjBBQUFBQWlsRGkvcGlQYjYxNzE0L256cVhNNzlmL2xZYVNKS01ZT1IyZEUvZnZqdlYyZlFBS2o1NHBBQUFBQUZERURzVkg3L0hOU3J2WGt2TURYNWxadmxscDl5WVFwQURYRGNJVUFBQUFBTGdHNHVQak13SXIrdGx1ck9qN1pIeDhmSWEzNndGUWRBaFRBQUFBQUFBQVBFQ1lBZ0FBQUFBQTRBSENGQUFBQUFBQUFBK3dtZzhBWENmMnhzYXBhNjgrM2k2alROb2JHK2Z0RWdBQUFGQ01DRk1BNERwZ1pGYWtwS1FwTW1xN3Qwc3B1eXl6M05zbEFBQUFvSGdRcGdEQWRTQXhObnF5cE1uZXJnTUFBQUFvQzVnekJRQUFBQUFBd0FPRUtRQUFBQUFBQUI0Z1RBRUFBQUFBQVBBQVlRb0FBQUFBQUlBSENGTUFBQUFBQUFBOFFKZ0NBQUFBQUFEZ0FjSVVBQUFBQUFBQUR4Q21BQUFBQUFBQWVJQXdCUUFBQUFBQXdBT0VLUUFBQUFBQUFCNGdUQUVBQUFBQUFQQUFZUW9BQUFBQUFJQUhDRk1BQUFBQUFBQTg0T2Z0QWdBQUFJQjhDcFFVM0toUm93M2VMZ1RJTDJQTWJaWmxlYnNNQUVXTU1BVUFBQUNsZ2pIbVZzdXlBaTNMZXREYnRRQ2VNTWJzOVhZTkFJb1dZUW9BQUFCS2s1UWRPM2I4bjdlTEFEems4SFlCQUlvV1lRb0FBQUJLbXl4dkZ3QUFLTnVZZ0JZQUFBQUFBTUFEaENrQUFBQUFBQUFlSUV3QkFBQUFBQUR3QUdFS0FBQUFBQUNBQndoVEFBQUFBQUFBUE1CcVBnQUFBQ2lSNnRXckYxYStmUG1oT2R1V1pRVklzc0xEdytmbDdITTRISk4zNzk2OTNXdEZBZ0RLSk1JVUFBQUFsRWluVDU5T3VPV1dXN3BabHVXMjM3S3NicEprak5HeFk4ZjZlYXMrQUVEWnhUQWZBQUFBbEVpblRwMUtNOFlrR21OeUhjdmVkK3IwNmRPcDNxZ05BRkMyRWFZQUFBQ2dKRnRvV1pZdURsU01NY3JldDhxcmxRRUF5aXpDRkFBQUFKUllKMCtlbkhDNW5pbkp5Y2xEdkZJVUFLRE1JMHdCQUFCQWlYWDA2TkhUa283bWNTZ3BJU0hodUJkS0FnQ0FNQVVBQUFBbG05UHBYSzdzM2lnWDlWSlo3OVdpQUFCbEdtRUtBQUFBU3JTVWxKVHhlZXdiN0oxcUFBQWdUQUVBQUVBSmQvRGd3VVRMc2s1ZnRDdmwxMTkvamZkaVNRQ0FNbzR3QlFBQUFDV2UwK204ZU9XZURWNHNCUUFBd2hRQUFBQ1VmRGFiYlpJa1daWWx1OTArMXR2MUFBREtOc0lVQUFBQWxIaXhzYkc3alRHcHhwZ0x2L3p5eXpadjF3TUFLTnY4dkYwQUFBQUFrRStySlZYMWRoRUFBQkNtQUFBQWxCRjFRc1A3R3FtYnQrc29xTlFNVThVWTR4TWNHbDVxbDBXMnBQa0hZM2ZOOUhZZEFJRENJVXdCQUFBb0k0elU3Y1liQXg2cUh4cmk3VkxLcEwyeGNVcEpTWk1rd2hRQUtPVUlVd0FBQU1xUStxRWgrdUt6ajcxZFJwblV0VmNmUlVadDkzWVpBSUFpd0FTMEFBQUFBQUFBSGlCTUFRQUFBQUFBOEFCaENnQUFBQUFBZ0FjSVV3QUFBQUFBQUR4QW1BSUFBQUFBQU9BQndoUUFBQUFBQUFBUEVLWUFBRVhNYWRzQUFBa2NTVVJCVkFBQUFBQjRnREFGQUFBQUFBREFBNFFwQUFBQUFBQUFIaUJNQVFBQUFBQUE4QUJoQ2dBQUFBQUFnQWNJVXdBQUFBQUFBRHhBbUFJQUFBQUFBT0FCd2hRQUFBQUFBQUFQRUtZQUFBQUFBQUI0Z0RBRkFBQUFBQURBQTRRcEFBQUFBQUFBSGlCTUFRQUFBQUFBOEFCaENnQUFBQUFBZ0FjSVV3QUFBSEROTEYrK1hLTkdqYnJzOGNXTEYrdm5uMzkyYmFlbXBpb2lJc0sxUFczYU5IMzg4Y2RYdlUrelpzMlVuSng4eFhNKy9mUlR6WjgvUDkrMUF3QndPWVFwQUFBQXBWQklTTWdORFJzMnJPenRPaTZWbFpXbE45NTRJOS9uMzNiYmJSb3pab3hTVTFPdmFWMTVhZGV1blpvMmJhcG16WnFwV2JObXV2dnV1NVdSa1ZIc2RRQUFTaDgvYnhjQUFBQUF6MVdzV1BGdUh4K2ZsWTBiTjE0dGFiRmxXU3UyYjk5K3p0dDFPUndPclZ1M1RtUEhqblh0Kys2Nzc3UjE2MWJYZHBVcVZiUm8wU0pKMGwxMzNhVUhIbmhBQ3hjdWxERkdrWkdSeXN6TVZMOSsvU1JKaHc4ZmxwK2ZuN1p0MjZabm4zMVc5OTU3cjlxMmJhdWtwQ1JabHVWcTAyNjNxMjNidG02MTJHdzJiZCsrWFptWm1jckl5RkJtWnFhTU1VcE5UVldsU3BXazdONHE5ZXZYbHlUZGM4ODkxL2luQXdDNFhoQ21BQUFBbEY2VkpIV1ExTUhwZEdZMmF0VG9lMlBNWXN1eWx1M2N1Zk9VdDR2TDBicDFhNDBaTStheXh3Y01HS0J5NWNycHhJa1RhdHk0c1Y1ODhVVzkvUExMa3FRRkN4YW9Rb1VLYXQrK3ZXclVxT0c2WnM2Y09hcGJ0NjVydTFtelpscTVjcVVDQXdPbDdPRkNEejMwa0NScDdkcTFtajkvdm80ZE82Ynk1Y3RyM2JwMUdqMTY5RFY4eGdDQTZ4MWhDZ0FBUUNsbWpNbDVXRTdTWXo0K1BvOUorckJSbzBhYkxNdjZqOFBoV0JJZEhmMzd0YTdENlhUcS9Qbnp5c3pNbExMRERHWDNEckhiN1hrTzR6bDc5cXdpSXlNbFNXM2J0bFdOR2pWVXVYSmxXWmFsa0pBUVNWTFZxbFZWcVZJbDEzWkJ0R25UUm0zYXRGR1BIajNVcGswYmRldldyY0J0QVFBZ3doUUFBRkFTV1phVmt4RDh2WEhqeHEyOVhFNkpaSXdKeW5tY005ekZHSk1UcnZoS2VralNRejQrUHRNYU5XcTAzUmp6NWJrTVUrRmExWFAwNkZIOS9lOS9seVFGQmdhcVM1Y3Vic2N2M1phazRjT0hLejQrWG12V3JGR0xGaTBVRUJBZ3A5TXBINStyVCt2My9QUFB5OWZYMTdWdHQ5dlZzV05IdDUvRnhRNGRPcVI5Ky9ZcEtDaElEUnMyVkZoWVdJR2ZLd0FBaENrQUFLREVzZGxzeHlwVnFyUkhVbTFqVEcxdjExTVNXWmFWS3hpeExNc3RSRERHeUxJc3l4Z1Q2T1BqVTk2U3c3cjBtcUp5eXkyM2FPWEtsVkoyYnhTYnphYkF3RUN0V0xGQ0Z5NWNVT2ZPbmZPOHJrV0xGdHExYTVjU0VoTDA3TFBQeWhpajgrZlBxMVdyVnBLa0N4Y3V5TElzZmZubGw2cFpzNlptejU0dFNab3hZMGF1WVQ2TEZpM0tjNWlQSk0yYk4wL2g0ZUdxVXFXS2hnd1pvZ2tUSnNqaGNNalBqNC9EQUFEUDhlNEJBQUJLbkxpNHVGUkpkQjI0Z3ZEdzhJZDhmSHpXWHhxZzZIK2hTclJsV1F1enNySVd4Y1RFeEVsU2NHajRJOWU2cnF5c0xBMGFORWkxYXRYUzY2Ky9ydE9uVDdzTjhVbE1UTlNHRFJ2VXExY3Z0K3VDZzRPMVpzMGFyVnUzVGw5OTlaVSsvUEJES1h0cDVFcVZLcWxQbno0RnJpaytQbDZSa1pGcTE2NmRLbFNvb042OWV5c29LRWdwS1NtNjRZWWJDdkZzQVFCbEZXRUtBQUJBS1pZVHBHUVBiOW5oZERvWEdXTVc3ZHExNjBCeDE1S1JrYUZodzRiSng4ZEhMNzMwVXE3amUvYnMwWUFCQS9UVVUwOWR0bzJGQ3hmcWtVZXVudm4wN05uenFxdjVLSHQxb1o5Ly9sa0RCdzVVWW1LaUpLbFdyVm82YythTUxseTQ0T3JKY3JHZmZ2cEp0V3ZYVmxCUVVLNWpBQUNJTUFVQUFLRDBNdjlOVXJaTFdtUzMyeGZ1M3IzN04yL1dNM2p3WUFVRUJHajA2Tkd1NFRQKy92N0t6TXpVbENsVDlKLy8vRWV2dnZxcTJyZHY3M2FkM1c2WE1VYVRKMDlXYW1xcTJyVnJkOVY3WFcwMW54d2pSNDVVaXhZdDFMSmxTMzM2NmFldS9aR1JrZnJUbi82a2loVXI1bXI3NjYrL1Z2UG16ZFdtVFpzQy9Sd0FBTmMvd2hRQUFJQlN5TEtzUGNhWVArM2F0U3ZCMjdYa2VPMjExMVN6WmsxWGo1SGZmdnROS1NrcCt2YmJiOVc0Y1dNdFdMQkFOV3ZXZEx2bW0yKytrYzFtMDQ4Ly9xaXdzREE5OTl4ejh2ZjNkeDBQQ3d0ejI1YWs1Y3VYdTAwK0swbmx5NWZYaVJNbjNNS1U1T1JrUlVWRnFVT0hEbTduT3AxT3paa3pSODJiTjNmYjcrUGpJN3Zkcm1QSGpya3R3d3dBd0tVSVV3QUFBRXFoblR0M25wSjB5dHQxNUhBNEhFcEpTZEcyYmRzVUZ4ZW5IVHQyS0RrNVdhMWF0ZEwwNmROVnIxNjlYTmVjT1hOR0gzNzRvV2JQbnEwWFgzeFJyNy8rdXFwVXFlSjJUc3VXTFhOZGQybVFJa2s5ZXZSUTM3NTk1WEE0WFB1eXNyTDB3QU1QS0R3ODNPM2NTWk1tS1NFaFFWT25UblhiWDY5ZVBiVnIxMDcrL3Y1NTFnc0FRQTdDRkFBQUFCU2FNVWJUcDAvWHpUZmZyRHZ1dUVPUFBmYVl3c0xDcnJqTThmNzkrOVdwVXljRkJRWHAzWGZmMVR2dnZLTVJJMGJJMzk5ZmZuNSs4dlgxbGNQaFVHWm1wdXgydTI2NzdUYk5tREVqejdiNjl1MnJ2bjM3NXF0V2YzOS92ZkxLSzdubVJKazVjNlpPbkRpaGF0V3FxVUtGYTdhS05BRGdPbkRObHNjREFBQkF5UkljR3I2KzJiMTNQL1RGWng5N3V4U1hyS3lzWE1zVE94d08yZTEyWldWbHVmWlpsaVYvZjMrVksxZXUwUGUwMisyNWhnNFZoNjY5K2lneWF2dUdoTmhkRHhmN3pRRUFSWXFlS1FBQUFQQ2FTNE1VWlEvanlXc29UMUh4UnBBQ0FMaStYTDdmSlFBQUFBQUFBSEloVEFFQUFBQUFBUEFBWVFvQUFBQUFBSUFIQ0ZNQUFBQUFBQUE4UUpnQ0FBQUFBQURnQWNJVUFBQUFBQUFBRHhDbUFBQUFBQUFBZUlBd0JRQUFBQUFBd0FPRUtRQUFBQUFBQUI0Z1RBRUFBQUFBQVBBQVlRb0FBQUFBQUlBSENGTUFBQUFBQUFBOFFKZ0NBQUFBQUFEZ0FjSVVBQUFBQUFBQUR4Q21BQUFBQUFBQWVJQXdCUUFBQUFBQXdBT0VLUUFBQUFBQUFCN3c4M1lCQUFBQUtENTdZK1BVdFZjZmI1ZFJKdTJOamZOMkNRQ0FJa0tZQWdBQVVFWVltUlVwS1dtS2pOcnU3VkxLTHNzczkzWUpBQUFBQUFBQUFBQUFBQUFBQUFBQUFBQUFBQUFBQUFBQUFBQUFBQUFBQUFBQUFBQUFBQUFBQUFBQUFBQUFBQUFBQUFBQUFBQUFBQUFBQUFBQUFBQUFBQUFBQUFBQUFBQUFBQUFBQUFBQUFBQUFBQUFBQUFBQUFBQUFBQUFBQUFBQUFBQUFBQUFBQUFBQUFBQUFBQUFBQUFBQUFBQUFBQUFBQUFBQUFBQUFBQUFBQUFBQUFBQUFBQUFBQUFBQUFBQUFBQUFBQUFBQWwvSC9BUjFtaXVpa09mLy9BQUFBQUVsRlRrU3VRbUNDIiwKCSJUaGVtZSIgOiAiIiwKCSJUeXBlIiA6ICJmbG93IiwKCSJVc2VySWQiIDogIjExNjUyOTc2OTMiLAoJIlZlcnNpb24iIDogIjk4Igp9Cg=="/>
    </extobj>
    <extobj name="ECB019B1-382A-4266-B25C-5B523AA43C14-2">
      <extobjdata type="ECB019B1-382A-4266-B25C-5B523AA43C14" data="ewoJIkZpbGVJZCIgOiAiNTA4NzA3MjEwMTM2IiwKCSJHcm91cElkIiA6ICIxMzEyNjI5NzAwIiwKCSJJbWFnZSIgOiAiaVZCT1J3MEtHZ29BQUFBTlNVaEVVZ0FBQWZzQUFBSTRDQVlBQUFCdEgwQlZBQUFBQVhOU1IwSUFyczRjNlFBQUlBQkpSRUZVZUp6czNYbDhURmYvQi9EUG5ja2VXZTFyRWtJbXlETFJpcVZDN0VYTFkyOHNyZTJ4dEtnU1c1VzJIb3Fxb2xSUmF4dHJhNmUyV21xclZtUkJSRVNGUkJaSlpGOGtNL2Y4L21qTVR5UWhscGdZbi9mcjVTVno3cjNuZnU5aytjNDU5OXh6QUNJaUlpSWlJaUlpSWlJaUlpSWlJaUlpSWlJaUlpSWlJaUlpSWlJaUlpSWlJaUlpSWlJaUlpSWlJaUlpSWlJaUlpSWlJaUlpSWlJaUlpSWlJaUlpSWlJaUlpSWlJaUlpSWlJaUlpSWlJaUlpSWlJaUlpSWlJaUlpSWlJaUlxSlhtNlR2QUlnTWhVUDl4cTZTVXVrakNjbGRTS0thSk1GR0NFbXA3N2pLQTBrU1dpR1FKZ2twWGtnaUJMTDhSMVRFcFhCOXgwWDB1bUN5SjNvdVRZd2RYZktIUzVJMEdwTGtCZ0NXRmhhb1ViMGFyRzJzWWFSa3JnY0FqVmFMdExSMHhNWEZJeXM3R3dBZ0JFSmxpT1czdzBQV0F0RG9PMFlpUThaa1QvU01IT3U3ZTBNcGJaSWtxYTVibzRaNHAydG50R3JaSEM3MW5mVWRXcmwyTFNJU3A4NmN4ZDREaDNEcFNoZ0FSQXFOUEREcWV1aDVmY2RHUkVTazQrRHErYUdUcTJkZXN6WWR4WUdEUjRRc3k0S2VqaXpMWXYvQnc4SzdkUWZoNU9xWjUrRHErYUcrdjY5RVJFUUFBQWNYejArZFhEM0ZvR0dqUkVwS3FyNXo1aXZ2WGtxS0dERGt2OExKMVZNNHFqeW02dnY3UzJTSWVFT1I2Q2s0dW5pTVVpaWtSZDNlN29UbFN4YkMwc0pDM3lHOThzek56UEJPbDg2NEdSV0Y2emYrYVc5WHFWcHNhbEw4UlgzSFJXUkllTStlcUpRYzY3dDdTMGFLVXo1dnRUQmUrOE4zVUNnVStnN0pvR2kxV2d3YlBRNS9uRDZUSnpUQ2gvZndpVjRjSm51aVVuQjBkRFNUekcxQ2E5YW9VWC8venEyd3RyTFNkMGdHS1QwakExMTY5TVdkMkxocnlFM3pqSXFLeXRWM1RFU0dnRTBUb3RJd3M1a0ZTUFhuZkQ2RGliNE1XVnRaWWZhc1R5RkprZ3ZNYkdmcU94NGlROEZrVC9RRU5SbzBxQVFKWXp1MGJRT2Z0MXJvT3h5RDUrdnpGdHEyOFlFa2liRTFWYXFLK282SHlCQXcyUk05Z1lsa1BrbUNaRGwyekgvMUhjcHJZL3lIb3dCSUZVeGc5b20rWXlFeUJFejJSSTlScTFFamUwbUJNVzNiK0tCeFExZDloMU1pamFac0pxQVRRcFJKdlUvaTFzZ1ZiWHplQWlERzFxbmpacWVYSUlnTUNKTTkwV01ZYVpRREFjbHE3T2luYTlYbjUrY2pNek1UU1VsSmlJbUpRWGg0T0FJREEzSHMyREVFQlFVOThmaWtwQ1MwYWRPbVZPZUtqNDlIMTY1ZGtacWFXdXI0NHVQanNXelpzaWZ1TjIzYU5PemF0YXRRV1d4c0xOcTJiVnZxY3oycmowYU5BQ1RKU3JKUURDanpreEVaT0NOOUIwQlVya21LbmcxVkx2QndhL1RFWFFjTkdvU0lpQWhvTkJwSWtnUVRFeFBrNWVXaFlzV0tzTFcxaGFXbEpTd3RMYUZXcTZGV3EzSHk1RW1zWGJ1MlVCMmVucDZZTUdFQ2hCQlFGak92L3QyN2R6RnExS2dpNVNrcEtlalhyeDhzTFMwTGxiLzExbHY0NUpPaVBlSDI5dlk0ZlBndzJyUnBnOGFORzVkNFRjSEJ3ZWpmdi84VHJ4MEFObTdjaUUyYk51bGUxNnhaRS9iMjlyaDgrVEpNVEV3UUZ4ZUhxbFdyUXFGUUlENCtIb2NPSFlLdHJXMko5WGw1dXNPbFFYMkVYNHZvQ2VESm4weUlxRVJNOWtRbHFGclB2UXFBdHpxMkwxMHJkc1dLRlFBQVUxTlRHQnNiQXdCNjl1eUpMNzc0QW01dWJrWDJWNmxVR0RseVpLRXlXMXRiWkdkbkk3dGdzWmdIL3dPQXViazVOQm9OMHRQVHNXZlBIc2l5akQvKytBT1ZLMWRHbzBhTmtKMmRqY09IRDZOdDI3YXd0cmJHdm4zN0VCUVVoTlRVVkxSdjN4NTJka1Y3d3lkTW1GRG9kVVpHQnBZc1dRSnZiMi9jdkhrVHljbkpVS2xVcGJyK3dZTUhZL0Rnd1JnNGNDQysrdW9yMUs1ZEcvNysvbGl3WUFIYzNOelF0V3RYL1BUVFQ3QzF0VVgzN3QxTFZXZUh0bTBRZnUyNlQ0MEdEU3JGUmtRa2xlb2dJaXFDeVo2b0JPYkcwbjhrQ2NyMnZxMUx0WCtGQ2hXZXF2NnFWYXVpYXRXcWhjcWlvcUxRclZzM3lMS016TXhNZE92V0RRQ1FucDZPblR0M29scTFhcGcrZlRvMmJkcUV2WHYzd3NuSkNTTkhqc1NtVFp2UXBVc1hwS1NrWU1TSUVXalFvQUZhdDI2TjBhTkhBd0FxVmFxRWd3Y1BBZ0RPbmoyTHhvMGJ3OXJhR2tJSW5EdDNEczJiTjRja1NZVjZBVTZkT2dWSmt0Q3VYVHNBUUY1ZUhyNysrbXMwYU5EZ3FhNXp3WUlGc0xTMHhMMTc5ekJwMGlRWUdSa2hNVEd4Vk1kMmFOY0d5MzVZclRTR1dROEFQejdWaVltSWlKN0V5ZFZ6WDh1Mm5VdTl5TTNubjM4dWZIMTlDLzE3NDQwM2hJK1BUNkd5b1VPSFByR3UyN2R2aTY1ZHUrcGVkK3pZVWNUR3hvbzllL2FJZHUzYWlXKy8vVmJjdm4xYkNDRkVXRmlZR0RCZ2dHNWZqVVlqVHB3NEljYU1HU042OU9naGNuSnlSRWhJaUVoSlNSRXpac3dRUFh2MkZCRVJFVUlJSVpLVGs4V29VYU5FNzk2OXhaRWpSOFQxNjlkRldscWFFRUtJZnYzNmljMmJOK3ZxOWZQekU1Y3VYUkozN3R3UlBqNCtZdEtrU1NJb0tLaEk3QU1HRE5ERk5tblNKSEhxMUNtUm1KZ29PbmZ1TEc3Y3VDRVNFeE5GMTY1ZFJVcEt5aFBmQjFtV1JRdmZUc0pKNWJGSDN6OFBSSzh5dHV5SlNpQUUxRTNmYUFKSkt0MUVrNU1tVGNMNDhlTUxsYjMvL3Z1WU9uVXFYRjMvZnlUL2czdng3Nzc3THRMUzBwQ2RuUTBURXhNWUdmMzc2N2hxMVNySXNseW9weUF2THc5R1JrYm8yTEVqakkyTk1YdjJiRjFML1lIT25Ucy9GTHVBa1pFUk5tL2VEQUM0Y09FQ0prNmNpSjQ5ZStLenp6NkRpWWtKdnZubUc0d2VQUm9yVnF6QStmUG44YzAzMzhEZTNoNVRwMDVGVkZRVXJsKy9qcnQzNytyT0h4TVRBMmRuWjl5N2R3OUtwUks5ZS9mRzlPblQwYjU5ZTR3ZE94WVhMbHpBbGkxYkVCMGRqZi85NzMrNnNRQTJOamFvVktrU0ZBb0Y3TzN0WVd0clcreDRoT0pJa29RM20zaGh6LzREbnFVNmdJaUt4V1JQVkF4SFIwOWJTVUtOQnM3MVNuM01vNFBqVUpEWUsxU29VT3hBdEQxNzl1RCsvZnZvM0xrenRtL2Zqa3FWS3VtMm5UcDFDdmIyOXJyWGVYbDVNRFkyaHFtcEtZeU1qTkNwVXlmTW5Ea1Q2ZW5wV0xKa0NTWk1tQUF6TXpPZ0lFRm1aR1Jnd0lBQnNMYTJ4dG16WnhFWkdZbnAwNmVqYXRXcWlJeU0xSjIvVmF0V3FGQ2hBcXlzclBEWlo1L2g5T25UdUh6NU12NzQ0dzkwNzk0ZEowK2V4TGh4NDNEKy9IazBhdFJJZHc0QThQYjJ4dWJObXpGanhnd0VCQVNnYTlldThQUHp3KzNidC9IT08rK2dYcjE2V0x0MkxTWlBuZ3dURXhNa0ppWmkwS0JCdWdGNnBkV2dmajBBVW0xN1oyZnJlNUdSNmFVK2tJaDBtT3lKaWlHYmlNWktTS2hmdjNUSlBpNHVEa2xKUmNlUDNiOS9IemR1M0NoU2JtUmtCRmRYVjV3NWN3WWVIaDR3TXpORFlHQWdtalJwQWdDNGMrY09xbFNwb3R2L1FiSi9XSHA2dWk2UmZ2cnBwd0NBaElRRUtKVktMRisrWExkZml4WXQwTEJoUTNUcDBnVnZ2dm1tcmp3M054Y2JObXpROVNpRWhJVGcyMisvaFZxdFJxMWF0ZURpNG9LeFk4Zmk5T25UMkx4NU0zcjA2RkhrT214c2JMQjA2VkxJc2d5bFVvbktsU3ZEMHRJU0hoNGVxRjI3TmxxM2JvMkpFeWVpV3JWcWhRYm9yVnUzcnRBSGg4ZXBYKy9mNzRHVmtWbmplOERaVWgxRVJJVXcyUk1WUXlHaE1RQ1V0bVYvL1BoeEhEcDBxRWo1dlh2M0VCQVFBSXRIbHNLMXNyTENzbVhMc0hQblR2VHQyeGNaR1JtWVBuMDY5dS9mRHlNakk1dy9meDYrdnI1QXdZUTVzaXpEMU5SVWQ3d3N5L2owMDA4eFlzUUk3TnUzRDJxMUd1Ym01dGk1Y3llbVQ1OWViSXgyZG5aWXNtU0o3blhidG0weFo4NGNYYS9EMEtGRGRkczhQZi90TlI4elpneW1USmtDZTN0NzNVQzlSMG1TVkdLM3ZJZUhCM0p6Y3hFVkZRV05Sb1BvNkdpa3BxYkMxOWNYV3EzMnNlL3BBdzBLUG5BcFlOUUlUUFpFejRUSm5xZ1lrZ0kxVFl5TlVhdG1qVkx0NytmbkJ6OC92eUxsUFh2MnhNeVpNNHQ5OU82ZmYvNUJURXdNV3Jac0NZVkNnYnAxNitMVXFWTjQ4ODAzRVJnWWlLbFRwd0lGdlFOS3BWTFhBZ2NBaFVLQnBVdVhJaUVoQWZYcTFjUDMzMzhQTXpNenRHelpza2dQd1BPb1U2Y09zck96OGNZYmI1VDZQanNLbnZ0UFRrN0d6ei8vak16TVRLQ2dKMkxKa2lXNjZ4ZytmRGplZU9PTko5WlZ1MVpOR0JzYklTOHZ2OVp6WEFyUmE0M0pucWdZUXNEYXlzcXExSVB6bnNXc1diTmdhMnVMK2ZQbkl6azVHZEhSMGRpeFl3ZXVYcjJLWnMyYTZSN0x5OHZMZzdtNWVaSGpBd0lDRUJFUmdSWXRXbURYcmwwd01USEIwYU5IOGVlZmY2SjE2OUk5TG9pQ0dmSHUzcjJMNU9Ua0loOFU1c3laZzRFREJ5STRPQmpyMTYvSEJ4OThBRnRiVzB5Wk1xVklQU2RQbnNUQmd3ZVJrSkNBNzcvL0hpMWJ0c1RDaFF0MTI3dDI3WXFGQ3hjK2RpS2Q0aWdVQ2xTd3JJQjcrZmVzbitwQUl0SmhzaWNxbnJXRlJkRUVXeHBKU1Vrd01qSkNWbFlXRWhJU0NuVy9QNng3OSs1SVNFaEFqUm8xVUtWS0ZkaloyZUhubjMvR2xpMWJzRzdkT2wyTE9EZzRHSlVyVnk1MDdPSERoMkZqWXdNQUNBd014SGZmZlZkbys4cVZLd3Q5VUZFcWxYQjBkQ3cyamhzM2JpQWdJQUMrdnI1d2NYSFJsYTlkdXhheHNiSDQrdXV2a1p1Ymk4bVRKK1AwNmRQbzBxVUw2dFdyaDVpWUdKaVptVUdoVUVDV1pkU3VYUnNEQnc3RTdObXpZV1JraFBuejU2TnIxNjY2K3U3ZXZRcy9QejlkWEpVclY4YjY5ZXRMOVo1YVdKZ2pKVlhpMnNKRVJQVGlPS2s4Zm5tN1I1OG5QZ2RlbkduVHBna3ZMeS9oNWVVbGhnOGZMdkx6ODB0MW5Dekxva2VQSG1McjFxMUNDQ0YyNzk0dHZMeThSTE5temNTdVhidDAreDA1Y2tSODhjVVhqNjBySlNWRmRPblM1Ykg3K1ByNmx2aXMrNzU5KzBTN2R1MUVkSFIwb2ZMVHAwK0wyYk5uaTBHREJvbE9uVHFKVnExYWlSWXRXb2daTTJhVTZocWZWYWQzZWdsSFY4OXQrdjY1SUNJaUErS2s4anpjeSsvOVowNU9XcTFXYUxYYXB6N3UwZVFxQ2o0RVBGcDNhVDlBUEt2VTFGVGR4RHZsd1gvNkR4S09LbytEcGZqV0VWRXgySTFQVkF3QklmQWN5N3NxRk0rMm9HU3RXa1hIb0QwNmJrQ2hVRHh6L2FWbFkyT2p1MDFRSGtnb3U3RVRSSzhETG5GTFZBd0pVbnBtWnBhK3czZ3A3dCsvcis4UW5pZ3pLeE9Rd0FsMWlKNFJrejFSTVlRazBqT3pEQ1BaMzd0M0R4Y3VYQUFLSGdWTVNrcENURXdNTGw2OENCUk02WHYrL0hrOVIvbDRtWmxaa01Ca1QvU3MySTFQVkN3cEl5c3J1eFQ3NlVmWHJsMTFvL1VmbFpXVkJiVmFqZFdyVndNRnkrVE9tREVER3pac0FBb202WmsrZlRvR0RoeUlsSlFVM0x4NUUrN3U3aTgxL3FlVm1aa0ZJWmpzaVo0Vmt6MVJNUVRLZDh0Ky8vNzlSY3BpWTJPeFpNa1N4TWJHWXR5NGNicnlXclZxNFpOUFB0SE5XSmVTa29JMmJkcWdZOGVPT0hqd0lHeHRiUXZWVjZsU0piUnAwK1lsWGNtVENTR1FsWjBOQUJuNmpvWG9WY1ZrVDFRTWhaQ2l0Vm90N3Q1TlJKVXFsVXR4eE1zaHl6TEN3c0xnNk9pSXhNUkVPRGs1QVFCV3IxNk52WHYzWXNTSUVXamV2RG1zcmExeCtmSmxOR3pZRUo5OTlobXVYcjBLRk15NVAzWHFWQ2lWU2lpVlNodzllaFNOR2pWQ1FrSUNNakl5c0hmdlhreWNPRkhQVjFsWWZNSmR5TElNSWNSdGZjZENSRVFHeE1IWnJibVRxNmM0ZWVxTXZwODZLeVFySzB0NGUzdUxTNWN1aVM1ZHVvZ2RPM1lJSVlUbzFLbVRTRWhJRUlHQmdhSlRwMDdpMEtGRHd0dmJXMlJsWlFraGhFaElTQkFmZnZpaGFOR2loVml3WUlGSVRFd1V2Ly8rdS9EeThoSUJBUUZDQ0NHQ2c0T0ZuNStmWHErdk9NZE8vQ0djWEQyRlV3T1BwdnIrdVNCNlZYR0FIbEV4c2xMekxnc2h4Tlh3Q0gySFVxekdqUnRqelpvMTJMMTdONjVmdnc0VXpEMC9lL1pzL085Ly8wUEhqaDJCZ3A2QXRXdlhZdlRvMFJnMmJCaXFWcTBLTnpjM2pCNDlHa0ZCUVhqNzdiZDF4MGRHUnVwNkNzcVRheEhYSVlTUTcyY2FYZFozTEVTdktuYmpFeFVqS2VsYVJvVktIcmV1WFk4c2ZvN1pjcUJhdFdxWU1XTUdidDI2QlJSTVIvdlpaNS9CeTh0THQ0OUNvVURseXBXeFljTUc3TnExQzRNR0RVTDc5dTNSckZrejJOallJRFkyRnFOSGo0WVFBaGN1WE5BdHNWdWVYSTI0RGtqU3pkall3UEk3WXBLb25HT3lKeXFKaEtEemZ3YzZDaUhLZEVHY1o1R2NuSXdmZi93Ulo4NmN3WVFKRTRDQzUrWG56NThQTHk4dmpCOC9YcmR2Y0hBdy92ampENXc1Y3dacXRScG56LzY3U3V5RUNSTlFzMlpObUppWTRMZmZmc09aTTJmSzNmMTZJUVQrK2pzUWtrQ1F2bU1oZXBXeEc1K29CRUxHdnJqNGVGd0pDOWQzS0VVc1hib1VkbloyMkxadEczeDlmU0dFZ0ZxdHhwWXRXMkJ1Ymw1bzNmcEJnd1loTVRFUjQ4YU53NFFKRStEbjU0ZlEwRkJZV2YyN3Jzemd3WVB4NVpkZm9tWExscWhVcVpJZXI2cW9TMWZDa0hBM0VVS0lBL3FPaGVoVnhwWTlVUW55UmM0ZUUyR2hQZno3Y1dYalJxNzZEcWVRTDc3NEFwbVptVmkvZmozeTh2S1FtNXNMS3lzcktKVktUSjQ4R1FEdzIyKy9BUUFxVnF3SUV4TVRCQVlHd3NYRkJldldyY093WWNOMHlkN1UxQlQ1K2Ztb1VxV0tYcStwT0VkK1B3RUFHazJXWnJlK1l5RjZsYkZsVDFTQzJJaUlKQUNuanh3N3J1OVFpbVZ1Ymc1YlcxdFVyVm9WUC83NEk1UktaYkg3V1ZsWllkV3FWV2pjdURHR0R4K09rSkFRVkt0V0RVSUluRGh4QXYvNzMvOHdlZkprN04yN0Z5dFhyb1FzeXkvOVdrcHk1TmdKQ0NGT3hjUmN1YWZ2V0loZVpXelpFejJPa0hkZGk0aHNmVEU0RkY2ZTVXT1d1Zno4ZkxSdTNicFUrMm0xV2dRRUJPRDQ4ZVBJemMzRjZ0V3JrWnViaTcxNzkrTGl4WXZZdVhNbjVzMmJoNVl0VzhMZDNSMGZmL3d4YnR5NGdRVUxGcnlVYTNtY2k4R2hpTGdlQ1FuWXFlOVlpSWpJZ05WbzBLQ1NvNnRINXBDUkgrbjdjZk9uOXVBNSs2MWJ0NG9yVjY0VTJiNTM3OTRpUytyZXUzZFBoSWFHdnNRb1N6Ymt2eDhKSjFlUDlKb3FWVVY5L3h3UUVaR0JjM1QxbU8vazZpa3VYUW5UZC81N2JZUmN1aXljWEQyRm80dkhQSDEvLzRrTUFlL1pFejFCYnI1aW9RQ3l2dnQrbGI1RGVXMTg5LzBxQ0lpc1BKR3pVTit4RUJrQ0pudWlKNGlQREVxRUVOOGRPWFlDdng4L3FlOXdETjdSNHlmeCs0ay9BQ0V0TFJna1NVVFBxWHpORkVKVVRqazZPcHJCM1BaeTFjcVY2dTNmc1JVVks5cnJPeVNEbEh6dkhycjA2SXZFcE9SSWtaUHFGaFVWbGF2dm1JZ01BVnYyUktVUUZSV1ZLMnZGQjNjVGt6U2p4azFFZm42K3ZrTXlPSGw1ZVJnMWRpSVNrNUx6WmFFZHpFUlA5T0lVLzJBdUVSV1JscHh3MjhhK1NuSjhRa0xYc1BCcjZOeWhYWW5QdHRQVHVYLy9Qc1o4N0kremYvNEZyUkJqYm9lSGNoSWRvaGVJZjZtSW5rSmFjc0xmTmhXcmFxTnUzVzU3TVRnVWJWcTlCWE56YzMySDlVcExTazdHcUxHZjRQVFpQeUdFUFAxV2VPaVNVaHhHUkUrQnlaN29LYVVsSi94aFc3RmFXblRNblE0N2R1OVZWTEszUjRQNnpsQW9lRmZzYVdnMFd1ell2UThqeDM2Q3lCdi9hTFJDZkh3clBQUWJmY2RGWklnNFFJL29HVG1vUEZzb0pMRUZrR3JYcUY0ZC9YcjFRTWNPYmVGUzMxbmZvWlZyMXlLdTQrQ1JZOWkrWXhkaTQrSUI0TFlzdFAxdmhWODZwKy9ZaUF3Vmt6M1JjNmhhMWQzUzNCYkRKRWthRGtseUF3QkxDd3ZVcUY0TjFqYldNTkx6UFgydFJnTUFVQnJwZDJac2pWYUx0TFIweE1YRkl5dTdZRmw2SVM0SklYN015ekQra1d2VkU1VXRKbnVpRjhTaGZtTlhTYW4wa1lUa0xpUlJUWkpnSTRTazEyeHZiU3A1QWtENmZSR3N6emdrU1dpRlFKb2twSGdoaVJESThoOVJFWmZLMzlyQlJFUkVyeHExV24xY3JWYVh6Mlg3aU9pbDRZZ2lJaUlpQThka1QwUkVaT0NZN0ltSWlBd2NrejBSRVpHQlk3SW5JaUl5Y0V6MlJFUkVCbzdKbm9pSXlNQXgyUk1SRVJrNEpuc2lJaUlEeDJSUFJFUms0SmpzaVlpSURCeVRQUkVSa1lGanNpY2lJakp3VFBaRVJFUUdqc21laUlqSXdESFpFeEVSR1RnbWV5SWlJZ1BIWkU5RVJHVGdtT3lKaUlnTUhKTTlFUkdSZ1dPeUp5SWlNbkJNOWtSRVJBYU95WjZJaU1qQU1ka1RFUkVaT0NaN0lpSWlBOGRrVDBSRVpPQ1k3SW1JaUF3Y2t6MFJFWkdCWTdJbklpSXljRXoyUkVSRUJvN0pub2lJeU1BeDJSTVJFUms0Sm5zaUlpSUR4MlJQUkVSazRKanNpWWlJREp5azd3Q0k2TVZwMkxDaGlhbXBhZlVIcnlWSjJnSUFRb2orRDhydTM3OGZGeFlXbHFldkdJbm81VFBTZHdCRTlPSmtaMmNyek16TUloLzkzWllrS2FyZ1MwMTJkcmFWZnFJakluMWhOejZSQVltS2lzcVZaZm1nRUFKQ0NGMzVnOWV5TEIrTWlvcksxV3VRUlBUU01ka1RHUmlGUXJGRGtvcmVvWk1rQ1FxRllvZGVnaUlpdldLeUp6SXdraVNWbU5BZnQ0MklEQmVUUFpHQkNRd01UQU53dkpoTnh3dTJFZEZyaHNtZXlBREpzcndiRDkycmY3aU1pRjQvVFBiMHlsS3IxUTVxdGZvM3RWcmR2eFM3djFhRUVMODhmTjlla2lUSXN2eXJYb01pSXIxaHNxZFhqcHVibTUxYXJRNEFjRkdTSkI5OXgxTWVoWVNFM0JGQy9QWGd0UkRpUW1ob2FJeCtveUlpZldHeXAxZU9pWW1KRllEYnNpeTdDeUVTOVIxUE9iWVRCYTE2SVFRSDVoRzl4amlwRHIxeUFnTURid09ZaG4rNzh2VWRUcmtsaFBoVm9WQjg5ZUJyZmNkRFJQckRaRS9saWxxdFhpTkpVcTlpTmwyNmVQRmlLejJFOU1vS0RnNitybGFycndDUVFrSkNJdlFkRHhIcEQ1TTlsU3RCUVVIREFBelRkeHdHNUZmZXJpTWkvaEVnTWxET3pzNm1xVGxhaDlRY2JXMW5aMmRUZmNkRFJQckRsajJWSyt6R2Z6SHFPS3NiYW8zRVpraHdCd0NOVVFWUHh3WnUvYU1pTG9Yck96WWlJcUtub2xhcm8vaWNmV0VPRGR5SE82bzhzejI5ZmNTaG84ZkVvYVBIaEtlM2ozQjA5Y3h5Y0hIbkxSSWlJbnExTU5uL1AzdG5aMnRIRjQ5dFRxNmVvdCtnb1NJMkxrNDhFQnNYSi9vTkdpcWNYRDJGbzR2SE5udG5aMnQ5eDB0RVJFUlB3VUhsMXR4UjVYR3pYaU12c1dUNUQwS2owWXBIYVRRYXNXanBjbEd2a1pkd1ZIbmNkRkM1TmRkMzNFVDBjaFJkQjVQb0JWQ3IxUjRBRnVzN2poZEZDSEVpT0RqNEMzM0hVUXlGbzhwOWlpUXB2cXhlcmFyUm92bHo0UDFtazhjZWNQN3ZRRXlZL0NuaUV4STBRc2d6bzhKRDV3RVFMeTFpSW5ycE9CcWZ5a3AvQUFZeGxhMGtTU3BKa2ticE80NUgxWFp4cWVIazZuRllraFJ6MjdkdFk3Ui81OVluSm5vQThINnpDUTdzMm9yMmJkc1lTWkppcnBPcjUyRUhWOWZxTHlWb0lpSXlIR3ExK2lzdkw2OGNmY2Z4SXFqVjZvMXF0VHBPMzNFOHpLR0IyOXRPS3M5RUY0K200cWROVzRVc3kwVzY3WjlFbG1XeGNkTlc0ZUxSVkRpcFBCTWRHcmk5cmUvcklxS3lVZWFQM2ptcFBFY0l3SytzejBNbGs0Qk5OOE9EVitzN0Rub0JHalkwY1JSR0N5Q2tjYzdPVHRMU2hmT2hjcW4vVEZWSmtvUkI3L1hGbTE1cWpKczRwZEwxRy8vc2QzUjFYeG9sYVNZakxDenZoY2RPUkhwVDVzbGVBSDdXMWhYYU5GUzVsUFdwcUJoaDRkZVFucDRKQUV6MnI3aWFLbzhHeGdLYkpVaGVmWHYzd09lZlRvR1ptZGx6MTZ0eXFZL2QyemZoaTduenBXMi83aHJ2S0l4YjVhczgzcnNUemlsMmlRekZTNWxVcDZIS0JaczMvUGd5VGtXUGVPLzk0Zmp6cjBCOWgwSFB5VkhsL2o0a0xMZXVZR1g1MWV5WjZOS3B3d3V0Mzl6Y0RQTm16NExQV3kwdzdiTXZ2ZEl6TXk3V2FlQSs1blpFNk1ZWGVpSWkwZ3NPMENNcXh5bzNiRmpCUWVYeHN5UXAxamZ4OUxEY3YzUHJDMC8wRCt2U3FRUDI3OXlLSnA0ZWxrcWxZb09EeXVQbnlnMGJWaWl6RXhMUlM4RmtUMVJPMVc3UTZFMUxZUktzVkNnR2pCNHhGRnMycmtHdG1qWEsvTHkxYXRiQWxvMXJNSHJFVUNnVmlnRVZoRWxRN1FhTjNpenpFeE5SbVdHeUp5cC9KQWVWK3lRanBmR1pxcFVyMS90NTdVcjRUeGdMSTZPWHQ1U0ZrWkVSL0NlTXhVOXJma0NWeXBXY2paVEdaeHhVSGhNNU53ZlJxNG5KbnFnY2NYSnFYTlZSNVhGUUlTbStidFBxTGVNRHU3YWl1YmYrR3RVdG1qWEZnVjNiMEtiVlc4WUtTVnJvcVBJNFdNMVpYVmx2QVJIUk0yR3lKeW9uNnRSM2F3OVRaYWlKaVVuSHo2Wk93cG9mbHNMZXprN2ZZY0hlemc1cmZsaUt6NlpPZ29tSlNVZHpZem0wVHYzR1pUZHdnSWhlT0NaN0l2MHpjbkIxWDZCUUtnNDVPVGxXMmJGNUE0WU1IZ0JKS2o4OTVwSWtZY2pnQWRpeGVRT2NIQnlxS1pUS2d3NnU3Z3U0VERiUnE0SEpua2lQYWpzM3J1Zm82bkZHQVlWLzcvKzhxOWo3NjJZMGF1aXE3N0JLMUtpaEsvYnUySUplUGQ1UktLRHdkM1QxT0ZPbnZsdGRmY2RGUkkvSFpFK2tKNDRxOS9lTWpKUkJGU3dzbTM2N1lBNitudnNsTE16TjlSM1dFMW1ZbTJQaFY3UHg3WUk1cUdCaDJWU3BWQVE3dXJwem1XR2ljb3pKbnVnbHExR2ppWVdqeW1PZEpDazJ1YnMxdHRxM1l3dTZkK3VpNzdDZVd2ZHVYYkJ2eHhhNHV6VzJrcURZN0tqeVdGdWpSaE1MZmNkRlJFVXgyUk85UkE3T0htcFRhODFGaFVMeHdZZ2hnN0U5WUIwYzZ0VFdkMWpQektGT2JXd1BXSWNSUXdaRG9WQU1NYlhXWEhSdzlsRHJPeTRpS3N5Z2svMklFU053N2RvMTNldHo1ODVoN05peFR6d3VJQ0FBMzM3N2JSbEhWOWk2ZGV0ZStqbnA1YXJqNGo1T1lZUnpsU3BWZEZtL2FqbW0rVThBQUdnMEduMkg5bHlNalkweHpYOEMxcTlhRG50N2V4ZEpLYzdWcXQ5NHZMN2pJcUwvOTBxTXBCMHhZZ1Npb3FKS3ZmL2N1WFB4NXB0Rm4wM1dhRFJRS3BXUFBmYnExYXY0L3Z2djhkMTMzd0VBM24zM1hTUW5KeGZaejhmSEIxOTk5VldwWTNyWXFGR2pjUGZ1M1VKbGFXbHBrR1VacDA2ZEtyTC9va1dMNE9qbytFem5JdjN5OHZKeWxXVjVWMXF1dUE1SjZ0cXllVE1zL25vT0t0cmJBd1hmMjNyMTZxRjM3OTZGanR1NWN5ZnUzcjJMa1NOSEZsdnYvZnYzSVlSNElRdmhQSzlwMDZhaGI5KythTld5T1g3YnZSMURodi9YOUo5L2JpNTJVbmwwc0RJUnU1UktwU29vS0dpU3Z1TWtlcDI5RXNsKzBhSkYwR3ExaGNxU2s1UHgvdnZ2WTl5NGNlallzV09oYlVxbEVna0pDY2pQejhlOWUvZVFscFlHU1pLUWtwS0MvUHg4SkNRazZQYTFzYkhSL2NHOGVmTW1Ka3lZZ0RGanhzREx5d3NBc0dmUG5oZCtQVXVYTG9VUW9sRFpUei85aExTME5IejAwVWRGOWpjeE1YbmhNVkRaY1hSME5MT3pzL3RPb1ZDTXljalZOalV6bHVvYUdSczFHTml2SjV6cTFJS2xoUVd5c3JKZ2FXbFo2TGpseTVmai92Mzc4UEh4MFpYbDV1Wmk3ZHExcUY2OU92YnQyNGZNekV4b05Cb1lHeHVqVDU4KzZOV3JWNm5qT25YcUZLWk9uWW96Wjg0ODEvVU5IRGdRSFR0MnhPREJnd3VWQndjSDQ5dHZ2NFZDemtkRjJ3ckl5TWpxQ29qT2tLUlVMeSt2dHdDY3Uzang0b1RuT2prUlBaTlhJdGxiV1ZrVktac3padzZxVnEyS1hyMTZGV210SHo1OEdHdlhya1YwZERRV0xGaUExcTFidzhqSUNIdjI3RUYyZGpiKys5Ly9BZ0JTVWxJd2NlSkVkTy9lSGJkdTNjTHc0Y1BoNStlSDd0MjdZK0hDaGZqb280L0twT1ZrWW1LQzQ4ZVBZK1hLbGJxeWxKUVVhRFFhL1AzMzM3cXl0bTNiNm1LbFYwZFVWRlN1bloyZFZXNisvTHRHUmdzVFkyUGwyalVyc2ZEcithaFZ2U3ArKyswM1JFUkVZTXFVS1VXT3RiS3l3b29WSzlDdFd6Y0F3TTgvLzR6bzZHZ0lJZkRXVzI5aHdJQUI1ZWJEWDBwS0N1TGk0cENlbm81YnQyNmhVYU5HV0xNU0FubnlBQUFnQUVsRVFWUm1EZmJzMllPRWhBUTA5VzZPc1JNbUtsUHYzYlBQeXBPUDNZNEluYW52bUlsZVY2OUVzbi9VN3QyN2NlellNU3hkdXJUWWJ2bU9IVHVpWThlT0dERmlCQ1pObWdRWEZ4Y0FRTDE2OVhEdTNEbDgrZVdYQUlBdnYveFNOM0dKcmEwdHhvd1pnMTY5ZW1IUm9rV0lpWWtwMHk3UzFOUlVlSHA2WXRLazRuczM5Ky9majVDUWtESTdQNVVkSjFkWGg3UWN1YTZWbWVKTm41YmV5TTFNUTF4c0RHeHNiUERCQng5ZzkrN2RKUjVidFdwVlZLMWFGWEZ4Y1JCQzROaXhZL2orKysreFpjc1dXRmxabFp0RWo0SVAxUXNXTEFBQS9Qbm5uNmhXclJyV3IxOFBkM2QzQ0NGZ2JHeU1INVl0eG5mZnI1U09uenc5elZIbDBWcVM4dnh1WHIxNlM5K3hFNzF1WHJsa0h4d2NqTGx6NThMUjBSSGJ0MitIazVNVDR1TGkwS1JKa3ljZW01T1RBL09Ibm1PV0pBa0t4YjlqRkcxc2JOQ3JWeStFaG9iaTk5OS9SMEJBQUw3ODhrc2NPblNvVUIyNXVibTZEd0ZUcDA3Rk8rKzg4OHpYY3VUSUVRUUhCeGU3TFQwOUhjMmFOWHZtdWtrLzZyaTQ5eGF5OUtPRmhabk5mLzg3RFBYck9lTEhIMzlFNDhhTlViZHVYYVNrcER6MitQVDBkQXdlUEJnblRweEFjbkl5UHYvOGMyUm5aNWU0ZitmT25aR1ltRmlvN09PUFA4YWdRWU53N2RvMWZQMzExN2g2OVNxcVY2K085dTNibDFoUFVGQVFGaTllak92WHI4UFMwaEpmZnZrbG1qZHZEbzFHZzFXclZtSC8vdjFJUzB2RE8rKzhvN3NGMWIxN2QvajQrS0IzNzk2WU8zY3UzTjNkc1dEQkF1VGs1TURHeGtaWGQ0MHFGVkhGMWdKcHVhSkZUbzRVVXNmRmZmanRhNkcvUE1YYlNrVFA2WlZLOXBjdVhjTDQ4ZVB4N3J2dndzM05EWWNQSDhZLy8veURHVE5tb0VPSERoZy9mandxVlBqL3BiZUZFRGh3NEFDdVhMbUNZOGVPUWF2Vnd0UFRVN2Y5NFdTUGduRUFVNmRPeFp0dnZnbGJXMXZNbkRrVE0yZitmODlqVkZRVWhnNGRpbVBIanIyUTYrblFvUU5iOWdhaVZxMWE1a3BMKzZVS2hXSzR5cVUrS2x0YklEUTRFS2YvT0k3NCtIak1temNQQU9EcjYvdlkxbmxrWkNTdVhMbUNzMmZQb2txVktzak16TlFOemx5K2ZEbFdyMTZOOVBSMDJOdmJvMUdqUnRpL2Y3OHUrUzVhdEFqaDRlSHc4L05EYW1vcVJvNGNpVDU5K21EUm9rV0lqNC9INU1tVFN6enY1TW1UMGFkUEgvend3dzlJVGs2R0xNc0FnTldyVitPMzMzN0RnZ1VMNE9EZ2dJQ0FBSVNIaDZOVHAwNHdNelBEMWF0WGtadWJpNk5IajhMRHd3TUFVS2xTSlZTdVhIaXRIR05qWSt3TjJJQnhrNmJhaEYyOXR0MUI1YjVheWswZkZ4VVZsZnNDM240aWVvSlhKdG1mTzNjTy92Nys4UFgxeGJScDA3QnYzejRBd0Z0dnZZWHQyN2RqenB3NTZOV3JGNlpObTRiczdHeDg5OTEzdUh2M0x1enM3T0RqNDRQeDQ4ZGovUGp4TURNejB3Mk9raVJKMTQyZm1wcUtqejc2cUZETHY2eXhaVzhZYXFuYzNJd2s1UllKYVBqQm9QY3dkZUxIdW9SKzVNZ1I3TnUzRDB1V0xOSHR2M1BuemhMcjh2THlncHViRzg2ZVBRczdPenNNR2pRSURSczJ4UExseS9IaGh4L0N6YzBOMzM3N0xYNzQ0WWRDeDUwK2ZSb0hEaHpBNXMyYm9WUXE4ZHR2djhIR3hnWmp4b3lCSkVtd3RyYkc4T0hESC9zRVNYeDhQTFJhTFdyVnFxVXIyN3AxSy96OS9kR29VU01Bd01pUkkzVy9ldyt1eGRYVkZWV3FWSUcvdno4cVZhb0V0Vm9OSnllblFuVnYyYklGZFowY3NXUHpSc3hidUJqcmY5NDhRcGpidEtpbGNuc3ZKdnpTcGFkNnc0bm9xWlg3WksvVmFyRnExU3FzWDc4ZXc0Y1B4L0RodzRzc0VGSzVjbVVzWHJ3WTI3WnR3L1RwMHpGbXpCak1temNQMzMzM0hZWVBINjY3WjI5bFpZV2twQ1QwN2RzWEN4Y3VoQ1JKdWxaUmVIZzQxR28xSEJ3Y0VCWVc5bEt1cldQSGpzVU8wa0xCVXdBbGZSQ2c4c1BSeFgwMElDMnl0N1UxVy9qVmwvQnQzUXJSMGRFNGZ2dzRBQ0EwTkJTSmlZbll1SEVqVU5EcWZSd2hCTDc1NWh2MDdOa1RjWEZ4bUQ1OU9qNzg4RVBrNStlWDJDT1FsSlNFV2JObVljYU1HYWhldlRvQUlDWW1CblhyMWkzMHUySmY4TGhmY1pZdFc0WkZpeGJoN2JmZnhydnZ2b3N4WThaQXE5VWlJeU1EOWVyVks3VHZnM3BDUTBPUm5aMk4yclZyNDYyMzNvS2ZueDhXTGx5SURSczJ3TnpjSFBIeDhhaFdyUnJ3MEZ3Q0ppWW1tRGw5TWxxMWJJNUowMlkydXBlUzhwZWppOGVFcUdzaFB4UVRGaEc5SU9VKzJXczBHb1NHaG1MWnNtWEZQanYvc0w1OSs2SkZpeGFvVWFNR0ZBcEZvVDkwRVJFUlNFbEp3Y0dEQjdGejUwNVVyMTRkSmlZbXlNM054ZkhqeDFHN2RtMzQrL3RqMjdadHp4VG5pUk1uNE96c1hLaFY5Q1NIRHg5R1VGQlFzZHZZc2kvZjZ0UnhzMU9ZSzlaS0NxbEhDKyttK0diKy8xQzF5cjlkMTVJa3djam8zMSt0eU1oSXVMbTU2VjQvZk51b09GdTNia1hUcGsxUnAwNGRtSm1aWWZ6NDhZaVBqMGRxYW1xeFQ2WElzb3daTTJiQTE5ZTMwRDE1R3hzYlhMbHlwZEMrRHo5eStpZ1hGeGVzWExrU04yN2N3SlFwVXlDRXdNU0pFMkZrWkZSa25NR0RPU0l1WDc2TUR6NzRBQWNPSEFBQVZLeFlFZDI2ZFlPcnF5dnM3ZTNScTFjdmJOaXdBUUR3NjYrL0ZxckR0M1VySE5pMUZSTW1mMnIyNTE4WFZqaTZlSFNTYytTaHQyOWZldnlnQmlKNkp1VSsyWnVhbW1MRmloV2wzcitrWkx0OCtYTDA3dDBiQ29WQzkyeXlsWlVWVWxOVDhmZmZmNk5EaHc1d2RuWitwaGhsV2NiTW1UT3hhZE9tcHpxdUhMZnNGV3ExdW5aUVVCQkhUUmVqZGdQM1ZrcWxGS0JVR3RXZU1IWTBSZzBmVWlpSjE2cFZDMzUrZnNqS3l0SjF2ejlvNFFMQVgzLzlWZUx5dGQ3ZTN2and3dyt4ZCs5ZUFFRDE2dFZSdlhwMXpKMDdGNE1HRFNveTI5NjZkZXVRbUppSXhZc1hGeXB2MjdZdFZxOWVqWk1uVDZKMTY5WklTa29xOHZONSt2UnBlSHA2d3N6TURFZVBIa1hyMXExUnMyWk5WS3RXRFVJSUtKVksrUHI2WXUzYXRmRHc4SUNGaFFVMmJkcWtHeERZcTFjdm1KcWE2cEo5UUVDQUx1Nk1qQXpFeDhlalM1Y3VzTGEyQmdvRzE4NmVQVnQzL3FwVnF1RG50U3V4WXZVNkxGNjJvb2RXb1dsU3U0SDdnT2lJMEtJelN4SFJjeW4zeWY1NVpHZG5RNkZRWU5PbVRiaHg0d2JtenAxYmFIdnQyclZ4NE1BQjNMcDE2N0hUNk1iRnhjSEN3Z0lYTDE2RXFhbHBrZTNYcjE5SGpSbzFTdFdxVDBoSXdQdnZ2NC9jM0Z6azUrZnJ1bnNmOVdENzJiTm5NV2JNR0x6NzdydWx1dWJuWU9UcDZlbXJVQ2g2Q0NGNkFEZ0hvSGNwam51ZEtCeFZIck1BNmRPYU5hb3JGMzg5RjAzVW5pWHVIQkFRZ0NaTm1oUks5QURRdEduVEVvOXhjbktDa1pFUjJyWnRpL3o4ZkFEQWpSczNrSnljRENjbkoxeS9mbDIzNzQwYk43Qnk1VXBvdFZxMGJObFNWejV3NEVCTW1EQUJjK2JNd2VMRmk3Rnc0VUpVcjE0ZDNicDF3NnBWcXdBQXQyL2Z4cFFwVS9ENzc3OERCZmZVWjgrZURSTVRFelJyMWd5alI0OEdDcDQ0bVRkdkhucjA2QUZiVzF1MGE5Y09LcFVLS1BnZy9yQUJBd1pnd0lBQnlNakl3Tml4WTlHL2YzL3MyN2NQaXhZdFFvMGFOWXAvUXhVS2ZEaHlHSm8xYllLUC9hZlhqcmtUZDl6SnhlT0xtOWRDNWdDUUgvTzlJS0tuWUpESi92RGh3L2ppaXk5Z1oyY0hXMXRiQkFRRTRPdXZ2eTR5WTVtUGp3L1dyRm1EdW5Ycmx2akhDQUErK09BREpDVWx3Y1RFQkNOR2pDaXlQU1FrQkw2K3ZxV0tyV3JWcWpoNDhPQXpYTldMVjZ0V0xmTXFWYXE4RGVBL1FvaXVraVRab2FBYldqdzZ4ZDlyVGdpaGNGUzVINU1rcWZYYkhkdmpxOWt6WVYxTXQvb0RseTVkd3NhTkc3RjI3ZG9pMnpRYURXUlpoa0tod00yYk4zV0QzMnh0YmJGbXpScXNXYk5HdDIvZHVuV2gwV2pRdFd2WElyY0E2dFdyaDcvKytxdkVHQjdNTi9Hdzk5OS9IeWhvWmJkcTFVcjNHT242OWV1THJjUFcxbGIzSk1FREpVM2htNXFhaXNPSEQyUGp4bzN3OC9PRG41OGZuSnljTUdUSUVIVHYzaDBkT25SQS9mcjFpejIyaWRvVCszZHV4YlRQdmxUK2R2am9sNDRxOTNiNUdneThFeGthVStJRkVsSDU0YWp5UE41LzhERHhzc215clBzNk56ZjNwWisvdk9nL2VKaHdWSG5xdWc4OFBUMXQxV3IxWUM4dnI1MWVYbDdaWGw1ZVFxMVdGL3BYVVBaY3owR3IxZXF2dkx5OGNsN0lENUdldVh0NEhuUDM4SlJkMWQ1aXkvWmZuL2lleTdJcyt2VHBJN1p2MzE3czlyQ3dNT0hsNVNXOHZMeEV6NTQ5UlZKU1VvbDF4Y2ZIaTNmZmZWZTNUM2g0dUJnNWN1UnovRVQ4Ni9QUFB4ZUhEeDkrN25xRUVHTHExS25pNHNXTFl1VElrY0xmMzE5Y3UzYXQwUFk3ZCs2SUdUTm1pTVdMRjVlcXZzM2JmaFVxVDIvaDZPcVI3T1RpWHVaZFdrU3ZnK0p2SEw1QWppclA0ODJhTm1temVjT1BaWDBxS3NaNzd3L0h1Zk1YVHR1WlN4c2xTUm9Fb0tVa1NZcUhHKzRQM3o4V1FqeG8yU2NDdUZKQ3RhVlJWNUtrS2hjdlhueDV6ektXQVVlVngxU0ZoSzhjSFdwajViS2xjSzduVklxamdNek16RUp6UGhUblFlditTUjZleU9sMUVYSDlCc2I3VDhXMWlFZ0lJYVpGaFlmTUs4VmhSRlFDZyt6R3AyTGxBY2dDSUFzaFNzd3dKUTBjZXdiL3lMTDg1NHVxVEo4RUpGaGFXZ0VvL1oyTkp5VjZsR0prL2dPdlc2SUhBRWtDakkyTUMxNkpNbStVRUJtNjF6TFp2MjR0SlVtU05NSEJ3UnNBYktoUm80WkZsU3BWdWtxUzFGT1NwSzRBckI2OVBWK1E4UDhJQ2dwNjdRZm9SWVdIekhOeWNRKzdGQmEyN3QwK2Z2YXpwazlHdjk0OTlSMldYajM0ZVhtQkh3d0wyYko5Qjc2WXV3QzU5M1B2U2JJWUVuVXQ5TVV2UFVuMG1pbGQwK0lWNWUvdmo2TkhqeFlxeTgzTlJhOWV2WkNabVZucWVuNzg4VWY4OHNzdjJMTm5EK2JQbjErcTgyN2R1dldaWWk1cnNiR3gyY0hCd2R1RGdvTGVTMDlQcnd6Z1hVbVMxZ0ZJZXVTUE53Zm9GYmg1TFhSUGZyN3d5TW5KT1RsdDVteDgrTEUvMGpNeXl2U2MvZnYzUjFCUUVOYXZYMTlvSmNRSFB2bmtFMXk3ZHUyNXpqRnc0RUJjdUhEaHNmdWNQMysreUZLMkN4WXMwSTNxZjVIU016THc0Y2YrbUQ1ck5uSnpjMDdtNXd1UG0wejBSQy9FYTlHeXo4bkp3UjkvL0tGN2JXZG5oNVVyVjZKeDQ4WUFnQ3BWcWtDdFZ1UDgrZlA0L1BQUDRlRGdnRHQzN3VDVFR6NkJyNjh2dEZvdHRGcHRzWFZyTkJwY3ZYb1ZibTV1Slo0L09UbFpOOU5ZZVJJWkdYa2Z3TjZDZjBvdkw2L1dRb2llQUhxOGpQRWNyNUtDVWVGdEhWVWVzdzRjT3ZwcDZPVXJUM3owN25tWW1KaEFvOUdnY2VQR21EUnBFdWJQbnc5dmIrOWk5MzN3WWJRNGUvYnNlYTZWOGc0ZVBJZzMzbmlqVUZudjNyMHhlUEJnZE9yVVNUZHYvL01LREFyR3gvN1RFWE1uVGl0SjRvdW84RkErZWtmMEFobGtzcjkvL3o0eU1qS1FuNStQakl3TUpDWW00c0NCQTlCcXRWQXFsYWhZc1NKdTM3Nk5temR2UXFsVW9sR2pSbENyMVFDQU5tM2FZTXFVS1ZpNWNpWE9uajBMQ3d1TEl2V25wNmRqM2JwMUdEOStQREl6TS9IQkJ4OGdNREN3eEhpT0hqMks0T0RneDg1TFhnNW9MMTY4ZUF6QU1RRGoxR3AxK2Zwa1VqN0lVZUVoczJvM2NEOTZKelkyb1AvZzRjVk9xbE5hMGRIUkpYNklsR1VaZCs3Y2dhZW5KMGFNR0FHTlJvT1VsQlJZV2xycUh0MjdmLzgrY25KeWROTklsK1RJa1NQNDVwdHZpcFNucEtSZ3lwUXBNRFkyTGxSZXUzWnRyRjY5V2pjUHhMSmx5ekJxMUtoQys5U3NXYlBRSTNuZTN0NFlNbVRJVTc4SHNpdy9tRlFIV3EwbVdpc0xUcXBEVkFZTU10bi85ZGRmV0xwMEtSSVNFaEFSRVlHWW1CZ3NXYklFSDM3NElUNzQ0QU5kWXA4OGVUSzh2YjExTStvOVNxUFI0TnR2djBXYk5tMEtsYTlldlZxM0twaUJramw3WHNtaUkwSlAxYW5qNWlITU5Xc1hMbDdXNCt5NXZ3cE5sMXRhYytiTUtmRjJVblIwTk5hdFcxZG9pdHd1WGJvZ0xTME5KMCtleE8zYnQzSHIxaTFVcmx6NWlWM3FIVHAwUUljT0hZcVVEeHc0RUI5Ly9IR1JsdnNEaHc4ZmhvV0ZCVlFxRmNhTkcxZnNQZytlM25oNFNkdlNTcmg3RjU5TW1ZRno1LytHa01VdU9VY2VHczNwY29uS2hFRW0rMWF0V3FGVnExYnc5L2RIcDA2ZDBLNWRPMmcwR2d3ZlBoeEhqeDZGbTVzYmpodzVnbnYzN3FGcjE2N1FhRFM2dWN0UG5EaUJJMGVPb0hyMTZ2amtrMDhRR0JpSThQQndORy9lSEFDUWxaV0Y4K2ZQWTh1V0xYcStTdEtuZ2puYy8rUG80ajc2ekovbkYzWHAwVmUzRUU1cFBicHkzY09tVDU4T0h4OGZkTzdjdWNpMklVT0dvRjI3ZHBnM2J4NGFOR2lBMU5UVUV1c3hNVEVwdG5mcVNmTHo4N0ZpeFFyZFBQOVdWbFpZc21RSkZpNWNXR2kvYmR1MklTZ282S2w3clk2ZlBJVkowMmJpWGtwS0xvVDRKT3BhYU9ubnhDYWlwMmFReWY1UlI0NGN3ZXJWcTNXdjMzdnZQZDNYZ3dZTkFncW1DM1Z4Y2NHeVpjdnd3dzgvWVBEZ3dYQnpjOFBtelp2eDg4OC82MFllVzFwYVl0dTJiVVZhTXJObXpkSjlIUllXaHJ0MzcrcFd6NHVLaW5yc0RIMzA2b3E2RnJxaWxzcnQ5TDNVMUMzRFJvOHJzc1R0czdLMnRrWjZlbnF4Mjg2ZlA0L2MzRnlFaElUQXpzNnVVS3M3S2lvS3RXclYwbjE0YmQyNk5VYVBIbzJUSjA5aXg0NGRoZXFKam83R3NtWExDdjBzMjl2Ylk5YXNXZGkyYlJ0TVRVMlJtL3Z2Y3ZQVnExZEhZR0FnWW1KaUNrMEwvZWVmZjZKaHc0YWx2cTY4dkx3SFM5eENRSVJwSVBlUHVjWWxib25LbWtFbWUxbVdFUkVSZ2ZqNGVLeGF0UXJ0MjdmSDl1M2JBUUN6WjgrR3Q3ZDNrV2xFQWVENDhlTzZQMlF4TVRGd2NIQ0F0YlUxN3Q2OWk4cVYvKzJpallpSUtIU01wYVZsa1RuM282S2lVTGR1WGQycWRmYjI5bVgybUJMcFgwejRwVXUxYXRWNlEybHB2M1Q5VDV1SC8zWGhJcFl1bkllNlRvOGZ2TFozNzE3ZGZlL2MzRnlZbXBwQ2tpUzBiZHNXRGc0T3VnVm5IclZ2M3o3VXIxOGZGeTVjd1BIangvSFRUei9wN3J2MzdOa1R5NWN2UjlXcVZRc2Q0K0hoZ1pvMWErcGVDeUdRbkp4Y1pNbmRCL1ZjdW5RSi92Nyt1b1Zyakl5TTBLWk5HeHcrZkJoRGh3NEZDbTV6WGJod0FSOTk5RkdwM3FkL2JrWmgzS1NwQ0x0NkRiSXMveWpkVHg4YkV4V1ZXNnFEaWVpNUdHU3lEd2dJd0tGRGg1Q1JrWUdCQXdmQzNOd2NQWHYrKzJ6MHJWdTNjT0hDaFVKZHFOYlcxbGkvZmozdTNyMnJ1MGY2MjIrL29YTGx5amh6NWd4Mjc5Nk5OOTU0QS9uNStZaVBqMGVmUG4zd3lTZWZvSFBuemxBb0ZHalhycDJ1SllXQ0FYa3FsUXFkT25VQ0FIVHExQW4zNzk5LzZlOER2VHd4TVRFNVFNeUlPaTd1aDhMQ3J2MzRUcS8zYkw2Y09SMjllcnhUNGpIdnZQTU8zbm5uMysxZHUzYkZva1dMNE9MaUFoVDgvRDM4Qk1rRFY2OWVSVXBLQ21yVXFJRmh3NFloT2pvYXQyN2R3dmJ0MnpGdDJqU2dJSkZQbURBQm4zMzJtVzd0ZVZ0Ylc5amEydXJxT1hmdUhGYXNXSUVOR3pZVSswRjArdlRwUmNhbHRHblRCcXRYcjlZbCs1Q1FFRlN1WEJsMTY5Wjk0dnZ6eTg0OW1EWDdLK1RrNUtacGhUejg5clhRNTVxT21ZaWVqa0UrWisvbjU0ZWZmLzRaRFJvMGdKMmRIYnAxNjRiTm16ZERsbVdzWDc4ZXUzZnZ4c2FORzVHUmtZRjE2OVlWdXdqSWlCRWpzRy9mUGtSSFI2TlpzMmFvV0xFaVVMQjR6dXpaczdGMTYxYms1ZVhobDE5K3dXZWZmZmJZZUxLenM5R2lSUXNtL05mQTdXdWh2MEM2NzVHZGszUFdmL3BNZk93L0RabFpXVTlkVC8zNjlYSDE2dFVpNWIvODhndjgvUHgwcjl1M2I0OXQyN1lWYXNsTGtvUUtGU3JncDU5KzBwVWRQbndZQnc4ZXhKOS8vb25UcDAramVmUG1NRFUxMVMxSkN3QzdkdTNDeG8wYmdZSVB3STlxMnJRcGJ0eTRvVnZQL3RTcFUyamJ0dTFqcnlNekt3c2YrMC9ENUU5bklUc241eXlrK3g1TTlFUXZuMEVtZTZWU1dhVHN6Smt6U0V0TFEzUjBORFFhRFZhc1dJSDI3ZHMvZGhSeHIxNjlNSC8rZkVSRlJjSEJ3VUZYN3UzdGphKysra3EzQkNuUncyNWV2WG9yS2p6RUJ3SnpkKzg3cU8zV3N6OUNRaTgvVlIxT1RrN0l5TWhBVE15L2k3NWR1blFKcDA2ZFFwOCtmUW9sMkxTME5QeisrKys2bnFzSEJnNGNpTzNidCt2dSsrL1lzUU9TSk9IeTVjc0lDUWtCQUV5Y09GRzNSSzVHbzBITGxpM3gwMDgvNmM3NUtITnpjM2g3ZStzK2hKdzRjUUx0MnJVcjhScENRaStqVzgvKzJMM3ZvQllDYzZQQ1EzeHVYcjNLcHp5STlNQWdrMzF4MnJadGk3VnIxK0w0OGVQbzBxVUw5dXpaVSt4eXRTam9CZzBKQ1lHRmhRV0NnNE5oYVdsWjVCN28wYU5IRVJBUThKS2lwMWVROW1aNDhLZENpQTYzYnNmRTloazRCS3ZXYm9Bcy8vL0VoRWxKU1FnT0RzYUJBd2VRbloyTjc3Ly9YamZTUGpnNEdPM2F0Y08yYmR1QWdrRjVGeTVjMEswbC84RFBQLytNOXUzYkYrcWlCd0FYRnhjMGF0UUl2L3p5QzFKVFV4RWFHb29XTFZvVTJrZWxVbUhEaGcxUUtwVVlNV0lFN3QyN2gwR0RCajEyWlAzaXhZdlJ1blZyWEx0MkRWcXR0a2c4QUNETEFxdldia0NmZ1VOdzYzWk1MS0JwZnpNOCtGTUF4VThxUUVSbHppRHYyV3MwR3FCZzVqb2pJeU1JSVhEanhnMmNQbjBhVjY1Y2dZdUxDeXdzTE5DM2IxKzg5OTU3Nk5ldkgvTHk4bkRnd0FFa0p5ZkQxdFlXa2lTaGZ2MzZXTEJnZ1c0QWtyR3hNWktUa3dFQTE2NWRROHVXTFpHV2xvWmp4NDRWYW0xbFpXWGg3Tm16V0xseXBaN2VBU292YmwwTE9WNVRwWEtYOGswM3pGdTR1T3VwTTM5aThkZHpVTkhlSGpObnp0UU5CTzNXclJ2cTFLbWorMWV0V2pWVXExWU5mbjUrY0hSMHhPblRwd3M5UmZLQVZxdkZvRUdEb05Gb2tKZVhoK1RrWk4yVEFFT0hEc1dOR3plUW1KaUlmdjM2d2NyS0NpWW1Kb2lMaTlNZFg2bFNKY1RIeCtQNjlldW9WYXNXNnRhdHE1dUg0b0ZqeDQ3aGl5KytLRlNtMFdpUW41K1AxcTFiQXdXVDdHemF0QW1KU2NtWU9IVUdUcC85RXhCaWZ6N3V2MzhuUER5NWpONWVJaW92OUxHZS9mSGp4NFdYbDVmbzJyV3JTRXhNRlA3Ky9zTEh4MGRNbXpaTlhMaHdRYmRmWkdTa21EaHhvdkQzOXhleUxJdXpaOCtLbEpRVTNmWWhRNGFJWmN1VzZWNG5KQ1NJN3QyN0MxOWZYOUd2WHorUmxwWW04dlB6UlZaVzFtUC9KU1VsQ1M4dkw1R2JtL3RTM3dkUnpIcjJwRDkxWE56SE9hazhjdDk4cTYzNDQvVFpVbjMvTGx5NElIcjA2Q0g2OXUwck1qSXlkT1VUSmt3UTRlSGhRZ2dodEZxdGFOYXNtV2phdEtrWU8zYnNZK3U3ZWZPbTZOS2xpMmpkdXJYdzlmVVZ2cjYrb2tXTEZ1TDc3Nzh2c205S1Nvcm8wcVZMcVgvVy9qaDlWalJwNFN1Y1ZCNjVkVnpjaTUrRmg0Z01rejZTL2FNeU1qS0VWcXN0Y1h0K2ZuNng1YmR1M1NyRHFGNE9KdnZ5eGNIWlErMms4Z2l2MjFBdDVpNVlKUEx5OHZUOUkvTGM4dkx5eE53RmkwVGRobXJocFBJSWQzRDJVSmZpclNDaWwraTF1R2Rmb1VLRng4NWQvdkJqY3crclU2ZE9HVVpGcjZOYmtTRkI5OU9OdkdSWmJGaTliaVA2REJpQ1c3ZWo5UjNXTTd0MU94cDlCZ3pCNm5VYkljdnl1dnZwUmw2M0lrT0M5QjBYRVJYMldpUjdvdklrTmpZd095bzgrQU1oWkwvUVM1Y3p1dlhzanozN2Y5TjNXRTl0OTc0RDZOYXpQMEl2WGM0UVF2YUxDZzhaR2hzYm1LM3Z1SWlvS0NaN0lqMkpDZy9kck5GbzFablpXWDk5N0Q4ZC90Tm5JanNuUjk5aFBWRjJUZzc4cDgvRWhNbWZJak03NnkrdFZ2YU1DZy9kck8rNGlLaGtUUFpFZWhRZGVmbEcxTldRbGpMa3IzL1p1VWQrcDlkN3VCSldkREtkOHVKSzJGVzgwN00vZnRtNVI1WWhmeDExTmFUbDdldVgvdEYzWEVUMGVFejJSUHFudVhVMWRMS3NsVHZkdkJsMXQrZDc3MlBkeGdBSUlVcHg2TXNoaE1DNmpRSG8rZDc3dUhuclZyeXMxWGErZFRWME1nQ052bU1qb2lkanNpY3FKMjVmdjNRVTk3WHVlWGw1aDJmUFc0aGhvOGJoWG9yK2wzZS9sNUtDWWFQR1lmYThoY2pMeXp1Y2s2OXd2MzM5OGhGOXgwVkVwY2RrVDFTTzNMeDVPU0VxUEtTekxHVC9FNmRPNTNmcDBRL256dit0dDNqTy92a1h1dlRvaXhPblR1ZkxRa3lLQ2cvcEhCOFpWUHh5ZkVSVWJqSFpFNVUvNGxaNDZFS05OcjlsUW1MaWpZRkRSK0xyYjcvVHpRejVNbWcwR256OTdYY1lOR3dVRWhLVGJtaTArUzF2aFlkOEE2RDgzRnNnb2xKanNpY3FwNklqcnZ5ZEplVjVhbVU1WU1YcXRlZy9lQmhpN3NTVytYbGo3c1NpLytCaFdMRjZMYlN5SEpBbDVYbEdSMXpSWC9jQ0VUMDNKbnVpY2l3eExDenpWbmpJUUNIa0R3S0RRN0s2L3FjZkRod3F1OXZsQnc0ZFFkZi85RU5nY0VpV1ZpdS9meXM4WkdCaVdGaG1tWjJRaUY0S3FheFA0S2p5UEc1dFhhRk5RNVZMV1orS2loRVdmZzNwNlprbm9zS0RmZlVkQ3oyZm1pcVBCc1lTTmt1UXZQcjErZzltZlRvWlptWm1MNlR1bkp4Y2ZERjNQcmI5dWdzQzRtSyt3SHQzd2tNaVhramxSS1IzWlo3c0hWUWVuMGlRM2lucjg5QmpTR0pQMU5XUWIvVWRCcjBBRFJ1YU9BcWpCUkRTdVByTzlhU2xDK2RCNVZML3Vhb012M1lkNHlaT3dmVWIvd2hJWW1tVXBKbU1zTEM4RnhZekVSRVJQVDJIQm01dk82azhFMTA4bW9xZk5tMFZzaXcvOVFJMnNpeUxqWnUyQ2hlUHBzSko1Wm5vME1EdGJYMWZGeEVSRVQya3RvdExEVWVWeCs5T3JwNWl4SWNmaTVUVTFGSW4rcFRVVkRIaXc0K0ZrNnVuY0hMMVBPTGc2bHBkMzlkRFJFUkV4Vk00cXR5bk9ibDY1cmZ3N1NUTy94MzR4RVQvNTE4WFJQTTJuWVNUcTJlK284cDkyc3U0blVkRVJFVFB5VUhsMXR4UjVYR3pYaU12c1dUNVNxSFJhSXNrZVkxR0l4WXRYUzdxTmZJU2ppcVBtdzRxdCtiNmpwdUlpSWllZ3IyenM3V2ppOGMySjFkUDBXL1FVQkViRjY5TDlMRnhjYUxmb0tIQ3lkVlRPTHA0YkxOM2RyYldkN3hFUkVUMGpCd2F1QTkzVkhsbWUzcjdpRU5IajRsRFI0OEpUMjhmNGVqcW1lWGc0ajVNMy9FUjBjdkhlM1ZFQnFpT3MwY2pwWkcwQ1pKd0J3QUlLVlRJMm41UkVaZkM5UjBiRWIxOFRQWkVCc3JaMmRuVXd0THFPZ0JrWjJYVWo0eU12Sy92bUloSVB6aGRMcEdCaW95TXZLOVU0SVpTZ1J0TTlFU3ZOeVo3SWlJaUE4ZGtUMFJFWk9DWTdJbUlpQXdja3owUkVaR0JZN0luSWlJeWNFejJSRVJFQm83Sm5vaUl5TUF4MlJNUkVSazRKbnNpSWlJRHgyUlBSRVJrNEpqc2lZaUlEQnlUUFJFUmtZRmpzaWNpSWpKd1RQWkVSRVFHanNtZWlJakl3RW42RG9DSW5vOFFRcnlvdWlSSjR0OEVJZ1BFbGowUkVaR0JZN0luSWlJeWNFejJSRVJFQm83Sm51ZzFzMmJOR25UczJCRXRXclRBNU1tVGtaNmVydStRaUlpSTZISEVVOWl4WTRmbzFLbVRpSXlNRk1uSnllTDk5OThYMDZaTjAyM1g5N1VRRVJGUk1aNG0yZmZwMDBjRUJBVG9YcDg3ZDA0MGJkcFVaR1ptTXRrVEdUQjI0eE85SnJLenMzSGp4ZzE0ZW5ycXlobzNiZ3lOUm9OLy92bEhyN0VSVWRreTBuY0FSUFJpL09jLy84RzllL2VLbFBmdTNSdGp4NDVGVWxJU0FNRGUzbDYzclVLRkNqQXlNa0phV3RwTGpaV0lYaTRtZXlJRHNYUG56c2R1bDJXNTJISWhCRGlYRHBGaFl6YyswV3ZDeHNZR0FKQ2FtcW9yeThqSWdGYXJSY1dLRmZVWUdSR1ZOYmJzaVF6RWs3cng3ZXpzVUtWS0ZZU0VoRUNsVWdFQVFrSkNZR0ZoZ1hyMTZ1a2hZaUlpSWlxVnB4bU52M3IxYXZIMjIyK0xpSWdJRVJzYks5NTc3ejJ4ZE9sU1BucEhSRVJVbmoxTnNzL1B6eGZ6NTg4WHJWcTFFajQrUG1MQmdnVWlQOVkvbUxrQUFDQUFTVVJCVkQrZnlaN0l3SEZVRHRFcjdrVW1hYTU2UjJTWU9FQ1BpSWpJd0RIWkV4RVJHVGdtZXlJaUlpS2lWNVZhclQ2dVZxdVA2enNPSXRJdnR1eUppSWdNSEVmZUVobVFoZzBibXBpYW1sWi84RnFTcEMzNGQ4Uisvd2RsOSsvZmp3c0xDOHZUVjR4RTlQSnhCajBpQTVLZG5hMHdNek9MZlBSM1c1S2txSUl2TmRuWjJWYjZpWTZJOUlYZCtFUUdKQ29xS2xlVzVZTkNDRHo4K1AyRDE3SXNINHlLaXNyVmE1QkU5Tkl4MlJNWkdJVkNzYU80dVhFa1NZSkNvZGlobDZDSVNLK1k3SWtNakNSSkpTYjB4MjBqSXNQRlpFOWtZQUlEQTlNQUZQZTQzZkdDYlVUMG1tR3lKekpBc2l6dnhrUDM2aDh1STZMWEQ1TTlrUUVTUXZ6eThIMTdTWklneS9LdmVnMktpUFNHeVo3SUFJV0VoTndSUXZ6MTRMVVE0a0pvYUdpTWZxTWlJbjFoc2ljeVhEdFIwS29YUW5CZ0h0RnJqTW1leUVBSklYNTkwSlV2aEdBWFB0RnJqTlBsMGl0QlBEeER6SE9TaW5zSTNVQ3AxZW9JQUZKUVVGQjlmY2RDUlByRDZYS0pETnRtOXVBUkVmOElFQmtvWjJkbjA5UWNyVU5xanJhMnM3T3pxYjdqSVNMOWVXMjZNK25WeG03OHAxUEhXZDFRYVNRMlE0STdBQWlCRU1qYS9sRVJsOEwxSFJzUnZYeHMyWlBCQ2dvS1FvOGVQWkNVbEtUdlVGNHFod2J1d3hWRzRvS05qYlg3RDk4dHdnL2ZMWUt0amJVSGxNcEFCeGYzWWZxT2o0aUlxRmppS1lTRmhZa1JJMGFJOXUzYkN5OHZMNUdZbUZob3U3NnZwYXpZT3p0Yk83cDRiSE55OVJUOUJnMFZzWEZ4dW11T2pZc1QvUVlORlU2dW5zTFJ4V09idmJPenRiN2pKU0lpS3VScGt2M3AwNmZGNXMyYnhULy8vUFBhSkhzSGxWdHpSNVhIelhxTnZNU1M1VDhJalVaYjVIM1JhRFRpLzlpNzc3Q21ydjhQNE8rYkFDckl0RUNoaktBb1FZVWt1Rm9IamlxMmJrV3RlMEpyM1ZwUjBSYXJmc1ZGMGVLV3FrakZoYnRxWFFXdFZldGtXRmxxbVNxaWlMSkhrdlA3bzVDZk1ZQ0FRQkEvcitmeGVjaTU5NTd6dVJIeXlUMzMzSE44L1RheFpxMmNtRUFvaXJjV09ueW03cmdKSWJXRFJ1T1RHaUVXaXdVOEhtK0pPdHJ1MUtrVEFPRHg0OGVsYm5keWN0cFYyVG9aWTMrRmhZWHRlUGZvcWgxUElIUmN3SEc4WldZZm0ycjRybDZCRHUzYWxMb2puOC9IbkJsVDBmSFREcGd6ZjdFZzllblRQd1ZDUjYrRW1NaFZBT3JsbHlCQ3lIOG8yWk1hd1hIYzE0eXg4UUFTcTdQZXBVdVhJaVFrUktYYzF0WVdPM1pVTEJjenhycFZzdG1QQUxnQXFGUEozdExPemx5RDF6QVE0RDd2MmFNYjFxejRFUWI2K204OXJrTzdOamg5N0FEbUwvNVI0MExJUlc4YmUzRVBPUXJHSlVaSFA2bVZ3QWtoaE5RUEVvbGtwWk9UVTE1MTFWZVpidndTang0OXFwWnVmSWxFRWlpUlNPcFVJclJ1NGZDbGpWRDh6RTdVbnYyNjl3Q1R5K1dWZm4va2Nqa0wzSHVBMlluYU14dWgrSmwxQzRjdjFYMWVoSkNhVWVOWDlqWkNzVHNEUnRWME82UnNITEEzUGliY1g5MXhrR3JRc3FXV2dHbXNBZU5tMnRyYWNINCtxeUcwcTlya2VCekhZZXpJNFdqbkpNSE03eFo4ZFAvaHY2Y0U5bzUrQ1p4MFBxS2lDcXM5ZGtLSTJ0UjRzbWZBS0QyOXh0MWFDdTFxdWlsU2lxaVlXR1JtWmdOQXZVajIxZEdOLzc3NlJDaHFvY213andQbk5Iem9JUHk0ZUFFYU5tejR6dlVLN1pyamVQQmVMUFZlelIwOGZHeVdnR2wyS1JLS1JqNktpWWlybHNBSklmV2ZRQ2dPSFRGdWNsVjZZVWsxR0RGdU1oTUl4YUcxL2Y5TzNmalZTeUIwSEMrd0YyVTd0dXZNVHAwNVYxMi9IaXBPblRuSEhOdDFaZ0o3VWJaVkM4ZHg2anhuUWtqMW9VbDFDS25EakZ1MmJHd3RGTzNoT0Y1QUc3Rkk1OVRSQStqVHUxZU50ZGVuZHkrY09ub0FiY1FpSFQ2ZnQ5dGFLTnBqM0xKbDR4cHJrQkJTS3lqWmszckwzTndjdDIvZnhrY2ZmYVR1VUtyRXNrV3JkanBNSzV6UDQ0MysxbjBTOWdmdWdNVW41alhlcnNVbjV0Z2Z1QVBmdWs4Q244Y2IzWmhwaFZtMmFOV3V4aHNtaE5RWVN2YUUxRDJjdGRCeG5nWmY4NHFwc1hHelBUdTN3V1BPREdobzFONlRzaG9hR3ZDWU13Ty83dGdLRStPUGJEWDRtbGVzaGFMdmFEME5RdDVQbE93SnFVTnNiRnFiQ29TaU16eU90N1pibDg2YXA0OGR3R2NkMUhkUjNmSFQ5amg5N0NDNmRlbXN5ZU00SDRGUWRPWmpXNG14MmdJaWhGUUpKWHRDNmdpcjVnNDkwWUFmcWFXbDVmTER3bm5Zc2RVUFJvYUc2ZzRMUm9hRzJMSFZEejhzbkFjdExTMlhScHJ5U0t2bXJXdHU0QUFocE5wUnNpZnZCYTRhcWZ0Y1NxRmhiZSs0aHNmbm5iV3hFWmdjMmJjYkU4ZU5SbDBLbGVNNFRCdzNHa2YyN1lhTnRmWEhQRDcvakxXOTR4cWFoWk9ROXdNbGUwTFV5TksyZFRPQnZlZ0tEenlQb1lNSDhINDd2QSt0V3Rxck82d3l0V3BwajkrTzdJZnJvUDQ4SG5nZUFudlJGYXZtRGszVkhSY2hwSHlVN0FsUkU0SFFjYVNHQmorc3NiWk8rM1ZyVm1DdDl6Sm9OMnFrN3JEZVNydFJJL2lzWEk1MWExYWdzYlpPZXo2ZkZ5NndkeHloN3JnSUlXV2paRTlJTFRNM2I2TXRFSXAyY1J4dnI2TkRhOTJUUi9aallMOCs2ZzZyMGdiMjY0T1RSL2JEMGFHMUxnZmVQb0ZRdE5QY3ZJMjJ1dU1paEtpaVpFOUlMYksyRlVrYTZFbnY4SGk4Q2U0VHh5RTRhQmVzclN6VkhWYVZXVnRaSWpob0Y5d25qZ09QeDV2WVFFOTZ4OXBXSkZGM1hJUVFaZlU2MmJ1N3V5TTJObGJ4K3RxMWE1Z3hZOFpiandzS0NzSzZkZXRxT0RwbHUzYnRxdlUyU2UyeXNuT2N5ZFBBdFk4K2FtSVhzSDBUUEQzbVFGTlRVN0c5cUtnSVVxbTAydHV0d2d6QmxhS3BxUWxQanprSTJMNEpSa1pHZGp3TlhMT3ljNXhabzQwU1Fpcmx2UmhKNis3dWpvU0VoQXJ2NyszdGpYYnRWSjlObGtxbDRQUDU1UjRiSFIyTnpaczNZOE9HRFFDQUFRTUdJRDA5WFdVL1oyZG5yRnk1c3NJeHZXN0tsQ2xJUzB0VEtudjE2aFhrY2prdVg3NnNzcit2cnk4RUFrR1YyaUxxOTRsUTJFUUxEWGJ6ZUZ4ZlkzMXRuRHdlakNaR1JpcjcrZnI2b2xtelpoZzZkS2hTK2RHalI1R1dsb1p2dnZtbTFQb0xDZ3JBR0N0MVVSdy9QejlvYUdoZzZ0U3AxWGhHcGV2UzZUUDhmandZM3kzOHZzRmZWLy8rMlVZb2NpbEV3ZmhITVRHcWYwQ0VrRnIxWGlSN1gxOWZ5R1F5cGJMMDlIU01IejhlTTJmT2hJdUxpOUkyUHArUHAwK2ZvcWlvQ0M5ZXZNQ3JWNi9BY1J3eU1qSlFWRlNFcDArZkt2YlYxOWRYZkVqR3g4ZGp6cHc1bURwMUtweWNuQUFBSjA2Y3FQYno4ZlB6VTduYSt2WFhYL0hxMVN0TW56NWRaWDh0TGExcWo0SFVEa3ZiMWk1NldocEhDeGxmZS9LNDBiaDEvU3FhR0JraElpSUNkKy9leGRDaFF5R1R5YUNqbzZOMDNLWk5tMUJRVUFCbloyZEZXWDUrUG5idTNBa3pNek9jUEhrUzJkblprRXFsME5UVXhMQmh3K0RxNnFyU2Z0KytmVEZ4NGtTTUdUTUdlbnA2S3R2SGpoMkxwS1FrcGJLU0hvWkdwUXdXSERwMEtBNGRPcVJTbnAyZERSMGRIY1hqZ3FiNmpWQlFVTkJYemhxbGFncGI5MHFJK2VkaUpkODZRa2cxZWkrU3ZhNnVya3JaaWhVcllHcHFDbGRYVjVXcjlYUG56bUhuenAxSVRrN0dtalZyMExWclYyaG9hT0RFaVJQSXpjM0YxMTkvRFFESXlNakFkOTk5aDRFREJ5SXhNUkZ1Ym00WU5Xb1VCZzRjQ0I4ZkgweWZQcjFhbGhCOWs1YVdGa0pEUTdGdDJ6WkZXVVpHQnFSU0tXN2V2S2tvNjlHamh5Slc4dDdoMndqRnl4aXdRRnRibXorOHo1Y1lPbmdBd201ZGgxUXF4YXBWcTlDclZ5LzgvdnZ2aUl1THc0SUZDMVFxME5YVnhaWXRXOUN2WHo4QXdKNDllNUNjbkF6R0dEcDM3b3pSbzBjcmZSSDg0NDgvY1BUb1VaVjZyS3lzc0dqUklxVXlZMk5qTEZteUJMLysrcXZLL3F0WHI0YVJrUkhjM2QxTFBiRTNiNFZkdVhJRm16ZHZSbEJRa0ZKNVJPUS9tT1hocWZFcUtlV0NqVkM4T2o0bTNBdUFESVNRV3ZkZUpQczNIVDkrSENFaElmRHo4eXUxVzk3RnhRVXVMaTV3ZDNmSHZIbnpZR2RuQndCbzFxd1pybDI3aG1YTGxnRUFsaTFicHJnU01UQXd3TlNwVStIcTZncGZYMStrcEtUVVNLSXY4ZkxsUzRqRllzeWJONi9VN2FkT25VSkVSRVNOdFU5cWpvMjl2VFZqV252Qm9lUEF2bDlnOXZRcG1ENXRHZ2IwN3djK240OHpaODVBWDE4ZkV5Wk13UEhqeDh1c3g5VFVGS2FtcG5qeTVBa1lZd2dKQ2NIbXpadXhmLzkrNk9ycXF2VDR0R3JWQ3ZyNitrcGw0ZUhoT0hmdUhDWk1tS0JVM3FCQkE4WFBseTlmVmtyVTBkSFJzTEN3d08zYnQ1V08yYnAxS3dCZzc5Njl1SHYzcnRMK0RSczJoS2VucDhvNUJHemZpUFVidC9KUG5EcXpTQ0FVZGVPNHdsSHgwZEdKRlhnYkNTSFY2TDFMOXVIaDRmRDI5b1pBSUVCd2NEQnNiR3p3NU1rVHRHblQ1cTNINXVYbEtYVk5jaHdISHUrL01ZcjYrdnB3ZFhWRlpHUWsvdmpqRHdRRkJXSFpzbVU0ZS9hc1VoMzUrZm1LTHdFTEZ5NUUvLzc5cTN3dTU4K2ZSM2g0ZUtuYk1qTXo4ZW1ubjFhNWJxSWVWbmFPUThGNHYyZzNhcWkvekdzUmhnenNoOFRFUlBqNitpSXhNUkZTcVJTdFc3ZEcwNlpOa1pHUlVXNWRtWm1aR0RkdUhDNWV2SWowOUhUOCtPT1B5TTNOTFhQL2p6LytHQjkvL0xGU1dWWldGaG8zYm95MmJkdVdlZHpUcDAvUnNHRkRSUytTVkNwRlRrNk80b3REVVZFUkprMmFwTmcvTEN3TVlyRVliZHUyeGFaTm16QjI3RmkwYnQwYUFPRGw1WVZwMDZiQjFOUVVDeGN1QkJqRCtyVXIwYm5qWjFpeWZHWEh2RHd1d3NyTzBTMHBObEwxWGdBaHBNYThWOG4rN3QyN21EVnJGZ1lNR0FBSEJ3ZWNPM2NPLy83N0w3Ny8vbnYwNnRVTHMyYk5RdVBHLzcvME5tTU1wMCtmeHIxNzl4QVNFZ0taVEFheFdLelkvbnF5Ui9FNGdJVUxGNkpkdTNZd01EQ0FsNWNYdkx5OEZOc1RFaEl3YWRJa2hJU0VWTXY1OU9yVmk2N3M2d2tMQzR0R2ZCMGpQeDZQNTliUzNnNStQcXZRMUVhQWdvSUNyRnExQ2loTzNxbXBxWXJYM2J0M0wzYzh4b01IRDNEdjNqMWN2WG9WSmlZbXlNN09WZ3pVM0xScEUvejkvWkdabVFrakl5TzBhdFVLYTlhc3FYTDgrdnI2YU5teUpWQ2N6RGR0Mm9ROWUvWUF4UU1BMzJSdWJnNDdPenZvNmVuQndzSkMwWHZXc0dGRDJOall3TkxTVXFuM1lPamdBWEFTTzJMbXZJWDZVZEd4d2RaQ1IzOHVQM05tUWtKQ2ZwV0RKb1JVMkh1VDdLOWR1d1lQRHc5MDc5NGRucDZlT0hueUpBQ2djK2ZPQ0E0T3hvb1ZLK0RxNmdwUFQwL2s1dVppdzRZTlNFdExnNkdoSVp5ZG5URnIxaXpNbWpVTERSczJSRTVPam1Jd1VVazMvc3VYTHpGOSt2UlNCeVhWRkxxeXJ4OHNoQTRPR2h4L1B3ZTBuREIySkJaK04xdVJ4QnMwYUtEby9qNS8vanhPbmp5Sm4zLytXWEZzYWZmWVN6ZzVPY0hCd1FGWHIxNkZvYUVoeG80ZGk1WXRXMkxUcGsyWU5tMGFIQndjc0c3ZE9rWDlLQjVBVjFSVXBIaWRsNWVIckt3c0RCdzRVS251Yjc3NUJuMzZsRDZSajB3bWUrdFRLNi96OXZaVy9OMGtKeWVYdVY5VEd3R083QXZFS3AvMUNOaXp6NTAxMHU5b0lYUVltUkx6MmowQlFraU5xUFBKWGlhVFlmdjI3UWdJQ0lDYm14dmMzTnhVRmdneE5qYkcrdlhyY2ZEZ1FTeGF0QWpUcGszRHFsV3JzR0hEQnJpNXVTbXVPblIxZGZIOCtYTU1IejRjUGo0KzREaE9NU28rSmlZR0Vva0UxdGJXaUlxS3FwVnpjM0Z4S1hWZ0ZvcWZBaWpyaXdDcE93UjJqdDhDbksrUmdVRkRuNVhMMEwxckY2WHR5Y25KQ0EwTkJRQkVSa2JpMmJObkNBd01CQUI4OU5GSDVkYk5HTU5QUC8yRUlVT0c0TW1USjRyZjdhS2lvako3QkRadjNxejBwTWUxYTlkdytQQmgrUGo0S08xWDJzajhFbWxwYVRBd01LakEyZjluMGFKRjZOQ2hBd0JnL1BqeDVlNnJwYVVGcjBYejBhWFRaNWpuNmRYcVJVYkdEWUdkYUU1Q2JNVFdjZzhraEx5VE9wL3NwVklwSWlNanNYSGp4bEtmblgvZDhPSEQwYkZqUjVpYm00UEg0eWw5S1lpTGkwTkdSZ2JPbkRtRG8wZVB3c3pNREZwYVdzalB6MGRvYUNnc0xTM2g0ZUdCZ3djUFZpbk9peGN2d3RiV0ZoWVdGaFUrNXR5NWN3Z0xDeXQxRzEzWjEyMVdWZzZHdkVhOG5SeVBHOVN4UTN2OHRQcC9NRFZSWGVhZDR6aG9hUHozWi9iZ3dRTTRPRGdvWHI5K0M2azBCdzRjUVB2MjdXRmxaWVdHRFJ0aTFxeFpTRTFOeGN1WEwwdDlRZ1VBVEV4TWxGN3I2K3REVTFNVHBxYW1GVDYzUC8vOEU3cTZ1aFcrd2c4TURNVHAwNmNCQUNrcEtSVnFvM3ZYTGpoOTdBRG16Ri9jOE84YnQ3WUk3RVM5NVhueVNVbEpkOHNmeUVBSXFaSTZuK3diTkdpQUxWdTJWSGovc3BMdHBrMmJNSFRvVVBCNFBNWHp5THE2dW5qNThpVnUzcnlKWHIxNndkYld0a294eXVWeWVIbDVZZS9ldlpVNnJnNWYyZk1rRW9sbFdGZ1lqWm91aFdVTHh5NThQaGZFNTJ0WXpwbnhMYWE0VFN3emNWdFlXR0RVcUZISXljbFJkTCsvUG9qdXhvMGJaUzVsMjZGREIweWJOZzIvL2ZZYkFNRE16QXhtWm1idzl2YkcyTEZqcTIyMnZmYnQyNk5GaXhaQThhMkdtemR2d3Q3ZUhvTUhEOGFZTVdQUXYzOS9yRisvdnN6amUvVG9vUmlnRnhNVFUrRjJUVTFNc0dmbk5tengzNFgxRzdjTWt2R2tiU3hiT0k1T2pvdFVuVm1LRVBKTzZueXlmeGU1dWJuZzhYall1M2N2SGo1OENHOXZiNlh0bHBhV09IMzZOQklURTh1ZFJ2ZkpreWZRMXRiR25UdDNsQVlkbGJoLy96N016YzByZEZYLzlPbFRqQjgvSHZuNStTZ3FLbEowOGI2cFpQdlZxMWN4ZGVwVURCZ3dvRUxuL0E0MHhHSnhkeDZQTjRneE5nakFOUUJESzNEY2g0UW5FSXFXQU56aVQ4ek4rT3ZYZXFPTlJGeUJ3LzZiZ3JsTm16WXFvK1hidDI5ZjVqRTJOamJRME5CQWp4NDlGUGZoSHo1OGlQVDBkTmpZMk9EKy9mdnZlRHIvc2JLeWdsd3V4L0xseTNIdTNEbHMyTEFCWXJFWWQrL2V4Ylp0MitEdjd3ODNOemRJcFZKRnI4VHIzaHlnVnhrOEhnL1R2cG1NVDl1M3dXeVBSWllwajU2RTJ0aUpsc2JIUnF3QUlLK1dFeVNFMU05a2YrN2NPU3hkdWhTR2hvWXdNREJBVUZBUTFxNWRxekpMbWJPek0zYnMySUdtVFp2QzNOeTh6UG9tVEppQTU4K2ZRMHRMcTlTSlJpSWlJdEM5ZS9jS3hXWnFhb296Wjg1VTRheXFuNFdGUlNNVEU1TXZBUXhtalBYbE9NNFF4VjNQcktZblZIL1BNTVo0QXFGakNNZHhYYjkwNlltVnk3MmdWMFpYK3B2dTNyMkx3TUJBN055NVUyV2JWQ3FGWEM0SGo4ZERmSHc4V3JWcUJSVFArN0JqeHc3czJMRkRzVy9UcGswaGxVclJ0Mi9mVW5zU2V2WHFoY0xDd2xKajZOcTFxMHJaekpremtacWFpc3VYTHlNaElRRXVMaTQ0Y09DQTRtL0J3Y0VCR3pkdXhPM2J0L0hUVHo5aHo1NDkyTDE3TjFBODhjNkdEUnVRbloyTmlJZ0l4UnovSmJOQTh2bDhQSDc4dUVMdkR3QzBrWWh4NnVnQmVQNndqUC83dVF2TEJFTEh6NHVrR1BQb1FXVEY3Z3NRUXRSTElCU0hqaGczbWRVMnVWeXUrRGsvUDcvVzI2OHJSb3liekFSQ3NhTDdRQ3dXRzBna2tuRk9UazVIblp5Y2NwMmNuSmhFSWxINlYxejJUczlCU3lTU2xVNU9Ubm5WOGt1a1pvNGljWWlqU0N5M2wzUmcrNE1QVityOWw4dmxiTml3WVN3NE9MalU3VkZSVWN6SnlZazVPVG14SVVPR3NPZlBuNWRaVjJwcUtoc3dZSUJpbjVpWUdQYk5OOTlVOGpkQzJlblRwOW1wVTZkWVptWm11ZnZKWkRKMjQ4WU54aGhqOCtiTll5RWhJVyt0KzZ1dnZtTHg4ZkdWam1uZndjTk1LTzdBQlBhaWRCczd4eHJ2MGlMa1ExRDZ6Y0pxSkJDS1F6OXQzNmJidnQyLzFIUlRwQlFqeDd2aDJ2VmJmeGsyNGdJNWpodk5jVnhuQVB6WEw5eGZ2MmZNR0N1NXNrL2tPSzcwZXd3VjB3WkE4enQzN3RUZXM0dzFRQ0FVTGVSeFdDbXd0c1Myalg2d2JXWlQ2VHF5czdPVjVuOG9UY25WL2R1OFBxbVR1c2psY3FYSFZtdEMzUDJIbU9XeEVMRnhEOEFZODB5SWlWaFZZNDBSOGdHb2w5MzRiMU1YUGpEVm9CQkFJV09zM0Uvb2tnOXd4dGhIQUxxOVM0TWN4OVdMV1lFWU9Pam82QUtvMnAyTnR5VjZWR0JrZm9tNjhIdGIwVmpmQmNjQm1ob2x5LytXL3p0TENIbTdlcDNzUFR3ODBMdDNiL1RzMlZOUmxwK2ZEMWRYVnh3NGNLQkNIOElBOE1zdnY4REF3QUJhV2xxSWpvNHVjd1Q5NisyMmJkc1dYMzMxMVR1ZlEzWGdPRTRhSGg2K0c4QnVjM056YlJNVGs3NGN4dzNoT0s0dkFOMDNiODhYWDdXZENRc0wrK0FINkNYRVJLeXlzWE9NdWhzVnRXdkFzRkZHU3hiTngxZERoNmc3ckZwUjBkNkc2clkvK0FpV2VxOUJma0grQzA3T0ppYkVSbGIvMHBPRWZHQnEveTlaRGZMeThuRDI3Rm1jUFhzV2x5NWRncUdoSWJadDI2WW9LM25XL2ZyMTYvanl5eTh4WmNvVTlPL2ZYekZTWGlhVHFTeXhXMElxbFNvdENsS2E5UFQwY21jV3EwMlBIei9PRFE4UER3NExDeHVabVpscERHQUF4M0c3QUR4L28xdVdCdWdWaTQrTlBGRlV4RVI1ZVhtWFBMMldZOXBzRDJSbVpkVjR1N0d4c1pnN2QrNDcxWEg1OHVVeVY2OTczWlFwVTVTZURIbnk1QWxjWFYzeDdObXpkMnEvTWpLenNqQnR0Z2NXTFZtTy9QeThTMFZGVEJSUGlaNlFhbEV2cit3TENncVFsWldGb3FJaVpHVmw0ZG16WnpoOStyUmlrcEFtVFpvZ0tTa0o4Zkh4NFBQNWFOV3FGU1FTQ1FDZ1c3ZHVXTEJnQWJadDI0YXJWNjlDVzF0YnBmN016RXpzMnJVTHMyYk5RbloyTmlaTW1LQ3lRdGpyTGx5NGdQRHdjS3hjdWJKR3o3dXlIang0VUFEZ3QrSi9mQ2NucDY2TXNTRUFCdFhHZUk3M1NmR284QjRDb1dqSjZiTVhGa2YrYzY5U2o5NjlxL3o4ZkF3YU5LalViY09IRDFkYXFLYXlVbE5URVJrWmliVnIxeXJLek16TTBMcDFhNnhmdng0clZxeW9jdDBWZFRzc0hMTTlGaUhsMFJNWng3R2xDVEdSOU9nZElkV29YaWI3R3pkdXdNL1BEMCtmUGtWY1hCeFNVbEx3ODg4L1k5cTBhWmd3WVlJaXNjK2ZQeDhkT25SUVRMTHpKcWxVaW5YcjFxRmJOK1ZiMS83Ky9wREw2OTNua096T25Uc2hBRUlBekpSSUpKYnFEcWdPa2lmRVJDeXhiT0Y0NGRIangwRWp4cm05ZFZLZHFtQ01JUzh2RHdVRkJaREw1Y2pOellXV2x0WmJIOW1jTUdFQ1VsTlRsY29LQ3d1Ums1T0RMNzc0UW1WL1QwOVBkTzNhRldmUG5rWFhybDF4K3ZScHBhdjd2THc4Y0J5SEtWT21LTXFXTDE4T1kyUFZtUUtyU2k2WGwweXFBNWxNbWl5VE01cFVoNUFhVUMrVGZaY3VYZENsU3hmRlBmdlBQLzhjVXFrVWJtNXV1SERoQWh3Y0hIRCsvSG04ZVBFQ2ZmdjJWWm9zNU9MRml6aC8vanpNek13d2QrNWMzTDU5R3pFeE1manNzODhBQURrNU9iaCsvVHIyNzkrdjVyT3NVWEthUGE5c3lYR1JsNjJzSEVTc2tYU256L3FOZzY1ZXUxSG1kTGxWOGZ6NWM4eVlNUU01T1RsNDllb1ZKazJhaEVtVEpzSEZ4YVhjNHdJQ0FsVEtMbCsrak1EQVFQajcrNWQ2akV3bXc3Rmp4ekJod2dSMDZOQUJEZzRPcGU1WDhwUkd5YkszMWVGcFdocm1MdmdlMTY3ZkJKT3pZL0k4K2FSa21pNlhrQnBSTDVQOW04NmZQNi8wWVRkeTVFakZ6MlBIamdVQTdOKy9IM1oyZHRpNGNTTzJidDJLY2VQR3djSEJBZnYyN2NPZVBYc1VvOVIxZEhSdzhPQkJsUSs5SlV1V0tINk9pb3BDV2xxYVlrR2RoSVNFY2lmdEllK2Y0am5jQnd2c0hMKzk4dmQxM3o2RGhwZTZFRTVWR0JzYlkvLysvZGkrZlR0aVltTGc2K3VMdkx3OHZIejVzc3hqOVBUMHF0UzdjUHo0Y1NRbEpZSGpPSHo4OGNjNGNPQUEyclZyaDQ0ZE95cjJZWXhoMEtCQldMbHlaYmxMOGxaRzZLWExtT2ZwaFJjWkdmbGdiRzVDYkdURjU4UW1oRlJhdlV6MmNya2NjWEZ4U0UxTnhmYnQyOUd6WjA4RUJ3Y0R4ZDJRSFRwMEtQVXFLVFEwVkRIbGJVcEtDcXl0cmFHbnA0ZTB0RFJGMTJWY1hKelNNVG82T2lyVDhDWWtKS0JwMDZhS2hXeU1qSXhxOUpsa29qNEpzWkZiTElRT2Y3MTQrWEwvNUc5bnFpeHgreTVLQnBOR1JrYmk1czJiT0gvK1BBQWdLeXNMdWJtNVNvdmJiTml3QWNiR3hvb2xua3U4ZVBFQ0tTa3BtRFZybGxMZG8wZVBocU9qSTdadDJ3YUJRS0FvTnpJeXd1Ky8vNjZVN09QaTRwQ2VubzVtelpxOTh6a1ZGaGFXTEhFTEJoWWxoWHhFU2l3dGNVdElUYXVYeVQ0b0tBaG56NTVGVmxZV3hvd1pnMGFOR21ISWtQOGVsMHBNVE1TdFc3ZVUxZ0RYMDlORFFFQUEwdExTRkt1Si9mNzc3ekEyTnNhVksxZHcvUGh4dEczYkZrVkZSVWhOVGNXd1ljTXdkKzVjZlBIRkYrRHhlUGo4ODgrVjVneS9jT0VDaEVJaGV2ZnVEUURvM2JzM0Nnb0thdjE5SUxVakplYnVYUXNMaTdaOEhTTy9nRi8zdWQyNGRRZCtQcXZRMUVaUWdhTkxkLy8rZlRER2tKV1ZoUjkrK0FIejU4L0g1TW1UQVFCbno1N0Y5ZXZYNGVYbHBYTGMxMTkvcmZUa3lMTm56MHE5eDI1cWFvcVVsQlE0T0Rnb2JlL1pzeWY4L2YxUlVGQ2dXQWZpNzcvL1JxZE9uVXBkRjZJeS9vMVB3TXg1Q3hFVkhRdTVYUDRMVjVBNUl5VWhJZitkS2lXRVZFaTlmUFJ1MUtoUjJMTm5EMXEwYUFGRFEwUDA2OWNQKy9idGcxd3VSMEJBQUk0ZlA0N0F3RUJrWldWaDE2NWRwZDdyZEhkM3g4bVRKNUdjbkl4UFAvMFVUWm8wQVlybjAxKytmRGtPSERpQXdzSkNIRHAwQ0QvODhFTzU4ZVRtNXFKang0NlU4T3V4bEpTVXZNVFlTSGVaWEQ0c0tpcjJWWC9Ya1RoODdMY3ExN2Q1ODJaOCtlV1hhTktrQ2RhdFd3Y3pNek9zV2JOR3FXZnA4dVhMMkw1OXU5SnhOalkyc0xXMVZmemJ0bTBiVWxOVGxjcHNiVzJocTZzTFcxdGJsUzhNWm1abXNMQ3d3STBiTnhSbFY2NWN3ZWVmZjE3bGN3R0FRMGRQb0wvclNFUkZ4YjZTeWVYREVtTWozUk1vMFJOU2ErcGxzaTl0RGU0clY2N2cxYXRYU0U1T2hsUXF4Wll0VzlDelo4OXlCeHk1dXJwaTllclZTRWhJZ0xXMXRhSzhRNGNPV0xseXBXSWxNa0pLSk1WR0hnSlhJTXJOeTd2cXNjZ0xzejA4a1oyVFU2azYwdExTOE9USkU3UnIxdzRvWGdDbmNlUEdPSHYyTEt5c3JCVDdDUVFDL1BycnI0cDcrWEs1SE45Ly96M3k4L1BoNitzTHVWeU9hZE9td2NmSFIvRzdXbGhZQ0RjM04yUVZ6eE9ncDZlbjBuNm5UcDF3NmRJbG9QaVdRWFIwTkRwMzdseWw5eU03SndlelBUd3hmL0VTNU9ibFhRVlhJRXFLalh5bmRSY0lJWlZYTDVOOWFYcjA2SUdkTzNjaU5EUVVmZnIwd1lrVEo4cWNiSVF4aG9pSUNHaHJheU04UEJ3Nk9qcEs5MGRSM0ZVZkZCUlVTOUdUOTBsOGRIUmlRa3lFTXhpOGo1ODhJK3MzWkFRaUl2K3A4UEVtSmliNDhjY2ZsY1o1QkFjSG8xKy9ma3JUNVZwYVdxSmR1M2FLMzhPSWlBaEVSVVdoWWNPR2lwNnNkdTNhb1duVHB2anR0OThnbFVxaHBhV0ZWcTFhd2MvUHI4ejJPM1hxaEFjUEhnQUEvdnJyTDdSdDI3YlUrU2JlSmlMeUgvUWJNZ0xIVDU2UmdjRTdJU2JDT1Q0Nm1wN3lJRVFONnVVOWU2bFVDaFRQWEtlaG9RSEdHQjQrZklpLy92b0w5KzdkZzUyZEhiUzF0VEY4K0hDTUhEa1NYMzMxRlFvTEMzSDY5R21rcDZmRHdNQUFITWVoZWZQbVdMTm1EYVpQbnc0QTBOVFVSSHA2T2xBOHUxbW5UcDN3NnRVcmhJU0VvRWVQSG9yMmMzSnljUFhxVld6YnRrMU43d0NwQTJUeE1lR0xyZTFFRnhLVFV2WU1HelBSZk43czZYQ2JNQTQ4M3RzSGF3cUZRc1RHeGdMRnk4WWVQbndZKy9idFU5bHZ6Smd4K082Nzd6QnAwaVJjdUhDaDFLVnN2Ynk4MExoeFkxeTdkZzBuVDU2RWw1Y1hoZ3daZ243OStrRWtFcW5zTHhhTEZiZTJ6cDgvWCtrdWZMbWM0WmVBUVBpc2ZkUWI1d0FBSUFCSlJFRlUzNGlpSXVsalFEbzZQdWFmaTVXcWhCQlNyZXBsc3YvcnI3L3czWGZmS1dZQlc3QmdBYTVmdjQ1T25UcGgrZkxsYU5PbURRRGc0Y09IMkxKbEM1WXRXNGJWcTFkajRjS0ZzTGUzaDRHQkFRQmcwcVJKNk5HamgyS3Qralp0Mm1EYnRtM28wYU1IVEV4TTRPSGhBVzF0YmZUdjM3L2NlUEx5OHQ3NmpEU3BueEpqSTBJL0VRb2R1YUlHdTFmNXJPOTcrY3JmV0w5MkJab1lHVlc0anJTME5Jd2VQVm94YmlRcEtVa3gydC9KeVFsZmZQRUZNakl5MEtCQkE4V2dVQzB0TGFTbnA4UFUxQlFHQmdaZ2pPSEtsU3Y0NUpOUG9LT2pnM1hyMXFGcDA2Wks3WXdkT3haSlNVbEtaVGs1T2JoeDQ0WmlkcjNGaXhlWCs3djg3SGs2dmx2NFBmNjYramZBMktraUZJeC9GQk9UWG9tM2pCRHlQbExYZXZhdnk4cktZaktack16dFJVVkZwWlluSmliV1lGUzE0ODMxN0luNldOazV6clFSaXZMYmRlN0IvdnpyNmx2LzcySmlZdGljT1hNVXIzLzU1UmZXcmwwNzV1enN6SzVmdjE3dXNUNCtQcXh6NTg2c2UvZnVySHYzN3F4ejU4NXM4T0RCTENVbFJXWGZWYXRXc2VQSGoxZnhOK3ovL2ZuWFZkYW1ZM2RtSXhUbFc5azV6bFQzKzAwSXFVVjFJZGwveUNqWjF5M1d0aUtKalZBVTA3U2xoSG12OFdXRmhZV1YrditVeStVMTlydFNWWVdGaGN4N2pTOXIybExDYklTaUdHdGJrVVRkN3pNaFJOa0hNMENQa0xvZzhVRkVXRUdtaHBOY3puYjc3d3JFc05FVGtaaFU4UlVSNjlya1RJbEp5UmcyZWlMOGR3VkNMcGZ2S3NqVWNFcDhFQkdtN3JnSUljb28yUk5TeXg0L3ZwMmJFQk0rZ1RINXFNaTcvMlQxR3pJQ0owNzlydTZ3S3UzNHlkUG9OMlFFSXUvK2s4V1lmRlJDVE1Ta3g0OXY1MWJnVUVKSUxhTmtUNGlhSk1SRTdwTktaWkxzM0p3YnN6MFd3V09SRjNMejh0UWQxbHZsNXVYQlk1RVg1c3hmak96Y25Cc3ltVnljRUJPcCtxZ0FJYVRPb0dSUGlCb2xQL2puWVVKMFJDYzU1R3NQSFQwaDcrODZFdmVpb3RVZFZwbnVSVVdqLzVBUk9IVDBoRndPK2RxRTZJaE9TZmZ2L3F2dXVBZ2g1YU5rVDRqNlNST2pJK2ZMWmZMZThmRUphVU5HanNldXdDQXd4dFFkbHdKakRMc0NnekJrNUhqRUp5YW15bVd5THhLakkrY0RrS283TmtMSTIxR3lKNlNPU0xwLzl3SUtaSTZGaFlYbmxxL3l3ZVFwTS9FaVEvM0x1Ny9JeU1Ea0tUT3hmSlVQQ2dzTHorVVY4UnlUN3Y5elh0MXhFVUlxanBJOUlYVklmUHcvVHhOaUlyNlFNN25IeGN0L0ZmVVo5Qld1WGIrcHRuaXUvbjBEZlFZTng4WExmeFhKR1p1WEVCUHhSZXFEc0dkcUM0Z1FVaVdVN0FtcGUxaGlUS1NQVkZiVTZlbXpady9IVFBvR2E5ZHRVRXdEWFJ1a1VpbldydHVBc1pPbjRPbXo1dytsc3FKT2lURVJQd0dvTy9jV0NDRVZSc21la0RvcU9lN2V6Unl1VUN5VHk0TzIrTy9FaUhHVGtmTG9jWTIzbS9Mb01VYU1tNHd0L2pzaGs4dURjcmhDY1hMY1BmVjFMeEJDM2hrbGUwTHFzR2RSVWRtSk1SRmpHSk5QdUIwZWtkTjM4RmM0ZmJibWJwZWZQbnNlZlFkL2hkdmhFVGt5bVh4OFlrekVtR2RSVWRrMTFpQWhwRmJVK0hSY0FxRTRWRSt2Y2JlV1FydWFib3FVSWlvbUZwbVoyUmNUWXNLN3F6c1c4bTQrRVlwYWFITFl4NEZ6K3NwMU1KWXNucSswNU8yN3lNdkx4MUx2MVRoNCtCZ1kySjBpaHBHUFlpTGlxcVZ5UW9qYTFYaXl0eGFLNW5MZ3lsOFdqdFFzanAxSWlJNVlwKzR3U0RWbzJWSkx3RFRXZ0hFem05czI0L3g4VmtGbzEveWRxb3lKdlkrWjN5M0EvWWYvTW5ETUw0R1R6a2RVVkdHMXhVd0lJWVNReXJOdTRmQ2xqVkQ4ekU3VW52MjY5MENWRnNpUnkrVXNjTzhCWmlkcXoyeUU0bWZXTFJ5K1ZQZDVFVUlJSWVRMWxuWjI1Z0toNkE4YmV6RnpuemFiWmJ4OFdlRkVuL0h5SlhPZk5wdloySXVaamIzNHZMVzl2Wm02ejRjUVFnZ2hwZU1KaEk2ZU52YmlvbzdkZTdQck4yKy9OZEgvZmVNVys2eGJiMlpqTHk0U0NCMDlhK04ySGlHRUVFTGVrYlhRNFRPQlVCVGZySlVUKzNuVE5pYVZ5bFNTdkZRcVpiNSttMWl6Vms1TUlCVEZXd3NkUGxOMzNJUVFRZ2lwQkNOYld6MkJuZWlnamIyWWZUVjJFbnY4SkZXUjZCOC9lY0srR2p1SjJkaUxtY0JPZE5ESTFsWlAzZkVTUWdnaHBJcXNXemk2Q1lUaVhIRUhaM2IyUWdnN2V5R0VpVHM0TTRHOU9NZmF6bkd5dXVNamhOUSt1bGRIU0Qxa1pTdHF4ZGZnOW5JY2N3UUF4cmhJSnBkOWxSQjNOMGJkc1JGQ2FoOGxlMExxS1Z0YjJ3YmFPcnIzQVNBM0o2djVnd2NQQ3RRZEV5RkVQV2k2WEVMcXFRY1BIaFR3ZVhqSTUrRWhKWHBDUG15VTdBa2hoSkI2anBJOUlZUVFVczlSc2llRUVFTHFPVXIyaEJCQ1NEMUh5WjRRUWdpcDUralJPMExlYzR3eFZsMTFjUnhIbndtRTFFTjBaVThJSVlUVWM1VHNDU0dFa0hxT2tqMGhoQkJTejFHeUorUURzMlBIRHJpNHVLQmp4NDZZUDM4K01qTXoxUjBTSVlRUVFzcWpzbkI5T1k0Y09jSjY5KzdOSGp4NHdOTFQwOW40OGVPWnA2ZW5ZcnU2ejRVUVFnZ2hwYWhNc2g4MmJCZ0xDZ3BTdkw1MjdScHIzNzQ5eTg3T3BtUlBTRDFHM2ZpRWZDQnljM1B4OE9GRGlNVmlSVm5yMXEwaGxVcng3Ny8vcWpVMlFrak4wbEIzQUlTUTZqRjQ4R0M4ZVBGQ3BYem8wS0dZTVdNR25qOS9EZ0F3TWpKU2JHdmN1REUwTkRUdzZ0V3JXbzJWRUZLN0tOa1RVazhjUFhxMDNPMXl1YnpVY3NZWWFDNGRRdW8zNnNZbjVBT2hyNjhQQUhqNThxV2lMQ3NyQ3pLWkRFMmFORkZqWklTUW1rWlg5b1RVRTIvcnhqYzBOSVNKaVFraUlpSWdGQW9CQUJFUkVkRFcxa2F6WnMzVUVERWhoQkJDS3FReW8vSDkvZjNabDE5K3llTGk0dGpqeDQvWnlKRWptWitmSHoxNlJ3Z2hoTlJsbFVuMlJVVkZiUFhxMWF4TGx5N00yZG1aclZtemhoVVZGVkd5SjZTZW8xRTVoTHpucWpOSjA2cDNoTlJQTkVDUEVFSUlxZWNvMlJOQ0NDSDFIQ1Y3UWdnaGhCQkMzbGNTaVNSVUlwR0VxanNPUW9oNjBaVTlJWVFRVXMvUnBEcUUxQ08ydHJaNjJ0cmFMVjhyMGdNQVIwZkhUMHNLY25Oem94NDhlRUNMMkJQeUFhRmtUMGc5a3B1Yks5WFQwL3NUZ09icjVSb2FHdGZ3MzJONlJibTV1UVpxQzVBUW9oYlVqVTlJUGZMNDhlTmNBT2NZWXlqdEg0QXp4ZnNRUWo0Z2xPd0pxV2RrTXRuaGtybHhPSTdENno4enhnNnJPVHhDaUJwUXNpZWtuc25KeVRuTUdDdHRQVnRaWGw3ZUVUV0VSQWhSTTByMmhOUXpEeDQ4eU9RNDd1S2I1WXl4a05qWTJDejFSRVVJVVNkSzlvVFVRM0s1L0REK1MvQWw5K3JCY1J4MTRSUHlnYUprVDBnOUpKZkxENzJ4cGczTHpjMDlwTDZJQ0NIcVJNbWVrSG9vTWpJeWpURjI1YldpUDJOaVl0TFZHQkloUkkwbzJSTlNUekhHanIzMjgxSDFSa01JVVNkSzlvVFVVektaN0VqSm8zY2w5L0FKSVI4bXJnTDdFRktqV01rSXNtckN2WEd6K2tNbWtVakNBUlNFaFlWMVVIY3NoQkQxb2VseUNhbmZEbkVjVjZqdUlBZ2g2a1hkK0lUVVU3YTJ0ZzFlNXNtc1htUVhOYk8xdFcyZzduZ0lJZXBEM1oxRTdhZ2J2L3BaMlVwYThqWFlQbkJ3QkFER0VBRzViRVJDM04wWWRjZEdDS2w5ZEdWUDNrdHl1UnpIangvSDJMRmoxUjFLbldQZHd0R05wOEZ1NmV2ck9XN2Q0SXV0RzN4aG9LOG5BcDkvMjlyT2NiSzY0eU9FRVBJQllwVjA1c3daTm5qd1lOYXpaMDgyZVBCZ2xlM3FQaDkxTWJLMTFSUFlpUTdhMkl2WlYyTW5zY2RQbmlqZWs4ZFBuckN2eGs1aU52WmlKckFUSFRTeXRkVlRkN3lFRUVJK0lKVk45dnYyN1dNaElTSHMrUEhqbE95TFdRc2RQaE1JUmZITldqbXhuemR0WlZLcFRPVjlrVXFsek5kdkUydld5b2tKaEtKNGE2SERaK3FPbXhCU096NzRlNXVrWmtna0VoR0E5UlhaOTg2ZE85MnEwc2FKRXljUUVCQ0FJMGVVRjNKemNuSlNXUVRtWFRIR0xvYUhoeSt0N25xckFVOGdkRnpBY2J4bFpoK2Jhdml1WG9FTzdkcVVlOEQxbTdjeFovNWlwRDU5S21WTTdwVVFFN2tLd0FmNUpZbVFEd1U5ZWtkcXlnZ0F6Z0Qrck9nQlNVbEpaZDZELzkvLy9vY3VYYnBVWjN3VnhuR2NFSUFRUUoxSzlwWjJkdVlhdklhQkFQZDV6eDdkc0diRmp6RFExMy9yY1IzYXRjSHBZd2N3Zi9HUEdoZENMbnJiMkl0N3lGRXdMakU2K2ttdEJFNElJYVIra0Vna0s1MmNuUElxc205bHUvRkwxRlkzdmtRaUNaUklKSFVxRVZxM2NQalNSaWgrWmlkcXozN2RlNERKNWZKS3YzOXl1WndGN2ozQTdFVHRtWTFRL015NmhjT1g2ajR2UWtqTnFQRXJleHVoMkowQm8ycTZIVkkyRHRnYkh4UHVyKzQ0U0RWbzJWSkx3RFRXZ0hFemJXMXRPRCtmMVJEYU5hOVNWUnpIWWV6STRXam5KTUhNN3haOGRQL2h2NmNFOW81K0NaeDBQcUtpYUNJZVF1cVJHay8yREJpbHA5ZTRXMHVoWFUwM1JVb1JGUk9Mek14c0FLanp5YjZ1ZHVQWEZaOElSUzAwR2ZaeDRKeUdEeDJFSHhjdlFNT0dEZCs1WHFGZGN4d1Azb3VsM3F1NWc0ZVB6Ukl3elM1RlF0SElSekVSY2RVU09DRkU3V3Jsbm4xTG9SMzI3ZjZsTnBvaWJ4ZzUzZzEvMzdpdDdqQXF4TXJLQ3BjdVhWSjNHSFdTUU9nNEhodzI2VFhXMVZtNTNBdDlldmVxMXZvYk5XcUlWY3VYd0xselIzaitzTXdwTXp2cmpsVUx4NmxKY1pHQjFkb1FJVVF0YUZJZFF1b3c0NVl0RzFzTFJYczRqaGZRUml6U09YWDBRTFVuK3RmMTZkMExwNDRlUUJ1eFNJZlA1KzIyRm9yMkdMZHMyYmpHR2lTRTFBcEs5dVM5TldEQUFKWEg3dW9UeXhhdDJ1a3dyWEEranpmNlcvZEoyQis0QXhhZm1OZDR1eGFmbUdOLzRBNTg2ejRKZkI1dmRHT21GV2Jab2xXN0dtK1lFRkpqS05rVFV2ZHcxa0xIZVJwOHpTdW14c2JOOXV6Y0JvODVNNkNoVVh0UHltcG9hTUJqemd6OHVtTXJUSXcvc3RYZ2ExNnhGb3ErbzdrNUNIay9VYklucEE2eHNXbHRLaENLenZBNDN0cHVYVHBybmo1MkFKOTFVTjlGZGNkUDIrUDBzWVBvMXFXekpvL2pmQVJDMFptUGJTWEdhZ3VJRUZJbGxPd0pxU09zbWp2MFJBTitwSmFXbHNzUEMrZGh4MVkvR0JrYXFqc3NHQmthWXNkV1AveXdjQjYwdExSY0dtbktJNjJhdDY2NWdRT0VrR3BIeVo2b0hWZk4xSDArVmFCaGJlKzRoc2ZubmJXeEVaZ2MyYmNiRThlTlJsMDZGWTdqTUhIY2FCelp0eHMyMXRZZjgvajhNOWIyam10b0ZrNUMzZytVN0FsUkkwdmIxczBFOXFJclBQQThoZzRld1B2dDhENjBhbW12N3JESzFLcWxQWDQ3c2grdWcvcnplT0I1Q094RlY2eWFPelJWZDF5RWtQSlJzaWRFVFFSQ3g1RWFHdnl3eHRvNjdkZXRXWUcxM3N1ZzNhaVJ1c042SysxR2plQ3pjam5XclZtQnh0bzY3Zmw4WHJqQTNuR0V1dU1paEpTTmtqMGh0Y3pjdkkyMlFDamF4WEc4dlk0T3JYVlBIdG1QZ2YzNnFEdXNTaHZZcnc5T0h0a1BSNGZXdWh4NCt3UkMwVTV6OHpiYTZvNkxFS0tLa2owaHRjamFWaVJwb0NlOXcrUHhKcmhQSElmZ29GMnd0ckpVZDFoVlptMWxpZUNnWFhDZk9BNDhIbTlpQXozcEhXdGJrVVRkY1JGQ2xOWHJaTy91N283WTJGakY2MnZYcm1IR2pCbHZQUzRvS0FqcjFxMnI0ZWlVN2RxMXE5YmJKTFhMeXM1eEprOEQxejc2cUlsZHdQWk44UFNZQTAxTlRjWDJvcUlpU0tWU3RjWllGWnFhbWxnNGJ6WjJidDBBSXlNak81NEdybG5aT2M1VWQxeUVrUC8zWG95a2RYZDNSMEpDUW9YMzkvYjJScnQycXM4bVM2VlM4UG44Y28rTmpvN0c1czJic1dIREJxQjRscmIwOUhTVi9aeWRuYkZ5NWNvS3gvUzZLVk9tSUMwdFRhbnMxYXRYa012bHVIejVzc3IrdnI2K0VBZ0VWV3FMcU44blFtRVRMVFRZemVOeGZZMzF0WEh5ZURDYUdCbXA3T2ZyNjR0bXpacGg2TkNoU3VWSGp4NUZXbG9hdnZubW0xTHJMeWdvQUdQc25SYkZ1WDM3Tmt4TlRXRmhZYUZVL3M4Ly82Q3dzQkJPVGs1SzVaNmVuaGcrZkRna2t2OHU0bzhkTzRhMHREVDhmandZYmw5LzIrRCtnL3MvMndoRkxvVW9HUDhvSmtiMUQ0Z1FVcXZlaTJUdjYrc0xtVXltVkphZW5vN3g0OGRqNXN5WmNIRnhVZHJHNS9QeDlPbFRGQlVWNGNXTEYzajE2aFU0amtOR1JnYUtpb3J3OU9sVHhiNzYrdnFLRDhuNCtIak1tVE1IVTZkT1ZYeTRuVGh4b3RyUHg4L1BEMjh1dS83cnI3L2kxYXRYbUQ1OXVzcitXbHBhMVI0RHFSMld0cTFkOUxRMGpoWXl2dmJrY2FOeDYvcFZOREV5UWtSRUJPN2V2WXVoUTRkQ0pwTkJSMGRINmJoTm16YWhvS0FBenM3T2lyTDgvSHpzM0xrVFptWm1PSG55SkxLenN5R1ZTcUdwcVlsaHc0WWhNREFRS1NrcEZZcXI1RytuUkZKU0VoWXRXb1NOR3plaWVmUG1pdllXTDE2TWZ2MzZxU1Q3RXVIaDRWaTNiaDB5TWpKUVdGaUlxMWV2QXJJQ05OSFhSVloyVHQ4aVdjTkVUV0hyZmdreC8xeXM0bHRJQ0trRzcwV3kxOVhWVlNsYnNXSUZURTFONGVycXFuSzFmdTdjT2V6Y3VSUEp5Y2xZczJZTnVuYnRDZzBORFp3NGNRSzV1Ym40K3V1dkFRQVpHUm40N3J2dk1IRGdRQ1FtSnNMTnpRMmpSbzNDd0lFRDRlUGpnK25UcDFmTEVxSnYwdExTUW1ob0tMWnQyNllveThqSWdGUXF4YzJiTnhWbFBYcjBVTVJLM2p0OEc2RjRHUU1XYUd0cjg0ZjMrUkpEQnc5QTJLM3JrRXFsV0xWcUZYcjE2b1hmZi84ZGNYRnhXTEJnZ1VvRnVycTYyTEpsQy9yMTZ3Y0EyTE5uRDVLVGs4RVlRK2ZPblRGNjlHaWxMNEtEQmcwQ1l3elBuajNEaUJFajhNY2ZmeWkydlhqeEFzT0dEVk9VOFhqS2QvQUdEeDZNdkx3OEhEdDJEQjRlSGtEeEY0N216WnZEemMxTnNWOUdSZ2FlUEhtQ3pNeE1KQ1ltb2xXclZ0aXhZd2RPbkRpQnAwK2Z3dDNkSGVmUG4wZDBkRFM2ZHV1QnVRdS8xMGxLZm5UQlJpaGVIUjhUN2dWQStWczdJYVJXdkJmSi9rM0hqeDlIU0VnSS9QejhTdTJXZDNGeGdZdUxDOXpkM1RGdjNqelkyZGtCQUpvMWE0WnIxNjVoMmJKbEFJQmx5NVlwSmk0eE1EREExS2xUNGVycUNsOWZYNlNrcE5SSW9pL3g4dVZMaU1WaXpKczNyOVR0cDA2ZFFrUkVSSTIxVDJxT2piMjlOV05hZThHaDQ4QytYMkQyOUNtWVBtMGFCdlR2Qno2Zmp6Tm56a0JmWHg4VEprekE4ZVBIeTZ6SDFOUVVwcWFtZVBMa0NSaGpDQWtKd2ViTm03Ri8vMzdvNnVxcTlQaVUvQzJVSlBMWDU5SXZyUXdBWkRLWlV1OEJBQncrZkJneW1VeFJmK2ZPblFFQWt5ZFBobzZPRHRhc1dRTUErUHZ2di9IeHh4OGpJQ0FBam82T1lJd2hKU1VGelpzM2g2MnRMYlMwdEhEcTZBRjgvK1AvK0NkT25Wa2tFSXE2Y1Z6aHFQam82TVIzZW9NSklaWDIzaVg3OFBCd2VIdDdReUFRSURnNEdEWTJObmp5NUFuYXRHbnoxbVB6OHZMUTZMWG5tRG1PVTN3STZ1dnJ3OVhWRlpHUmtmampqejhRRkJTRVpjdVc0ZXpaczBwMTVPZm5LNzRFTEZ5NEVQMzc5Ni95dVp3L2Z4N2g0ZUdsYnN2TXpNU25uMzVhNWJxSmVsalpPUTRGNC8yaTNhaWgvakt2UlJneXNCOFNFeFBoNit1THhNUkVTS1ZTdEc3ZEdrMmJOa1ZHUmthNWRXVm1abUxjdUhHNGVQRWkwdFBUOGVPUFB5STNON2RhNCtYeitiaHk1WXBTMllrVEp4QVNFb0wxNjllcjdKK2ZudzluWjJjTUhUb1UzdDdlY0hSMHhKbzFhNUNYbHdkOWZYMmxmVU5EUS9Ibm4zOWkvZHFWNk56eE15eFp2ckpqWGg0WFlXWG42SllVRzNtb1drK0VFRkt1OXlyWjM3MTdGN05temNLQUFRUGc0T0NBYytmTzRkOS8vOFgzMzMrUFhyMTZZZGFzV1dqYytQK1gzbWFNNGZUcDA3aDM3eDVDUWtJZ2s4a2dGb3NWMjE5UDlpZ2VCN0J3NFVLMGE5Y09CZ1lHOFBMeWdwZVhsMko3UWtJQ0prMmFoSkNRa0dvNW4xNjlldEdWZlQxaFlXSFJpSzlqNU1majhkeGEydHZCejJjVm10b0lVRkJRZ0ZXclZnSEZ5VHMxTlZYeHVudjM3dVdPeDNqdzRBSHUzYnVIcTFldndzVEVCTm5aMllxQm1wczJiWUsvdno4eU16TmhaR1NFbGkxYll1blNwVUJ4UWdhZzlNV2d0REp0N2RJZmlaZkw1V1ZPMWR1d1lVTkVSMGNqUHo4ZkZ5NWNnRWdrQWdCODlORkhNRFpXWGgvbjlUcUdEaDRBSjdFalpzNWJxQjhWSFJ0c0xYVDA1L0l6WnlZa0pPUy81YTBsaEZTRDl5YlpYN3QyRFI0ZUh1amV2VHM4UFQxeDh1UkpvTGlMTVRnNEdDdFdySUNycXlzOFBUMlJtNXVMRFJzMklDMHREWWFHaG5CMmRzYXNXYk13YTlZc05HellFRGs1T2REUjBRSEhjWW9QcEpjdlgyTDY5T2xLVi80MWphN3M2d2NMb1lPREJzZmZ6d0V0SjR3ZGlZWGZ6VllrOFFZTkdtRHIxcTFBOGYvM3laTW44ZlBQUHl1T1BYcjBhSm4xT2prNXdjSEJBVmV2WG9XaG9TSEdqaDJMbGkxYll0T21UWmcyYlJvY0hCeXdidDA2Yk4yNkZVZU9IRUd2WHYrL05rMStmcjdTNjlMS1RwMDZoVVdMRnFsOHFaVEpaSkRKWk9qVXFaTktUQnMzYnNUUm8wZGhiMjhQRXhNVGVIaDQ0S09QUG9KRUlvR05qWTNTdnZ2MzcxZDYzZFJHZ0NQN0FySEtaejBDOXV4elo0MzBPMW9JSFVhbXhOeTkrOVkzbVJEeVR1cDhzcGZKWk5pK2ZUc0NBZ0xnNXVZR056YzNsYXNPWTJOanJGKy9IZ2NQSHNTaVJZc3diZG8wckZxMUNoczJiSUNibTV2aW5yMnVyaTZlUDMrTzRjT0h3OGZIQnh6SEtVYkZ4OFRFUUNLUndOcmFHbEZSVWJWeWJpNHVMcVVPekVKeFYycFpYd1JJM1NHd2Mvd1c0SHlOREF3YStxeGNodTVkdXlodFQwNU9SbWhvS0FBZ01qSVN6NTQ5UTJCZ0lGQjhOVndleGhoKyt1a25EQmt5QkUrZVBGSDhiaGNWRmFuMENBd1pNZ1JEaGd4UnREbHAwaVNjUDM5ZXNmMzU4K2R3ZFhYRnBVdVhsSTdidkhtelNyc2pSNDVFUWtJQ0FnSUNGQ1B6UzBSR1JpSTNOeGVXbHBibzNMa3pSbzBhQlI4ZkgremV2UnVOR2pWQ2Ftb3FQdjc0WTZENFVkYzNhV2xwd1d2UmZIVHA5Qm5tZVhxMWVwR1JjVU5nSjVxVEVCdXh0ZHczZ3hEeVR1cDhzcGRLcFlpTWpNVEdqUnRMZlhiK2RjT0hEMGZIamgxaGJtNE9IbytuOUtVZ0xpNE9HUmtaT0hQbURJNGVQUW96TXpOb2FXa2hQejhmb2FHaHNMUzBoSWVIQnc0ZVBGaWxPQzlldkFoYlcxdVY1NVRMYys3Y09ZU0ZoWlc2amE3czZ6WXJLd2REWGlQZVRvN0hEZXJZb1QxK1d2MC9tSnFvTHZQT2NaeGlVTnlEQncvZzRPQ2dlUDNtaVBnM0hUaHdBTzNidDRlVmxSVWFObXlJV2JObUlUVTFGUzlmdml6MUNaVVN6NTgvUjVNbVRhcDBYbWZQbmtWZVhoNDhQRHl3ZE9sUytQdjdLL1YyL2ZQUFA1Z3dZUUpPbno0TkFHalNwQW42OWVzSGUzdDdHQmtad2RYVkZidDM3d2FLQi9xVnBYdlhMamg5N0FEbXpGL2M4TzhidDdZSTdFUzk1WG55U1VsSmQ4c2Z5RUFJcVpJNm4rd2JOR2lBTFZ1MlZIai9zcEx0cGsyYk1IVG9VUEI0UExpNnVnTEZWL292WDc3RXpaczMwYXRYTDlqYTJsWXBScmxjRGk4dkwremR1N2RTeDlYaEszdWVSQ0t4REFzTG8xSFRwYkJzNGRpRnorZUMrSHdOeXprenZzVVV0NGxsSm00TEN3dU1HalVLT1RrNWl1NzNraXRmQUxoeDQwYVo5OGM3ZE9pQWFkT200YmZmZmdNQW1KbVp3Y3pNRE43ZTNoZzdkbXlacysyRmhZV3BYSkZYeEkwYk4rRHQ3UTBmSHgrMGJkc1dWNjVjd1l3Wk0rRGo0d01EQXdNQWdLdXJLeG8wYUtCSTlrRkJRWXI0c3JLeWtKcWFpajU5K2tCUFR3OG9IbEM3ZlBueVV0c3pOVEhCbnAzYnNNVi9GOVp2M0RKSXhwTzJzV3poT0RvNUxsSjFaaWxDeUR1cDg4bitYZVRtNW9MSDQySHYzcjE0K1BBaHZMMjlsYlpiV2xyaTlPblRTRXhNTEhjYTNTZFBua0JiV3h0Mzd0eEJnd1lOVkxiZnYzOGY1dWJtRmJxcWYvcjBLY2FQSDQvOC9Id1VGUlVwdW5qZlZMTDk2dFdybURwMUtnWU1HRkNoYzM0SEdtS3h1RHVQeHh2RUdCc0U0QnFBb1JVNDdrUENFd2hGU3dCdThTZm1adnoxYTczUlJpS3V3R0gvSmNVMmJkb29KWG9BYU4rK2ZabkgyTmpZUUVOREF6MTY5RUJSVVJFQTRPSERoMGhQVDRlTmpRM3UzNyt2Y2t4cWFpcUNnb0lxTmJ0alRrNE9mdm5sRnh3NWNnUS8vdmlqb2dkdDVjcVZXTHg0TVlZTUdZTHAwNmVqVDU4K0tvK2pqaDQ5R3FOSGowWldWaFptekppQkVTTkc0T1RKay9EMTlZVzV1ZmxiMitieGVKajJ6V1I4MnI0Tlpuc3Nza3g1OUNUVXhrNjBORDQyWWdVQWVZVlBnaEJTcm5xWjdNK2RPNGVsUzVmQzBOQVFCZ1lHQ0FvS3d0cTFhMVZtS1hOMmRzYU9IVHZRdEduVGNqK1lKa3lZZ09mUG4wTkxTd3Z1N3U0cTJ5TWlJdEM5ZS9jS3hXWnFhb296Wjg1VTRheXFuNFdGUlNNVEU1TXZBUXhtalBYbE9NNFF4VjNQN00wcC9qNXdqREdlUU9nWXduRmMxeTlkZW1MbGNpL29sZE9WL3JxN2QrOGlNREFRTzNmdVZOa21sVW9obDh2QjQvRVFIeCtQVnExYUFjWHpQdXpZc1FNN2R1eFE3TnUwYVZOSXBWTDA3ZHUzMUo2RU8zZnU0UHZ2djBlZlBuM0svUkx4dXMyYk4rUEFnUU53Y0hCQVVGQ1EwaGRXTFMwdHJGMjdGc2VPSGNPV0xWdnc4ODgvWStmT25XaldySmxpbjVjdlgrTGN1WE1JREF6RXFGR2pNR3JVS05qWTJHRGl4SWtZT0hBZ2V2WHFWYUZlaGpZU01VNGRQUURQSDVieGZ6OTNZWmxBNlBoNWtSUmpIajJJck5pVWdJUVE5UklJeGFFanhrMW10VTB1bHl0K3pzL1ByL1gyNjRvUjR5WXpnVkNzNkQ0UWk4VUdFb2xrbkpPVDAxRW5KNmRjSnljbkpwRklsUDRWbDczVGM5QVNpV1NsazVOVFhyWDhFcW1abzBnYzRpZ1N5KzBsSGRqKzRNT1Zldi9sY2prYk5td1lDdzRPTG5WN1ZGUVVjM0p5WWs1T1RteklrQ0hzK2ZQblpkYVZtcHJLQmd3WW9OZ25KaWFHZmZQTk40d3h4dExUMDFuUG5qM1ozcjE3U3ozMjJiTm56Tm5aV2FYODZ0V3I3TjY5ZTI4OWo0S0NBbmJuemgzRjY0VUxGN0k3ZCs2d2I3NzVobmw0ZUxEWTJGaWwvUjg5ZXNTKy8vNTd0bjc5K3JmVy9hWjlCdzh6b2JnREU5aUwwbTNzSEd1OFM0dVFEMEhwTnd1cmtVQW9EdjIwZlp0dSszYi9VdE5Oa1ZLTUhPK0dhOWR2L1dYWWlBdmtPRzRzZ0U0Y3gvRmV2M0IvL1o0eFk2emt5djRaZ0h2djBIUlRqdU5NN3R5NVUzdlBNdFlBZ1ZDMGtNZGhwY0RhRXRzMitzRzJtVTBGamxLV25aMnROUDlEYVVxdTd0L205VW1kM2xSWVdGaHYxbEdJdS84UXN6d1dJamJ1QVJoam5na3hFYXZVSFJNaDc3TjYyWTFQU2xVSUlBZUFuREZXWmxZcGE3QllGZndybDh2L3JxN0sxSW1CZzQ2T0xvQ3EzZGw0VzZKSEJVYm1seWh2Q3VmNmt1Z0JnT01BVFkyUzVYOVpqVitVRUZMZmZaREp2cnlyby9xSTR6aHBlSGo0YmdDN3pjM050VTFNVFBweUhEZUU0N2krQUhUZnZEMWZuUEQvREFzTCsrQUg2Q1hFUkt5eXNYT011aHNWdFd2QXNGRkdTeGJOeDFkRGg2ZzdMTFVxK1gycHhpK0dTdllISDhGUzd6WElMOGgvd2NuWnhJVFl5T3BmZXBLUUQwekZMaWZlVXg0ZUhyaHc0WUpTV1g1K1BseGRYWkdkblYzaGVuNzU1UmNjT25RSUowNmN3T3JWcXl2VTdvRURCNm9VYzAxNy9QaHhibmg0ZUhCWVdOakl6TXhNWXdBRE9JN2JCZUQ1R3gvZU5FQ3ZXSHhzNUltaUlpYkt5OHU3NU9tMUhOTm1leUF6SzZ0RzJ4d3hZZ1RDd3NJUUVCQ2d0QkppaWJsejV5STJOdmFkMmhnelpneHUzYnBWN2o3WHIxL0h1SEhqbE1yV3JGbUQ3ZHUzdjFQYnBjbk15c0swMlI1WXRHUTU4dlB6TGhVVk1WRThKWHBDcXNVSGNXV2ZsNWVIUC8vOFUvSGEwTkFRMjdadFErdldyUUVBSmlZbWtFZ2t1SDc5T243ODhVZFlXMXZqMGFOSG1EdDNMcnAzNzY2WVByUTBVcWtVMGRIUmNIQndLTFA5OVBSMHhheGpkY21yV1ZQNUFBQWdBRWxFUVZTREJ3OEtBUHhXL0kvdjVPVFVsVEUyQk1DZzJoalA4VDRwSGhYZVF5QVVMVGw5OXNMaXlIL3VWZXJSdThyUzB0SlNMSm96Yjk0OHJGNjlHaDA2ZENoMTM1SXZvNlU1Y2VMRU8zWHZuemx6Qm0zYnRsVXFHenAwS01hTkc0ZmV2WHNyNXVwL1Y3ZkR3akhiWXhGU0hqMlJjUnhibWhBVFNZL2VFVktONm1XeUx5Z29RRlpXRm9xS2lwQ1ZsWVZuejU3aDlPblRrTWxrNFBQNWFOS2tDWktTa2hBZkh3OCtuNDlXclZwQklwRUFBTHAxNjRZRkN4WmcyN1p0dUhyMWFxbUxoV1JtWm1MWHJsMllOV3NXc3JPek1XSENCTnkrZmJ2TWVDNWN1SUR3OFBCS1BmdXNCckk3ZCs2RUFBZ0JNRk1pa2RTdGJ5WjFnendoSm1LSlpRdkhDNDhlUHc0YU1jN3RyWlBxbENjNU9ibk1MNUZ5dVJ5UEhqMkNXQ3lHdTdzN3BGSXBNakl5b0tPam8zaGNyNkNnQUhsNWVZcHBwTXR5L3Z4NS9QVFRUeXJsR1JrWldMQmdBVFExTlpYS0xTMHQ0ZS92cjVnSFl1UEdqWmd5WllyU1BwOTg4b2xpUVI4VVR3QTBjZUxFU3I4SGNybThaRklkeUdUU1pKbWMwYVE2aE5TQWVwbnNiOXk0QVQ4L1B6eDkraFJ4Y1hGSVNVbkJ6ei8vakduVHBtSENoQW1LeEQ1Ly9ueDA2TkJCTWFQZW02UlNLZGF0VzRkdTNib3BsZnY3KzBNdXI5Y1hIWEthUGE5c3lYR1JsNjJzSEVTc2tYU256L3FOZzY1ZXUxSG1kTG5sV2JGaVJabTNrNUtUazdGcjF5NmxhWEg3OU9tRFY2OWU0ZEtsUzBoS1NrSmlZaUtNalkzZjJxWGVxMWN2bFVWeFVOeU5QM3YyYkpVcjl4TG56cDJEdHJZMmhFSWhaczZjV2VvK0pVOXZ2TG04YlVVOFRVdkQzQVhmNDlyMW0yQnlka3llSjUrVVROUGxFbElqNm1XeTc5S2xDN3AwNlFJUER3LzA3dDBibjMvK09hUlNLZHpjM0hEaHdnVTRPRGpnL1BuemVQSGlCZnIyN1F1cFZLcVlyL3ppeFlzNGYvNDh6TXpNTUhmdVhOeStmUnN4TVRINDdMUFBnT0xaeHE1ZnY2NnlvaGY1c0JUUDRUNVlZT2Y0N1pXL3IvdjJHVFM4MUlWd3lsT3lHbDVwRmkxYUJHZG5aM3p4eFJjcTJ5Wk9uSWpQUC84Y3ExYXRRb3NXTGZEeTVjc3k2OUhTMGlwektkdnlGQlVWWWN1V0xZcTUvWFYxZGZIenp6L0R4OGRIYWIrREJ3OGlMQ3lzMHIxV29aY3VZNTZuRjE1a1pPU0RzYmtKc1pFVm54T2JFRkpwOVRMWnYrbjgrZlB3OS9kWHZCNDVjcVRpNTdGanh3TEZ5M0hhMmRsaDQ4YU4yTHAxSzhhTkd3Y0hCd2ZzMjdjUGUvYnNVWXc4MXRIUndjR0RCMVd1WkpZc1dhTDRPU29xQ21scGFZclY4eElTRWlvMGRTaDUveVRFUm02eEVEcjg5ZUxseS8yVHY1MnBzc1J0VmVucDZTRXpNN1BVYmRldlgwZCtmajRpSWlKZ2FHaW9kTldka0pBQUN3c0x4WmZYcmwyNzR0dHZ2OFdsUzVkdzVNZ1JwWHFTazVPeGNlTkdwZDlsSXlNakxGbXlCQWNQSGtTREJnMlFuLy9mY3ZObVptYTRmZnMyVWxKU2xHYlorL3Z2djlHeVpjc0tuMWRoWVdISkVyZGdZRkZTeUVla3hOSVN0NFRVdEhxWjdPVnlPZUxpNHBDYW1vcnQyN2VqWjgrZUNBNE9CZ0FzWDc0Y0hUcDBnSXVMaThweG9hR2hpZyt5bEpRVVdGdGJRMDlQRDJscGFUQTIvcStMTmk0dVR1a1lIUjBkbFRuM0V4SVMwTFJwVThXcWRVWkdSalgybUJKUnY1U1l1M2N0TEN6YThuV00vQUorM2VkMjQ5WWQrUG1zUWxPYjhnZXYvZmJiYjRyNzN2bjUrV2pRb0FFNGprT1BIajFnYlcyTlo4K2VsWHJjeVpNbjBieDVjOXk2ZFF1aG9hSDQ5ZGRmRmZmZGh3d1pnazJiTnNIVTFGVHBHSkZJaEU4KytVVHhtakdHOVBSMGxXVjJTK3E1ZS9jdVBEdzhGSXZZYUdob29GdTNiamgzN2h3bVRab0VGTi9tdW5YckZxWlBuMTZoOStuZitBVE1uTGNRVWRHeGtNdmx2M0FGbVROU0VoTHlLM1F3SWVTZDFNdGtIeFFVaExObnp5SXJLd3RqeG94Qm8wYU5GR3Q5SnlZbTR0YXRXMHBkcUhwNmVnZ0lDRUJhV3ByaUh1bnZ2LzhPWTJOalhMbHlCY2VQSDBmYnRtMVJWRlNFMU5SVURCczJESFBuenNVWFgzd0JIbytIenovL1hIRWxoZUlCZVVLaEVMMTc5d1lBOU83ZEd3VUZCYlgrUHBEYWs1S1NrZ2VrdUZ2Wk9aNk5pb3I5cGIvclNQMWxYb3ZnT3FoL21jZjA3OThmL2Z2L3Q3MXYzNzd3OWZXRm5aMGRVUHo3OS9vVEpDV2lvNk9Sa1pFQmMzTnpUSjQ4R2NuSnlVaE1URVJ3Y0RBOFBUMkI0a1ErWjg0Yy9QREREekF5TWdLSzU5b3ZXYmtPQUs1ZHU0WXRXN1pnOSs3ZHBYNFJYYlJva2NxNGxHN2R1c0hmMzErUjdDTWlJbUJzYkl5bVRadSs5ZjA1ZFBRRWxpeGZpYnk4L0ZjeUpuZExpbzE4cCttWUNTR1ZVeStmc3g4MWFoVDI3Tm1ERmkxYXdORFFFUDM2OWNPK2Zmc2dsOHNSRUJDQTQ4ZVBJekF3RUZsWldkaTFheGNDQWdKVTZuQjNkOGZKa3llUm5KeU1Uei85VkxFK3VMT3pNNVl2WDQ0REJ3NmdzTEFRaHc0ZHdnOC8vRkJ1UExtNXVlallzU01sL0E5QVVtemtJWEFGb3R5OHZLc2VpN3d3MjhNVDJUazVsYTZuZWZQbWlJNk9WaWsvZE9qLzJydnZzQ2l1cncvZzM5bWxOeFVOd2NxaUlJdEt0VVV3OWhZMWlUWFlqYjFGbzFHTTJHSVhsU2hpaTdFVFMxQitXS0pHallyR0VwT29GQXNvU0ZFVWxTS2RaWGQyN3Z0SFlGNVhRRkhLSXA3UDgvRG8zcDF5WmxubXpOdzJnUmd5WklqNHVrdVhMamg0OEtER25UekhjVEF4TWNFdnYvd2lscDA1Y3dhblRwM0N0V3ZYY1BueVpiUnAwd2I2K3ZyaTQya0I0TWlSSS9EMzl3ZnlMNEJmMWFwVkt6eDQ4QURQbno4SEFGeTZkQW1kT25WNjdYRmtaV2RqdXFjWFpzLzdBVG01dVZmQjVUbFJvaWVrNGxYSlpDK1ZTZ3VWWGJseUJlbnA2WGowNkJGNG5zZVdMVnZRcFV1WDEvWWk3dCsvUDFhdFdvVzR1RGhZV1ZtSjVhMWJ0OGJLbFN2Rng0NFM4ckxZaUlqNHVNaXdkbUJZY2ZUNEtYWHZmb01RRm43N3JiWmhiVzJOek14TUpDVDg5OUMzVzdkdTRkS2xTeGc0Y0tCR2drMVBUOGU1YytmRW1xc0N3NFlOdzZGRGg4UjIvNkNnSUhBY2g5dTNieU1zTEF3QU1IUG1UR3pkdWhWcXRSbzh6OFBkM1IyLy9QS0x1TTlYR1JvYW9uWHIxdUpGeUlVTEY5QzVjK2RpanlFcy9EWjY5eHVFbzhkUHFjR3dJaTR5ckYxc1JBU044aUJFQzZwa3NpOUtwMDZkc0hQblRnUUhCNk5uejU0NGR1eFlrWStyUlg0MWFGaFlHSXlNakJBYUdncGpZK05DYmFCbno1N0Z2bjM3S2loNjhoNVN4MGFHem1PTWRZMS9tUEJrNExCUitIbm5IZ2pDLzA5TW1KeWNqTkRRVUp3OGVSSTVPVG5ZdkhtejJOTStORFFVblR0M3hzR0RCNEg4VG5uWHIxK0hYQzdYMk1uZXZYdlJwVXNYalNwNkFMQ3pzMFBUcGswUkdCaUl0TFEwaEllSHc4M05UV01adVZ5T1BYdjJRQ3FWWXR5NGNVaE5UY1h3NGNOZjI3UGUxOWNYN2R1M3g3MTc5NkJXcXd2RkF3Q0N3UER6emowWU9Hd1U0aDhtUEFINExyR1JvZk1BRkQycEFDR2szRlhKTm51ZTU0SDhtZXQwZEhUQUdNT0RCdzl3K2ZKbDNMbHpCM1oyZGpBeU1zSlhYMzJGd1lNSHc4UERBMHFsRWlkUG5rUktTZ3FxVjY4T2p1TmdhMnVMMWF0WGl4MlFkSFYxa1pLU0FnQzRkKzhlM04zZGtaNmVqdlBuejJ2Y2JXVm5aK1BxMWF2WXVuV3JsajRCVWxuRTN3c0xyaXVYTzNJcS9UM2VQcjY5TGwyNUJ0ODF5MUhUM0J3TEZ5NFVPNEwyN3QwYkRSbzBFSDhzTFMxaGFXbUpJVU9HUUNhVDRmTGx5eHFqU0FxbzFXb01IejRjUE05RHFWUWlKU1ZGSEFrd2V2Um9QSGp3QUVsSlNmRHc4SUNwcVNuMDlQU1FtSmdvcmwrclZpMDhmZm9VVVZGUnFGZXZIaG8yYkNqT1ExSGcvUG56V0x4NHNVWVp6L05RcVZSbzM3NDlrRC9KenY3OSs1R1VuSUtaYytiajh0VnJBR01uVk1nYitUZ3lNcVdjUGw1Q1NHV2hqZWZaQndjSE0xZFhWOWFyVnkrV2xKVEVQRDA5V2J0MjdaaVhseGU3ZnYyNnVGeDBkRFNiT1hNbTgvVDBaSUlnc0t0WHI3SVhMMTZJNzQ4YU5ZcHQzTGhSZlAzczJUUDI1WmRmc280ZE96SVBEdytXbnA3T1ZDb1Z5ODdPZnUxUGNuSXljM1YxWlFxRm9rSS9CMWJFOCt5SjlqU3djNXhtTFhkU3RHemJpZjE1K1dxSmZuL1hyMTluZmZyMFlWOTk5UlhMek13VXkyZk1tTUVpSXlNWlk0eXAxV3IyeVNlZnNGYXRXckdwVTZlK2RudXhzYkdzWjgrZXJIMzc5cXhqeDQ2c1k4ZU96TTNOalczZXZMblFzaTlldkdBOWUvWXM4WGZ0ejh0WFdYTzNqc3hhN3FSb1lPZFk5Q3c4aEpDcVNSdkovbFdabVpsTXJWWVgrNzVLcFNxeVBENCt2aHlqcWhpVTdDc1hLeHNuRjJ1NVUyVERKaTVzeGVxMVRLbFVhdnNyVW1wS3BaS3RXTDJXTld6aXdxemxUcEZXTms0dUpmZ29DQ0VWNklOb3N6Y3hNWG50M09VdkQ1dDdXWU1HRGNveEt2SWhpbzhPQzhuTDBIRVZCTFpuMnk1L0RCdzZDdkVQSDJrN3JIY1cvL0FSQmc0ZGhXMjcvQ0VJd3E2OERCM1grT2l3RUczSFJRalI5RUVrZTBJcWt5ZFBidVRFUllaK3paZ3dKUHpXN2N6ZS9RYmgySW5mdFIzV1d6dDYvQ1I2OXh1RThGdTNNeGtUaHNSRmhvMSs4dVJHanJiaklvUVVSc21lRUMySml3dy93UE5xbDZ5YzdIK21lODZGNTl5RnlNbk4xWFpZYjVTVG13dlB1UXN4WS9ZOFpPVmsvNk5XQzg1eGtlRUh0QjBYSWFSNGxPd0owYUpIMGJjZnhFV0V1UXNRMWdRZVBpWjgzbjh3N3R3dFBKbE9aWEhuYmdRKzd6Y0lnWWVQQ1FLRU5YRVJZZTRQbzI3RmFEc3VRc2pyVWJJblJQdjQrSWp3MllKYTZCNGJHL2U4MytDUjJPVy9ENHl4RXF4YU1SaGoyT1cvRC8wR2owUnNmUHhUUWEzdUVSOFJQaHNBciszWUNDRnZSc21la0VyaVlkU3RzOGhUT3lxVnlqTkx2WDB3WnVJMHBMN1EvdVBkVTErOHdKaUowN0RVMndkS3BmSk1ya3JpK0REcTloL2Fqb3NRVW5LVTdBbXBSR0pqYnorTGl3enJJVERCODhLbHk2cWVmVHp3MTkvL2FpMmVxOWYrUWM4K1grSENwY3NxZ2JGWmNaRmhQWjVHaHhUOU9ENUNTS1ZGeVo2UXlvZkZSNGI3OEdxVis3T2twQWZEUmsvQW1uVWJ4SmtoS3dMUDgxaXpiZ09HajVtSVowbkpEM2kxeWowK011eEhBSlduYllFUVVtS1U3QW1wcEI3ZHYvTnZOcWQwVmd2Q3ZpM2JkbUxRaURGSWVQeWszUGViOFBnSkJvMFlneTNiZGtJdENQdXlPYVh6by90M3RGZTlRQWdwTlVyMmhGUmlTWGZ2WnNWSGhnMWpUUGo2Um1oWWRxKytIamg1dXZ5YXkwK2UvZ085K25yZ1JtaFl0bG90akl5UERCdVdkUGR1VnJudGtCQlNJYmp5M29GTTdoeHNabWJTb1luY3JyeDNSWXB3Ti9JZU1qS3lMc1JGaG5iVWRpeWtkT3JLblJycmNqakFnWFAxNk44WFA4eWJEUU1EZ3pMWmRtNnVBb3RYck1MQi94MEJBN3VwWWhqOE9ETHNmcGxzbkJDaWRlV2U3SzNrVHQ5eDRENHY3LzJRMStEWXNiaUlzSFhhRG9PVWdTWk45R1JNWnpVWU44M1dwaEhuNStNTnVaMXRxVFlaZVM4SzAyWitqNmdITVF3Yzg0dmorTm00ZTFkWlpqRVRRZ2doNU8xWk5YYjR6RnJ1bkdUbjFJcjlzaitBQ1lMdzFnK3dFUVNCK2U4UFlIWk9yWmkxM0RuSnFySERaOW8rTGtJSUlZUzhwTDZkWFIyWjNPbWN0YjB6R3pkbE9udVJsbGJpUlA4aUxZMk5tektkV2RzN00ydDc1eitzN08xcmEvdDRDQ0dFRUZJMGlVenU2R1Z0NzZ4eTY5aWQvZjN2alRjbSttdi9YR2R0T25SbjF2Yk9LcG5jMGFzaW12TUlJWVFRVWtwV2NvYzJNcmxUYktPbXJtejlwcTJNNTlXRmtqelA4Mnl0M3liV3FLa3JrOG1kWXEza0RtMjBIVGNoaEJCQzNvSzVqWTJaek03cG9MVzlNL01ZUHBvOVNYd3FKdm9uaVluTVkvaG9abTN2ekdSMlRnZk5iV3pNdEIwdklZUVFRdDZSVldQSHNUSzVjNDV6NjNiczlObno3UFRaODh5NWRUc21zM2ZPdHJKekhLUHQrQWdoRlkvYTZnaXBnaHJZT0RXVjZuRDdPWTQ1QWdCalhEZ1QxQjV4OTI5RmFqczJRa2pGbzJSUFNCVmxZMk9qYjJSc0dnVUFPZG1adHRIUjBYbmFqb2tRb2gwMFhTNGhWVlIwZEhTZVZJSUhVZ2tlVUtJbjVNTkd5WjRRUWdpcDRpalpFMElJSVZVY0pYdENDQ0draXFOa1R3Z2hoRlJ4bE93SklZU1FLbzZTUFNHRUVGTEZVYkluaEJCQ3FqaEs5b1FRUWtnVlI4bWVFRUlJcWVJbzJSTkNDQ0ZWSE0yTlQ4aDdqakhHeW1wYkhNZlJPWUdRS29qdTdBa2hoSkFxanBJOUlZUVFVc1ZSc2llRUVFS3FPRXIyaEh4Z2R1ellnVzdkdXNITnpRMnpaODlHUmthR3RrTWloQkJDeU91d3R4QVVGTVM2ZCsvT29xT2pXVXBLQ2hzNWNpVHo4dklTMzlmMnNSQkNDQ0drQ0crVDdBY09ITWoyN2RzbnZ2N3JyNzlZcTFhdFdGWldGaVY3UXFvd3FzWW41QU9SazVPREJ3OGV3Tm5aV1N4cjFxd1plSjVIVEV5TVZtTWpoSlF2SFcwSFFBZ3BHMzM3OWtWcWFtcWg4Z0VEQm1EcTFLbElUazRHQUppYm00dnZtWmlZUUVkSEIrbnA2UlVhS3lHa1lsR3lKNlNLT0h6NDhHdmZGd1NoeUhMR0dHZ3VIVUtxTnFyR0orUURVYTFhTlFCQVdscWFXSmFabVFtMVdvMmFOV3RxTVRKQ1NIbWpPM3RDcW9nM1ZlUFhxRkVERmhZV0NBc0xnMXd1QndDRWhZWEJ5TWdJalJvMTBrTEVoQkJDQ0NtUnQrbU52MjNiTnZiWlo1K3grL2Z2c3lkUG5yREJnd2N6UHo4L0ducEhDQ0dFVkdadmsreFZLaFZidFdvVisvVFRUMW03ZHUzWTZ0V3JtVXFsb21SUFNCVkh2WElJZWMrVlpaS21wOTRSVWpWUkJ6MUNDQ0draXFOa1R3Z2hoRlJ4bE93SklZUVFRZ2g1WDdtNHVBUzd1TGdFYXpzT1FvaDIwWjA5SVlRUVVzVlJ6MXRDcWhCWFYxZDd4dGorbDRwczh2K05MaWpnT0c3SXpaczNJeW8rT2tLSXRsQ3lKNlJxNFZ4Y1hCSTRqcXRUMUp1TXNTY2hJU0gxQU5DWWVrSStJRlNOVDBqVndnQUVNY2J3OHZEN2wxNEhVYUluNU1ORHlaNlFLb1l4ZHF5b3VYRTRqZ05qN0poV2dpS0VhQlZWNHhOUzlVaGRYRnllQXpBdlNQcjVkL1dwSVNFaEZnRFUyZzZRRUZLeDZNNmVrS3BIelhIY1VXaFczNFBqdUdPVTZBbjVNRkd5SjZRS1VxdlZRUzlYNWVmL1AwaWJNUkZDdEllU1BTRlZVSFoyOWgrTXNleUMxNHl4N0l5TWpEUGFqWW9Rb2kyVTdBbXBncUtqby9NQS9JYjh1M3FPNDA3a2x4RkNQa0NVN0FtcG9nUkJPUHhTVlQ1VjRSUHlBYU5rVDBnVmxaU1VkSnd4eGpQR2VKN25qMnM3SGtLSTl1aG9Pd0NpUGV6bFdWZElzYmlpQnEyL0I1NDhlWkpqYVdsNW1qRW1DUThQenk3QktwVU9mVWRMN24zOW5wS0tRY21la0NwTUVJUkFqdU9vQm8rUUR4eWRCSWpXS1JRS2JZZFFKZG5ZMk9pbjVRb3VMM0xVVGpZMk52cmFqdWQ5Ujk5VDhqNmpaUCtCNDNrZVI0OGVMVFNQZW01dUxsNjhlSUdFaEFTRWhJVGcxS2xUOFBmM2gwcWxldWQ5K2Z2N3c4ZkhSNk9NTVFZUER3L0V4c1lXdWM2Q0JRc1FFaEpTNUh1QmdZSFl2bjE3a2U4ZFAzNGNCdzhlMUNqYnVuVXJkdTNhOWM3eHYwOGEyTGcwVWV1WS9NTkpKTk00aVdRYXIyUHl0Nnl4ZzF6YmNiMnJpSWdJM0w1OVc2T001M2xrWm1iaStmUG5pSXFLd3FWTGx4QVlHSWhyMTY2VmFsL3U3dTdJek16VUtQdnR0OSt3ZVBIaUlwZVBpNHZETjk5OFUrejJldlRvVWV4NzQ4ZVBMM1FSOGNrbm43eDF6SVM4Q1ZYakV4dzZkQWdaR1JrWVBudzRnb09ETVcvZVBOU3FWUXRtWm1iaWo2bXBLYXBWcTRiVTFGUThlUEFBMzM3N0xZeU1qRjY3WFo3blViOStmZno2NjYvRkxzTnhITnEyYll1VEowOWl5cFFwR3UrcDFXcjgvZmZmbURoeElwS1RrN0ZvMFNJQWdLT2pJMjdldklta3BDVHdQSS9yMTY5REpwTmh6cHc1NHJybnpwMUQxNjVkNGVYbEpaWkZSMGRES3BYaS92MzdZbG1QSGozUXZuMTdMRjY4R0pjdlgwWk9UZzVzYlczaDZlbUpwazJidnRQbnFXMVdqUjNIY2hMbVY2MmFtZUdxNWY5OVp0L1BXK1NVbHBGeHc4ck9jVnI4dmZBZDJvN3hiVDE5K2hScjFxeEJRRUFBVEUxTk1XalFJS1NtcHFKYXRXb2EzMDh6TXpNWUdob0NBRWFPSElubzZHam82THorTkplVGs0UFZxMWVqWThlT3hTN2o1dVlHSHg4ZlpHVmx3Y1RFUk9POXk1Y3Z3OXJhR3NuSnliaHc0UUl1WExnQWZYMTlOR2pRQUJFUkVVaExTOFBFaVJNQkFGT21USUdEZ3dNQUlESXlFZ0FRRkJTRVc3ZHVpZHZqZVY3amU2dWpvNE9sUzVmaTJiTm5XTDE2TmE1ZHV3WURBd04wNk5BQjMzMzNIWXlOamQvcE15VWZGa3IySHpnZEhSMzg4TU1QK1BycnI5RzJiVnVvMVdwMDdkcTEyTHNZQUhqdzRBR2FOR21DUFh2MnZIYmIxNjlmaDQrUER4aGpTRWxKUVU1T0RoUUtCZExTMHJCbXpSb3g2ZWJrNUVCZlh4OFhMbHdBQU5TdFd4ZSt2cjc0NjYrL29GUXFNWG55WkxpNXVXSFpzbVdZUFhzMlhGMWRNWDc4ZUFRR0JpSXRMUTBEQmd6UXVMTktUMDlIVEV3TU9uWHFCSmxNSnBZSEJRVkJWMWNYbjMvK3VWaG1ZV0VCQUhCMmRzYTMzMzRManVQZzYrdUxtVE5uNHRTcFU2WDRaQ3VldVkyTm1ablVlRHNuNFFhMmF1R0tkYXVYbzdhbEpRREFvYWs5WnN5ZVovVFA5WnZiWlhaTzNUUFUyV05UbzZNenRCMXpTWFhzMkJHblRwM0NtalZyc0dUSkVxalZhdXpldlJ0MTZoVDVKRi9SbWpWcjRPYm05dHBseG8wYkIvdzNFUkZ5YzNNQkFLbXBxWWlJaU1DYU5XdkU1UXdNRERCcTFDang5WXdaTStEbTVvWXpaODRnUFQwZGYvNzVKMWF2WG8wNmRlcGcxNjVkK1BiYmI0SDhDOHFmZnZvSnExYXRRbHBhbXJqKzc3Ly9qaDQ5ZXFCVnExWndkbllXeTgrZlA0L2h3NGVMcnd2NjNRVUVCS0J0MjdaWXRHZ1JVbEpTNE9YbEJUOC9QNDBMQTBLS1E4bWV3TmJXRnQ3ZTNxaGZ2ejRlUEhnQWhVS0JaOCtlRlZwT1QwOFBOV3JVZU92dFoyVmxZZEtrU1VoUFR3ZlA4M2p4NGdXU2s1TXhkT2hRV0ZoWVFLMVdvM3IxNmdDQWhJUUViTnUyRFFDd1o4OGVyRm16QmkxYnRnUUE4ZTRuTWpJUzI3ZHZGKy9zcjEyN2h2ajRlUHo4ODg4WVAzNDhqaDgvamhZdFdzREF3QURQbnovSDJiTm5BUUJSVVZHUVNDUmlGVzNidG0zUnBFa1RBTUNYWDM0cHh0dXJWeThjTzNZTWVYbDUwTmQvUDVxNnJlUU9iVGhJOWt1bFV0bTB5ZU14WmNJNFNLWC8zMHBYMjlJUyszYjlETC9OVzdGcDY0NkJacHh4UzFPNXc1RDR5RnQvYVRYd3R6QnIxaXlONzJWS1NncWtVbW1oNVdyVXFBRTlQYjIzM241QVFBQisvLzEzNU9YbDRidnZ2b083dXp1TWpZMHhjK1pNSkNRa29FNmRPcEJJL3Z0TU4yN2NpTXpNVEZ5L2ZoMTZlbm80ZXZTb3VKMHBVNmJBdzhORHZKc3Z1TE9QajQ5SFNFZ0lHalZxaEpvMWErTEVpUlBZdjM4L0xDd3NzSERoUWdpQ0FPVFhhTzNmdjEvYzNzS0ZDd0VBa3laTmdxNnVMZ0RBMU5RVWd3Y1BmdU1GTnlFRktObC80REl6TTZGV3E5RzhlWE94dXZQcTFhdGlGV01CaFVLQjJyVnJZL2Z1M1JybFo4K2V4Y0tGQzJGbVpnYmtuNmlxVjYrT1E0Y09pY3VZbXByaTBLRkQ4UGYzeC9Qbnp6RnIxaXhFUkVTZ2Z2MzYyTE5uRDVLU2tzUXFlaHNiRzlTdlh4K0NJRUJQVHc5Nzl1ekJuajE3MEx0M2J4dzVjZ1FUSjA2RXE2c3JoZzBiVnVqT2Z2ejQ4VkNwVk5pN2R5ODZkT2dBNUZmZFY2OWVIVDE3OXRTSSs4S0ZDNGlJaUNqVW5wcVZsWVdnb0NCMDc5NWRUUFN1cnE2N0dHT1hRMEpDS21QMXQwUW1kL3llNHlSTGFsdCtyTE4yMVhLMGJ0bTh5QVdsVWlsbVRKME10MDlhWThic2ViS256NTc5S1pNN0xveUxEUGV1ak0rNGQzSnk2Z2dBS3BVSzJkblowTlhWRlMvT0FHRE9uRG1GcXVpZlBYdUdkZXZXb1UyYk5ocmxBd2NPUkZwYW1uaHhrSkdSZ1NWTGxxQkxseTdpTXFOSGo4Ym8wYVBoN3U2TzNidDNReEFFUEgvK0hIWHExTUhreVpQeDY2Ky9vbTdkdWdDQTJiTm5vMGFOR2dnTkRZVmFyY1kzMzN3RGlVU0NVYU5HZ2VkNWRPblNSZHoyeTNmMmJtNXVxRk9uRGc0ZVBJZ1hMMTZJRnlYQndjSFl1blVyQUdESWtDRmlUTk9tVFFQUDg5RFQweE1UL2N2SFdxMWF0Ykw2dUVrVlI4bitBemRuemh4RVJVV2hWYXRXV0xac0dYSnpjOUdyVnk5ODl0bG5jSEp5RXBkYnRXcFZzU2VXOXUzYlkrWEtsVUIrWnlWUFQ4L1g3ck9nTFY4UUJKdzRjUUtMRmkzUzZCQmxaV1VGQVBEMTljV3FWYXZRcEVrVDJOcmFJalEwRkFjT0hFQlVWQlNDZzRNMTd1d0w3TnUzVDd6N0tuRGp4ZzJrcEtSb2xDVWtKTURWMVZWOGZlN2NPYXhZc1FMcDZlbG8zYm8xVnExYUpiN0hHQnNBb0J1QVNwWHM2OXZaMWRHUkdQZ0RYT2N1blRwZzlmSkZxRjZDazMvcmxzMXg4a2dBWnM5YnBIUDIvSVVWMXZiT25RVGtqWWlQaUVpc2tNQkxTQ3FWVGdXQWE5ZXV3Y2ZIQjArZlBrVmdZQ0RxMTYrUDNOeGNyRnUzRGlZbUptSlZmbEpTRWdZTkdpUzJpYjlxMjdadFlyTk9TYXErOWZUMFlHbHBpZVBIajZOWnMyWXdNek1UdjZjV0ZoYlExZFZGcDA2ZFlHZG5oMm5UcG1IanhvM1l2bjA3TWpNenNYTGxTaGdaR1dtMDJjZkh4OFBOelExWldWbll1M2V2eHQ4VHovUDQ1WmRmQ3NXUWs1TlRaR3pSMGRIWXQyOGZacytlWGJJUGszendLTmwvNERadDJvU3paOCtLN2VVdlhyeUFrWkVSTm0zYWhJOC8vaGp6NTg5SFltSWlUcDA2cFhHMy9yWnljM09Sa0pDQVAvLzhFdzhlUEVCeWNqSlNVbElnQ0FLOHZiMkIvSFpTcVZTS2F0V3FZZlBtemJoKy9Ub2VQMzRNaVVRQ1hWMWRIRHAwQ1B2MzcwZk5talh4MDA4L2lYZjJvMGVQRnR0Qzc5NjlpOUdqUnlNNk9scmM5eWVmZktKUlRZLzhHb21YTHpEYXRtMkxBd2NPSURFeEVmNysvaGc5ZWpUOC9mMWhZR0FBQUljQmRIM25neThIVm8wZFBwTndVbjg5UGIxYTg3K2ZpYUdEQnVKdDVsU3BYcTBhdG01WWk3Mi9Ic0x5VlQ5MlVlWWgzS3F4dzRqNCs3ZCtMOWZBM3c0SEFKOSsraWsrL2ZSVERCdzRFTWdmd1pHUmtZSEhqeDlqMWFwVldMWnNHVnEwYUlGTm16YWhWNjllaFRyUXZZMEhEeDVBclZaaitQRGhzTEd4UVV4TURPTGo0MUcvZm4yTUhEa1NnaURnMGFOSHNMS3lRdnYyN2ZINTU1L2oyclZyeU1uSndaVXJWOUM3ZDIrTUdERUNucDZlNG1pUWdqdjd6TXhNNk9ucElTd3NEUDM2OWNPeFk4ZkUvZXJxNm1MQ2hBbUY0cmwrL1hxaHNyTm56MkxKa2lVWU1tUklvUm9yUW9wVDdzbmVXdTQ4amdGRFNyQW9LU2Njc0Q4Mk1uUmJTWmE5Zi84KzNOM2RNV25TSkN4ZXZCaGp4b3dCei9PWU5Ha1NhdFdxOVU3N2o0cUt3c2lSSTZHdnJ3OFhGeGNzV2JJRUppWW1HRGx5Sk1hUEh3OTNkM2NndnhwMXdvUUphTjI2TlpCL2djRHpQSlJLSldKaVltQnBhUW1lNXhFVEU0T0pFeWRxOU1hdlc3Y3VGaXhZZ0tWTGw0b1hMZ1grL1BOUHhNVEVhSlE5ZS9aTTNBOEE2T3ZydzhMQ0FoWVdGdkQyOWthSERoMXc1Y29WZE83YytaMk91ZHcwYWFJbll6cXJ3YmhwTmpiV25KL1BLc2p0Yk45cFV4ekhZZmpncjlEUzFRWFRabjVmSytwQnpBbVp2YU5mSE1mUHh0Mjd5aktQdll3a0pDVEEzTndjSFR0MlJQWHExVEY3OW15MGFkTkdyUGw1Vi9QbXpjUGx5NWZCOHp3V0xGaUE1czJiNDhxVks5aTZkU3Y4L2YwQkFILy8vVGUyYnQyS25UdDNBdmwvTHdxRkFvSWdJQ2NuQjhIQndSZytmRGhxMXF5SmhRc1g0dm56NXhxOThTZE1tSURtelp2RDFkVlZJOWtybFVxc1c3ZXVVRXhaV1ZrYXI5ZXZYNDlqeDQ1aDZkS2xhTisrL1RzZjY4dm9ISzE5YjNPT2ZsZmxudXdaTU1UTXpLUkRFN2xkZWUrS0ZPRnU1RDFrWkdRQndCdS9TRXFsRW4vOTlSZSsrZVliNk9ycVl1Yk1tZkR3OEVCNmVycEdiK0ZYWGJ4NFVXejdmcm16WFlIYXRmU3F0MnNBQUNBQVNVUkJWR3RqNzk2OXVIejVNcDQvZnc0VEV4UDgvZmZmaUl1TEU5dGc3OTI3aDRTRUJEUnYvdi90elFNSERrUkNRZ0tjblowaGw4dmg2ZWtKWFYxZHNYMis0TTUrN05peDRqcEZkYWpyM0xreit2ZnZyMUYyK3ZUcFFsWDdCYVJTS1hSMGRONnBrMWQ1cWl0M2FxekxjSUFENS9yVmdENVlOTy83Z3BxSFVwSGIyZUxvb2YxWXZHSVZkL0IvUjc2Vk1kMVBWWEtud1k4ancrNlhZUFVLRnh3Y0xINVBYRnhjOE5WWFgrR25uMzVDdDI3ZHhHRjNSUmszYnB4R20vMnJGM0lqUm96QWdnVUwwTGx6WnpSdTNCZ0FzR1BIRG8yTHdvTUhENko3OSs3aTY4YU5HNk5ldlhvNGMrWU1Sb3dZZ1NWTGxtRDc5dTJ3c2JIQnpKa3pnWmZ1N0Y5SFQwOFBjK2ZPTFZUK2NxLzgvZnYzNDQ4Ly9zQytmZnRnbVQvS29pelFPVnE3M3VZY1hSb1ZVbzNmUkc2SEEzdUtudnlFbEsvQkk4ZmkyajgzU3JUc3dZTUhZVzl2RDB0TFMxeS9maDBMRnk1RWx5NWRZR2xwaVhIanhzSEh4MGZzR1YvQXlzb0s4K2ZQRjZzVFg3eDRnZVBITlorNVltSmlBaE1URTF5K2ZGa3NhOXEwS1FZTUdJQ3Z2dm9LL2Z2M3g0VUxGL0ROTjk4VU9TWTZLeXNMQ1FrSmFOU29FV0pqWTNIeDRrV2NQSGxTNDg1ZVYxY1hHelpzS1BLNFRwMDZWV2hpbnVUa1pMUnIxdzdJcnlwOS92dzUzTnpjd0JqRDl1M2JZV0ppQWhjWGx4SjliaFZCSm5jY0NRNmJ6RXhNalZjdVhZaWUzY3UyVmNIUTBBRGVTMzlBdTdadThGcXd4RFVqSy9ObWc4YU9reC9lRC9jdjB4MlZVbloyTmc0Y09JRFZxMWNqT3pzYmZuNSt1SFRwRXRhdFc0ZjE2OWZEeThzTFM1Y3VMWFNoOXNVWFg2QjM3OTdpYUpLVEowK0tmVU1LMk5rVlRuYVRKazJDbjU4ZmJ0NjhpWll0V3lJbUprYnNuL0txUzVjdVllalFvUmc2ZENoV3IxNWRxRGMrQVBUdDIxZmpZcUZBWGw0ZTVzK2ZYNmc4UFQxZC9QLysvZnN4Wk1nUUdCZ1lhQXpoTXpVMUxYSlV3dHVnYzdUMnZNMDV1alNvelo3Z3laTW5VQ3FWeU16TXhPVEprekZ6NWt5RWg0ZGp4b3daWWhJM05qYkc5T25UTllZWUlYL1lucTN0LzFjajE2aFJRK051cERnbUppYVlPblVxT25mdWpMRmp4MEtwL0svV21ER20wZlljSHgrUGdJQUF6SjgvSDJabVpzakp5VUhyMXEzeHhSZGZpTzN1ZmZ2MmZlMit2dmppQzNoNGVHaVVuVGh4QW9tSmlXSXM2OWF0dy9MbHkyRmdZQUFYRnhkczJiS2xWRzIvWmVXakprMU1qQVRkbnppT0crcnE3QWpmTlN0UnIrN3J4NWFYUnMvdVhlSFlyQ21tZTNvWjN3d04zMk1sZCtxV0kxRk5UTHA3TjZzRXE1ZWJyS3dzWkdSa0lEVTFGUjA2ZEVCYVdocSsvUEpMT0RzN1krL2V2VEEzTjRlRGd3TW1UNTRNUHo4L3pKbzFTMlA5VjcrVEpXM3JidG15SmZ6OS9lSGw1WVZ0MjdiQnhjVUZxYW1wR25mVzhmSHhpSTJOeGNhTkcvSGpqei9pbzQ4K3dzMmJOOFc3K1NsVHBtRFRwazJ2M1krQmdRSFdybDFicUh6QWdBSGkvNTgrZllvZmYvd1JQLzc0bzhZeSsvZnZML0pDaFpDWFViTC93QlZVQzVxYW1zTFYxUlVOR3paRWp4NDlzR1RKRW8yWnVmcjM3NCtXTFZ1aVZxMWF1SC8vUGlJakk5RzE2K3Z2TGxVcUZTd3RMYUZXcThYeDlRVjNJUGZ1M2NOdnYvMkdreWRQNHV1dnYwYWJObTNnN2UyTm9LQWd6Smt6QjNMNWZ6TzdKaWNuWTlTb1VXalJvZ1YrL2ZWWCtQajRZTTZjT1pnNWM2YkdzS25YMGRQVGc2bXBxVWJaeTlYOWNya2MrL2J0ZTZ2UHJTTFViOXkwcFpUcEhwQkl1RVlUeDQ3Q2pLbVQzamdiWEZtb1Y3Y09mdlhmZ1hVYnR1Q243YnVHbWpDOTFnYU5tdzU1ZFAvT3YrVys4eUxrNU9SZzZ0U3BxRisvUG43KytXY3NXTEFBK3ZyNjhQYjJSb3NXTGNUbGF0U29nWjkvL2hrOHo0dGxjK2ZPTFRSazdWVVpHUmtZTW1RSUZBb0ZsRW9sZUo2SFZDcEZkblkyZ29PREVSQVFBRUVROE1zdnYrRGl4WXNZTkdnUVJvd1lnV0hEaGtGUFR3L0p5Y21vVWFNRy9QejhzSHYzYmt5ZE9oVWhJU0hZc21VTFJvNGMrY1pFWCtEVjd5aGVtbEFIeFhUV0k2U2tLTmwvNElLQ2d1RHI2d3R6YzNPc1c3Y09PM2JzZ0VRaUFjZHg0cjlxdFZwTTJBVkRtK1J5ZVlsbjBFdFBUMGZYcmwxaFltSUNIeDhmN05peEF3Y1BIa1RQbmoyeGYvOSs4UzdKMzk4Zi92NytXTFJvRWZidjN3K0pSSUo1OCtaQkxwZGo2dFNwR0Q5K1BHUXlHUll1WElqMTY5Y2pKaVlHSE1lQjUza3d4dENwVXllTk96b3ZMeTljdTNZTkhNZmhmLy83bjBac1dWbFo0SGtleWNuSldMNThlVGw5dXUrTXM1STd6cFJ3a2hVV0gzMmt1MjcxY3JScDNiSUVxNVVkSFIwZGVNNllDdmMycmZIZDkvTnNuaWNsWDdHU08zbkZSNGF0cmVneCtlSGg0YkMwdE1TS0ZTdHc1TWdSekprelI3eHdsRWdrNGxCTG51ZkI4enc0anNPUkkwY0FBQ3RXckNqeERIcSt2cjRJREF4RTI3WnR3UmpERjE5OGdjYU5HMlBVcUZIbzJMRWpPSTVEa3laTjBLTkhEeXhZc0FCMTY5WkY5KzdkNGVibUJsOWZYengvL2h4Mzc5N0ZyRm16MExWclYvenl5eThZTVdJRVZDb1ZCRUVRZjNidDJpVis1OFBDd3JCMjdWcGtaMmNYR2pHQy9JbURCZzBhaE9YTGx4YzdwSkNRU2tFbWR3NGVOR0lNSTlveGFNUVlKcE03QnhmMXUyR01NWVZDVWVSNmdpQXdsVXJGRkFvRnk4M05aYm01dVN3bko0ZXBWS3BTeDZSVUtwbGFyUzcyL2FMMmtaQ1FVT3I5dmlzWEZ4ZC9GeGVYQ2htRGJtM2Q3R09aM09tMHRiMHpHelgrRzVhU21xcTE0eTZRa3ByS1JvMy9obG5iT3pPWjNPbTBwWTNMUnhYeFdiaTZ1aDR1aUNFdkw2L0kyRlFxRmN2THk5UDRqdWJtNXBiSmNSZjN0OEdLK1k3eVBNOFNFeFBMWk4vdjRsMC9aenBIYTlmcnp0RmxpWjU2OTRFcmJqcFlqdU9nbzZNRGZYMTlHQmdZd01EQUFJYUdobVZTamF5cnExdG80cHVYRmJXUGdwbkxxcklHdGc1ZG9DOE4xOVBUNjdaZ3ppenMrTWtQNXU4d1BYRlpNNjlSQXp0KzhzT0NPYk9ncDZmWHpWQlhDRzlnMjZ4QzV4MG9ibVJFd2FpSmw3K2paVEZDQWEvNTIwQXgzMUdwVkZxbXZlUUpLVXVVN0Q5Z1hEbHlkWFgxYnQ2OHVhSTg5MUZSS3VCWG9XTmw3N2hhSXBXY3RyYVdXUVFkMklOUkk0YSsxU1E1NVkzak9Jd2FNUlJCQi9iQTJzcktVaUtWbnJLeWQxeGQzazJCcnE2dW9kcisvVmNVVjFmWG9PYk5tOFBXMXRiZ1hkWXZ6OThEZWY5UnNpZEVpK3JiTkdza3MzZTZJb0hFYzBEZkx5Uy8vZThBbWpheDEzWll4V3JheEI2L0JmMksvbjArbDBnZzhaVFpPMTFwWU92UVVOdHhFVUplajVJOUlWb2lrenNPMXRHUmhwZ1lHYmRhdDNvNTFxeFlBcVBYVEFwVFdSZ1pHc0puNVZLc1c3MGNKa2JHcmFSU1Nhak0zbkdRdHVNaWhCU1BrajBoRmF4T25lWkdNcm5UTG82VDdIZDBhR1o2UE9oWGZObjcvWnZqL012ZVBYRTg2RmM0T2pRejVTQTVJSk03N2F4VHA3bVJ0dU1paEJSR3laNlFDbVJsNCtTaWI4YmZsRWdrWDQ4Yk5RS0g5dTJDVllQNlFQNjhCQytQRVg4ZldEV29qMFA3ZG1IY3FCR1FTQ1NqOU0zNG0xWTJUcFZuNmtGQ0NFREpucENLMDZpSjQvSnF4dHlOV3JWcTJ1MytlUk84UEdkb1RQaXlkdTFhY1h6NHl3NGZQaXcrNjd3b2VYbDVVQ2dVR21XQ0lFQ2hVQ0F0TFExUG56NUZURXdNYnQyNmhhdFhyK0xreVpQSXpzNStZN3pMbHk4djBZTmxkSFYxNGVVNUE3dC8zZ1J6YzNNN2lRNythbURuT08yTkt4SkNLZ3hOcWtOSU9aTEpaQWJWYXRUNE9UMUhYUk9ROURReU1zTHhvNGVROE9nUjl1N2Rpd0VEQmtDdFZtdk1Wb2o4UncvbjVlV0o4L2NEZ0VLaHdNNmRPMUc3ZG0wY1AzNWNuQmhJVjFjWEF3Y09STTJhTlRGbnpoeHhraUVkSFIxeGlLT2xwU1dNalkxaFltSUNZMk5qT0RvNmlsTWd2M2p4UW1QZml4Y3Zoa3dtQTJPc3lEblh2L3p5U3lRa0pCUjd6RFdNcFBvQTF0ZHlkVjNQQzhMNjhORFE2V1h3VVJKQ1NvR1NQU0hsaU9sWGE2Tldzd0hHQnJxR3c0WU9RZWlOZjFETnpBemZlSHVqYTlldStQMzMzM0gvL24xOC8vMzNoZFkxTlRYRmxpMWIwTHQzYndEQTNyMTc4ZWpSSXpERzBMWnRXd3dkT2xSai9EblA4emgxNmhRTURBeWdwNmNIaVVTQzA2ZFA0N2ZmZnNQR2pSdUxqRy9Zc0dIaWN3a0tGRHlEb0tCWklTY25CM2hwVEh0UVVCQVlZMGhLU3NLZ1FZTnc3dHc1Y2QzVTFGUU1IRGdRZzRhTnhGcS96VkNwMkVDWnZObVJ1TWpiRndydG5CQlNZYWdhbjVEeUliV1dPeS9uT082UEdoL1ZOcXhqVVJNOXVuYUNWQ3JGcVZPblVLMWFOWHo5OWRldjNjREhIMytNanovK0dJbUppZUI1SG4vODhZYzRIYkNwcVdtaGlXWjBkSFJRdlhwMUdCZ1l2SGJTb3BlMWFORUNibTV1R2o4Yk5teEE3OTY5Y2ZyMGFXemV2Qm05ZS9kR3QyN2RzR1RKa3Y4T0xQOFJ3QVg3ME5IUkVYOEt5aWFORzQzQWZic2hzNnBmQjlBNWF5MTNYZzZnZEk5bUk0UzhNN3F6SjZTTVdkdmJXekdtdHg4YzNMN28yUjBUUm8rQWpvNE80dVBqd2ZNOG1qVnJob1lOR3hhcVBuOVZSa1lHUm93WWdRc1hMaUFsSlFXTEZpMFM3N0tMRWhjWGg5R2pSMnVVcVZRcUtKVktkT3JVU2FOODBhSkZHazBFTC92aGh4OEFBUFBuejBmcjFxM3grZWVmSXlnb0NPSGg0U1gvRUFBNE9UYkQ4YUJmTVgvUk11bXhFNmZteXVST0hUaE9PU1EySWlMK3JUWkVDQ2sxU3ZhRWxLRUdkbzREd0NUYmpRd05xaTFaT0JlOVArdUdiNy85RnNoUDNrK2ZQb1czdHpjQW9HUEhqc1ZPQXdzQTBkSFJ1SFBuRHE1ZXZRb0xDd3RrWldWQkpwTUIrVzM2MjdadFEwWkdCc3pOemRHMGFWT3NYTGtTUVVGQkd0czRmLzQ4enB3NUkrNnpnTEd4TVlLQ2dyQisvWHJ3UEErbFVna2pvLzlHemJtNXVXSGx5cFhJeXNvU0gvT3JWQ3FobzZNakxvdjhQZ1RJZnlwZGdWZkxKQndIM3pVcjBkYXREWDVZdXRJdE41Y0xhMkRuT1BiaHZmREFVbi9ZaEpBU28yUlBTQm1vVjYrZW9kVFkzRThpa1l4dFltOEhQeDl2TkxUK0x6RVhQTmY4anovK3dQSGp4N0YrL1hweHZjT0hEeGU3VFZkWFZ6ZzRPT0RxMWF1b1VhTUdoZzhmamlaTm1tRFRwazJZTW1VS0hCd2NzRzdkT25IN0FGQzllbldOYlJnYkc0dlYrNi9xMTY4Zit2WHJoNTA3ZHlJcEthbFF2NEhrNUdTWW01c0QrY2xlVjFjWHg0NGQwM2lldWtLaEtQU280MWZMVHB3NGdRRjl2NENyc3lPbXpacFQ3VzdFdlVOV2NzZHRuQ0pqV2x4Y25PWXdBa0pJdWFCa1QwZ3AxWk03T09odzBsODVvTW5Yd3dkanpzenA0aDM3bzBlUEVCejgzd090d3NQRGtaU1VCSDkvZndCQXJWcTFYcnRkeGhoKy9QRkg5T3ZYRDRtSmlaZzdkeTZtVEprQ2xVcFZxRVpBclZiajd0MjdoYmJ4Nk5FalpHVmw0ZGF0VzRYZXExT25EbXJXckluVHAwOWowYUpGdUhuekpteHRiV0ZxYWdyR0dKNDhlUUlMQ3dzZ2YzaWZycTZ1ZUlGUXNPM1JvMGZqanovK0VMZVpuSnlNL3YzNzQrTEZpNFgyMTlCYWhxQUQvdkQyOGNYdXZRZkdNY05xYnZYa0RvTVRJb3NJamhCU3BpalpFMUlLTWp2SFNRQzMxcng2ZFFPZmxVdlFzZjJuR3U4WFBEMFErZFh5RGc0TzR1czNkYUlMQ0FoQXExYXQwS0JCQXhnWUdPRGJiNy9GMDZkUGtaYVdCbE5UVTQxbDgvTHk0T1BqVTJnYmFXbHBTRXRMSy9LOTRjT0h3OUxTRXJxNnVyQzN0OGZpeFlzaGw4dmg0ZUdCZS9mdXdkRFFFTFZyMXdieTcreGZmUXBjY25JeWF0YXNXZUxQQ3ZsUHIxczRkelkrZFcrRFdWNExtNmErZVBHUHpNNXBSdHk5c0o5S3NEb2g1QjE5RU1sZUVBUW9sVW9vRkFvb0ZBcms1T1FnT3pzYm1abVpTRXRMUS92MjdRdU5jMzdWOHVYTDBiQmhRd3dlUExqSTkyL2N1SUdQUC80WTllclYweWkvZmZzMmxFb2xYRjFkeS9TWWlIWTFhT0JRUTJJbzJjbEp1RDV1clZ2aHgxWEw4TEZGNGNlODE2dFhEME9HREVGMmRyWlkvZjd5WTFELytlZWZZcDl1MTdwMWEweVpNZ1cvL2ZZYkFLQjI3ZHFvWGJzMlZxeFlnZUhEaDJ2TXRtZGtaSVE5ZS9ZVTJzYWJodDU1ZVhtSjMra3Z2L3dTM3Q3ZThQRHdRSEJ3TU5xMGFTTXVsNWVYVjZncElDUWtCTGEydGlYNHRBcnIyUDVUbkR3U2dCbXo1eGxjKytmNkZwbWRVM2NoVnhqOThPR3QxL2RhSkZVU1l3eEtwUko1ZVhuSXk4dERkblkyY25KeWtKV1ZoYlMwTk5qWjJjSEt5dXExMnpoMTZoVE9uajFiNUlVdHFjTEovc0tGQ3hVeXdVaUJodzhmWXU3Y3VkaTRjYU40QWxRb0ZKZzNieDU2OSs3OXZpVjdpWXVMUy8yUWtCRHFOVjJFK28wZFA1Vkt1WDFTcVU3OUdWTW5ZZUxZVVcrOFM5KzNieCthTjI5ZTZIbm5yVnExS25ZZGEydHI2T2pvb0ZPblRsQ3BWQUNBQnc4ZUlDVWxCZGJXMW9pS2lpclZjVnkrZkJsbno1NUZyVnExY08zYU5hU2twQ0FxS2dwWHIxNUZRRUFBdG0zYkppNnJWQ28xbmhQLzlPbFQ3TnUzRHl0WHJuem4vWDlzWVlHOU83ZGl5N1pkOE4yNHBZOWF3amV2MzloeDZLUDc0WmRLZFdBZnNIcjE2aG1hbTV0THdzUEQzenhGb3BabFpHU2dSNDhlVUtsVUVBUUJFb2tFZW5wNlVDZ1VxRnUzTG95TmpjWHp0SUdCQWF5c3JMQjE2MVpjdlhwVll6dURCZzNDWjU5OUJzWllrWCtIUzVZc3dkR2pSMHNVVTdObXpZcThhSzRLcW15eWI5dTJiWVZNTUZLZ2I5Kyt5TTNOeFpFalIrRHA2UW5rOTVpMnRiWEYyTEZqeS9WWXk0aU9zN056UjRsRTBvY3gxZ2ZBWHdBR2FEdW9Ta1lpa3p2OUFIRHo2dGFwTGZWZHN3TE5YWnpmdU5LdFc3Zmc3KytQblR0M0ZucVA1M254UkJjYkc0dW1UWnNDK1IzdGR1ellnUjA3ZG9qTE5tellFRHpQbzFldlhxKzl1RkFvRk1qTXpJU2hvU0Z1Mzc1ZHFQcTlnSjJkSFFZTUdJQ1BQdm9JRGc0TytPaWpqOUN0V3pmNCtmbkJ6YzBOdHJhMlNFNU9ocUdoSVNJaUl0QzhlWE1Bd00yYk56Ri8vbnowN05uenRSY3JKU0dSU0RCbHdoaDgwcW81cG52T3JaL3dPREhZMnM1cGNleTlzT1dsMnZBSHFucjE2aktwVkJyaTR1SnltdU80STNsNWVVZnYzTG1UcXUyNGltSm1ab2FUSjA5Q1QwOFArdnI2a0VxbFNFNU9SdS9ldlhIczJMRWkxK25VcVJNY0hCdzB5dXJWcTRlY25Cems1ZVZCRUlUL0h3a2lrY0RBd0FEejU4L0gzTGx6QVFEOSsvZUh0N2UzUm8zVVYxOTloZVhMbDhQVzFyYllXcmFxb01vbSsrSjZJTDlPaXhZdENwVXRYcndZRnk5ZVJFNU9EczZkTzRmdDI3ZERxVlNpUTRjT1dMWnNHZFJxZGFIeHl2LzczLytnVnF2Rmk0RzJiZHNDQU1hTUdWTm9ITFEyMWF0WHo5REN3dUl6QUgwWlk3MDRqcXVCL0habXhoalRkbnlWQ1dOTUlwTTdudWM0cnYxbjNicGc1ZEtGTUh1bDNieVk5YkIwNlZKTW56NGRqUnMzTHZSK1ZGUVVoZzBiQnZ3M3RhNVlkVDUwNkZBTUhUcFVZOWxuejU1aC9QanhXTFJvMFd2MytlelpNN0VUblpHUmtUZ1p6cXMrK3VpalFqM3dFeE1Ub1ZBbzRPWGxCUUFZT1hJa25qNTlDanM3TzdpN3V5TTFOUlhmZi84OVJvOGVYV3lUMXJ0bzd1S01FNGNENExWZ2lmVDNNMmVYeU9TT25kV001ZEtzWDIrUDR6aDlBRjhBK0VKZlgxL3Q0dUp5Z1RFV3BGUXFnKzdldmZ0VTIvRzk3RzNQMGJhMnRvV2FqbzRjT1FJL1B6OG9sVXJ3UEkvZXZYdERFQVFZR0JqZzFLbFRrRWdrR2hmSEVvbEU3RGZ6dXJLcXBzb2VYVVZOTUNLVlNuSGx5aFdOZFk0ZE80Yno1OC9EMTllM2JBK3FERGc3TzFmbk9PNExqdVA2QXVnT3dMQWdyeGY4bTM5MVczVXZjZCtTV21EMUFIeGthR2hvOGNQYzJmQVkwSy9FNjNJY2g1MDdkNHJqMVY5bGIyK1BHemR1aUhmM3IvUHh4eDhqSUNCQXJFNjNzN1BUR0haWHdNcktDdi8rKys4Ym01NkswcTFiTjdpNnVvb2RBRStjT0FIR21IakhZMlJraEJNblRoUTdQMEN0V3JXSzdJbGZFbWFtcHRqa3V3YS9IZ3JDNGhXcjI2dUZQQ1U0RkQ4SlB5bUU0emlHbC82VzgyY3Q3Q3lSU0RycjYrdHZkSEZ4dVFvZ2lPZjVJN2R1M1lyUmFyRDVOYUxwNmVuaWE4WVlWQ3BWb1hOMG56NTlNRzFhMGM5VzZ0T25EL3IwNllQRGh3OGpMQ3dNaXhZdHdzT0hEekY1OHVSeWovOTlVbVdUZmYzNjljdDlncEhpQ0lKUXFhcURHR002enM3TzR6aU9HOHB4WEZzQTBwZHYzRitPOWFYeUZxNnVycnRLc2R2bXBWaTMwcERKbmVaa0tWbEhtVlY5Yk4zb0I1dEcxbSs5amVJUy9jdEtPcjN0eSszbVpiRzlWK25vNkJUcVYvRHFkL2wxRXdHVmhVRUQrOEhWMlFtVHY1MmhGeC8vcUtGTTdqUW5MakxNdXdTclZnbW1wcWJiWEYxZDFlK3lyaUFJMVFyK1g4VGZOUWZBSFlDN3JxN3VqeTR1TG5jQUJLUXBtRkhaUlA3MmR1L2UvZkk1QjZtcHFSZ3laRWloYzdlK3ZqNWlZMlBGS2FaZlBoOGJHaHJpMUtsVHlNcktFanRhNStYbFFVZEhSM3o2WXdIR0dQTHk4alFtZ25xMXJLQkpvYXFwc3NsZUtwV1crd1FqQURCNThtU0VoWVZwTEt0V3E2RldxK0h1N2w1b1B4czNib1NMaTFZZTk2MEVvR1NNdmZZcXBPQUV3UmlyQmFCRGFYYkljVnhZQ1JhcjlCZzRHQnViQXFDV2pZckNjWUNSa1FuVS85Mm5WcDRyNTNMRUdEc1B3QVhBcDZWb1JkTXRxakMvYWU3VjR1cU1NUU13N2RYaVZhdFdUZU4xd1FpVG9zN1IxdGJXdUhqeElzTEN3ckJzMlRJY09uUkk0LzJYaDRJV25LUGo0K1BGWmpMazkyZVpPSEdpeG9YUXEyWExsaTFEeDQ0ZHkvaEl0YTlLSnZ1S21tQUVBRFp2M2x4b1c0TUhEMFpjWEJ4Mjc5Nzl6a09UeWhMSGNYeG9hT2dlQUh2cTFLbGpaR0ZoMFl2anVINGN4L1VDWVBycVNZRGpPSEFjZHlva0pPU0Q3NkFYRnhubWJXM25lUGZXM2J1N3ZoZzR4UHh0cS9ISjI4dXZ4b2NpVDVIS0NXeFUzTDN3b250clZUR2hvYUdiQUd3cXpUYWFOV3RtcjZlbmR4ZWF0WFFGZjlNQWNBUEFZWjduajRhSGg5OEdBSm5jMmEzVXdiK0RxS2dvamJ0dUFFaFBUd2Rqck1oemRMVnExZENnUVFPY1BuMWFmTXh5WGw0ZUdqVnFCQUI0L1BneGJHeHNnUHhrcjZlbkIydHJhNDFtMWg0OWV1Q25uMzRTcDUxRy9vM2V5cFVyWVdkblY0NUhxMzFWTXRsclk0S1JBcWRQbjBadWJpNDhQVDJ4ZVBGaWJOdTJEWWFHaHVWd2xPL215Wk1uT1UrZVBEa0U0SkNOalkyK21abFpONDdqK2pMR1B1YzRydFpMSndpNmpjMFhleS84V0YwYlJ5ZXczTDFlQzVlMi8vUHlYeVh1b0ZlUkZpeFlnQll0V29BeGhuLy8vUmVlbnA0YWQwaEtwUkxuenAzRFo1OTlWbWpkb0tBZ2RPL2UvWTN6VFpTbmpNeE1lQzFZZ3QvUG5BVmp3a1VWajJHUG84T3B6ZjRkNWQvTkN3QXVDNEp3V0NxVkJ0MjRjZU9odHVNcTRPL3ZqNGNQTmNQaGVSNDh6eGQ1am03WnNpWEdqUnVIYytmT0lTQWdBSmN2WDhiRml4ZXhaczBhQ0lLQTY5ZXZZOGFNR1VCK0RuajFISzFXcS9IaXhRdXhodlpEVXlXVHZUWW1HRUgrQkNrclZxeUFqNDhQV3JSb2dTdFhybURxMUtudzhmRjU2MTZuRlNFNk9qb1B3Ry81UDFKWFY5ZjJqTEYrQVBwUUJ6MU4rVW1uazB6dTlNUEowMmZuaGQrK1UrS2hkeFhGd01BQVBNK2pYNzkreU1qSXdMSmx5elJPbXJtNXVkaXpadzl1M2JvRlQwOVBzZG95S0NnSVc3ZHVSYnQyN2JTVzdHK0VoR0s2NTF3a1BFNVVjeHhiSEJjWnZoeUFvSlZnM25PTXNUeU80LzRRQk9FWXgzRkhRa0pDa3JRZFUxR1dMbDFhcUt4ZzZGMXhZOTBEQXdQaDV1YUc2dFdybzB1WExsaTNiaDFTVWxJUUV4T0Q2dFdybzI3ZHVrQVI4MElnZjRLem1qVnJ3c3pNckp5T3FIS3Jrc24rWFpSbWdwSHM3R3hzMzc0ZFFVRkJXTFJvRVZxMmJBa0FXTGx5SmViTm00ZCsvZnJobTIrK1FjK2VQVXZjd1VvTDFEZHYzandQNER5QWFTNHVMdlcxSFZBbEpNUkZodjFRdjdIajJjZFBudXdiTkdKc2lTZlZLU3RYcjE3RnJsMUY5NXQ4OU9nUi92MzNYNXc2ZFFySXI4YWRNV01HMXExYkIrUlhnMjdldkJuZmZmY2RIajE2aEFZTkd1RHAwNmZZdkhremZIMTkzemhYZjNrUUJLRmdVaDJvMWZ3anRjQm9VcDFTU0V0TGl6TTNONi81UGt5cTg3WlNVbEt3ZnYxNnRHM2JGa3VXTEVGS1NncDRuc2Z4NDhkeDZkSWxEQmt5UkZ3Mkx5OVBvMFpWcVZSaXc0WU4rUHp6ejdVVXZmWlYrV1JmM2hPTWJONjhHUUVCQVhCd2NNQytmZnMwcHN2VjA5UERtalZyY09USUVXelpzZ1hyMTYvSHpwMDd4VGFtU2t5ZzJmT0s5K2grK0tVR0RSeWNtQ0cvMDhkM1k1K3JmLzFUN0hTNVphMXAwNmFZTld0V2tlOEZCZ2JDd01BQXZYdjNGc3NLZWhWdjI3WU51M2Z2RnNzSER4NE1oVUlCZlgxOWNCeUhDUk1taU8rOU9wUzB2RHg3L2h6ZmZUOGZmLzM5TDVqQWpnaTV3dWhITkYxdXFTUWtKT1FtSkx4L0xSOVBuejZGc2JFeHdzUERpejFIMTZ4WkUvMzc5NGVKaVFscTE2NE5Dd3NMOU8vZkgvLzczLytRbUppSXZuMzdJaTB0RGZyNitnZ1BEOGRISDMwa2JudisvUG5nZVI2alJvMnE0Q09yUEtwOHNpL1BDVVlBd01YRkJSMDZkRUNUSmsyS2phRlBuejdvMmJNbjd0eTU4ejRrZWxJQytYTzQ5NVhaT1U2NmN1M3Z0VDM3ZkZYa2czREtXclZxMVNDUlNKQ1dscVpSWHFkT0hkU3ZYeDhLaFVMc2FQVHkrUGh4NDhaaDNMaHhHdXYwNnRVTFBqNCtzTGUzTDllWWl4Sjg4UkptZVMxRTZvc1hDakQyWGR5OThDMFZIZ1NwTkVhT0hJbms1R1RvNk9obzNLRy9hdnIwNlJxdkV4TVRjZlBtVGZ6ODg4L1ExZFhGMnJWcmNlTEVDWmlibTJQRGhnMEFnRGx6NXFCUm8wYnc5UFNzekRXcjd6K1ozRGw0MElneFRKdlVhalhqZWY2dDExT3BWQ3d4TVZHalRCQ0VNb3lzL0EwYU1ZYko1TTdCMnY0ZVZHWDE1QTRPTW52bk85YjJ6bXp4aWxVc0x5K3ZYSCtuTzNmdVpIMzY5R0VUSmt4Z0V5Wk1ZTzd1N2l3cEtZa2RPM2FNZVh0N004WVlpNCtQWndNR0RHQnF0YnJZN2ZUbzBZTkZSRVNVYTZ5dnlzdkxZNHVYcjJMVzlzNU1adTkwcDU3OGxibFBTWVdyRE9kb3hoamplZjZkenErUEhqM1NlUDNxTnNyNzc3RzBLdW9jWGVYdjdGSE9FNHdRa2hCNTYxYTlldlZhU0kzTi9YYi9jbURzUDlkdndzL0hHdzJ0WlNWWSs5ME1IRGhRdkFNYU5HZ1FrUCtBcCtEZy84NFpnWUdCY0hkM2gwUWl3ZlhyMS9IdHQ5OFcyb1pDb2NEbzBhTUxmYWRkWEZ5SzdjUmFHakd4Y1pnMmF3N3VSdHlESUFqYnVieU1xUWx4Y1lvU3JFbytBTzg2a2MyclR4cXQ2RW1nM2hjZlJMSW5wTHdsSkNUa0FnbmpHdGc1bnI1Nzk5NzJ6L3NQcnJaazRWejA3MU0rSFlLU2s1TVJIUjBONUhjK1F2NmtJekV4TVhqMjdCbU9IeitPZ0lBQUlQK1pENisyd3djSEIrUDc3Ny9IcDU5K2lsV3JWcFZMakM4TFBId01QeXhkaWR4Y1JicWFDV01mM2dzUExQZWRFa0pFOUp3SlFzclF3M3ZoZ2VEeW5ISnljNjk2emwySTZaNWV5TW91KzQ3UkZ5OWVoSyt2TDN4OWZaR1U5Ti9JcWxxMWFrR2hVT0NISDM3QXNHSER4QTVLcjFJb0ZOaTJiUnZtekptRGUvZnU0Y3laTTJVZVg0R3M3R3hNOS9UQzdIay9JQ2MzOXlxNFBDZEs5SVJVUExxeko2U014VVpFeEFOb1p5MTNYbkwwK0tudlE4TnZTOWV2V1FrbngyWmxzbjI1WEk1bXpacUpRenhEUWtMRXNjTU9EZzU0K1BBaFJvd1lBUUJZdTNZdEprMmFKQTVES3Vod1dxTkdEWHo1NVpkbzFLZ1JwazZkQ3A3bjBiTm56ektKcjBCWStHMTg2K21GK0ljSmFnNVlGUmNadGhEQU84MzVUZ2dwSGJxeko2UjhxR01qUStjeHhyckdQMHg0TW5EWUtQeThjdzhFb2ZRVEV6bzdPOFBFeEFRblQ1NkVuNThmZHUzYWhmbno1K1BpeFl1NGR1MGEwdFBUV0h0VzZBQUFCb2hKUkVGVWtaZVhCNlZTaWNEQVFMSE5NaVFrQkVPR0RJRktwWUtQancra1VpbWNuSnl3ZXZWcXJGNjlHdDk5OTUzWU5GQWFnc0R3ODg0OUdEaHNGT0lmSmp3QitDNnhrYUh6S05FVG9qMlU3QWtwUi9IM3dvSlZVRGp5S3RVSmJ4OWZqQnczR1NtcHFlKzh2UU1IRHFCZHUzYVlPM2N1TGwyNkJDTWpJL1R0MnhlMnRyWll1SEFoL1B6ODBLeFpNMHlmUGgyLy9mWWJiR3hzRUJNVGcxR2pSbUhtekpudzhQREFoZzBiTkNZYytlU1RUeEFRRUFDTzQrRGg0VkhzOE5TU1NFcE93ZGZqSjhQYnh4ZThTblZDQllWalhPVHRDKys4UVVMSSs2R3lET3Y0VU5IUXU4cWpnWjNqTkd1NWs2SmwyMDdzejh0WDMrbjNtWldWeFhKeWNqVEtFaE1UV2MrZVBkbk5temNaWTR4bFptYXk3Nzc3am4zeXlTZnM4T0hETERjM2x3VUdCaFphcnloUlVWRXNLU25wbldMNzgvSlYxdHl0STdPV095a2EyRGtXL2ZCeFV1blFPVnE3YU9nZElWWE13M3ZoZmxZMlRwZVNrMU1PZkQxK2l0M1lyNGRqMXZSdnhDY29sa1JSYzlkYldscmk2TkdqME5INTc4L1p4TVFFUC83NG84WXkvZnYzTDlIMkM1NGE5alpVS2hWOGZEZGkrKzVmd0FUaG5zQmo4TVBvOEpDMzNoQWhwTnhRTlQ0aEZTZytPaXdrTDBQSFZSRFlubTI3L0RGdzZDakVQM3hVNnUwV0pQcUtGdi93RVFZT0hZVnR1L3doQ01LdXZBd2QxL2pvTUVyMGhGUXlsT3dKcVdCUG50eklpWXNNL1pveFlVajRyZHVadmZzTndyRVR2MnM3ckxkMjlQaEo5TzQzQ09HM2JtY3lKZ3lKaXd3Yi9lVEpqUnh0eDBVSUtZeVNQU0ZhRWhjWmZvRG4xUzVaT2RuL1RQZWNDOCs1QzVHVG02dnRzTjRvSnpjWG5uTVhZc2JzZWNqS3lmNUhyUmFjNHlMREQyZzdMa0pJOFNqWkU2SkZqNkp2UDRpTENITVhJS3dKUEh4TStMei9ZTnk1RzZIdHNJcDE1MjRFUHU4M0NJR0hqd2tDaERWeEVXSHVENk51eFdnN0xrTEk2MUd5SjBUNytQaUk4Tm1DV3VnZUd4djN2Ti9na2RqbHZ3K01sWDVNZmxsaGpHR1gvejcwR3p3U3NmSHhUd1cxdWtkOFJQaHNBTHkyWXlPRXZCa2xlMElxaVlkUnQ4NGlUKzJvVkNyUExQWDJ3WmlKMDVENlF2dVBkMDk5OFFKakprN0RVbThmS0pYS003a3FpZVBEcU50L2FEc3VRa2pKVWJJbnBCS0pqYjM5TEM0eXJJZkFCTThMbHk2cmV2Ynh3RjkvLzZ1MWVLNWUrd2M5KzN5RkM1Y3Vxd1RHWnNWRmh2VjRHaDJTcExXQUNDSHZoSkk5SVpVUGk0OE05K0hWS3ZkblNVa1BobzJlZ0RYck5vRG5LNjdHbk9kNXJGbTNBY1BIVE1TenBPUUh2RnJsSGg4WjlpT0F5dE8yUUFncE1VcjJoRlJTais3ZitUZWJVenFyQldIZmxtMDdNV2pFR0NROGZsTHUrMDE0L0FTRFJvekJsbTA3b1JhRWZkbWMwdm5SL1R2YXExNGdoSlFhSlh0Q0tyR2t1M2V6NGlQRGhqRW1mSDBqTkN5N1YxOFBuRHhkZnMzbEowLy9nVjU5UFhBak5DeGJyUlpHeGtlR0RVdTZlemVyM0haSUNLa1FYSG52UUNaM0RqWXpNK25RUkc1WDNyc2lSYmdiZVE4WkdWa1g0aUpETzJvN0ZsSTZkZVZPalhVNUhPREF1WHIwNzRzZjVzMkdnWUZCbVd3N04xZUJ4U3RXNGVEL2pvQ0IzVlF4REg0Y0dYYS9URFpPS2pVNlIydFhSWjJqeTMyT1RRYjJXMFpHRnE3OWM2TzhkMFdLdzdGajJnNkJsTjdqeUxEN2FOS2tqWXpwclA0MU1HamFqZEF3enMvSEczSTcyMUp0Ti9KZUZLYk4vQjVSRDJJWU9PWVh4L0d6RVhGWFdXYUJrMHFOenRHVkFKMmpDU0ZGc1dyczhKbTEzRG5KenFrVisyVi9BQk1FNGEyZnRpVUlBdlBmSDhEc25Gb3hhN2x6a2xWamg4KzBmVnlFRUVJSWVVbDlPN3M2TXJuVE9XdDdaelp1eW5UMklpMnR4SW4rUlZvYUd6ZGxPck8yZDJiVzlzNS9XTm5iMTliMjhSQkNDQ0drYUJLWjNOSEwydDVaNWRheE8vdjczeHR2VFBUWC9ybk8yblRvenF6dG5WVXl1YU5YUmZUZElZUVFRa2dwV2NrZDJzamtUckdObXJxeTladTJNcDVYRjByeVBNK3p0WDZiV0tPbXJrd21kNHExa2p1MDBYYmNoQkJDQ0hrTDVqWTJaakk3cDRQVzlzN01ZL2hvOWlUeHFaam9ueVFtTW8vaG81bTF2VE9UMlRrZE5MZXhNZE4ydklRUVFnaDVSMWFOSGNmSzVNNDV6cTNic2RObno3UFRaODh6NTlidG1NemVPZHZLem5HTXR1TWpoRlE4YXFzanBBcHFZT1BVVktyRDdRY0hSd0FBUXpnVDFCNXg5MjlGYWpzMlFrakZvMlJQU0JWbFkyT2pyOVl4WGdFQVVqNTdiblIwZEo2Mll5S0VFRUlJSVlRUVFnZ2hoQkJDQ0NHRUVFSUlJWVFRUWdnaGhCQkNDQ0dFRUVJSUlZUVFRZ2doaEJCQ0NDR0VFRUlJSVlRUVFnZ2hoQkJDQ0NHRUVFSUlJWVFRUWdnaGhCQkNDQ0dFRUVJSUlZUVFRZ2doaEJCQ0NDR0VFRUlJSVlRUVFnZ2hoQkJDQ0NHRUVFSUlJWVFRUWdncEovOEhoQkVMbHFXR0xpNEFBQUFBU1VWT1JLNUNZSUk9IiwKCSJUaGVtZSIgOiAiIiwKCSJUeXBlIiA6ICJmbG93IiwKCSJVc2VySWQiIDogIjExNjUyOTc2OTMiLAoJIlZlcnNpb24iIDogIjI4Igp9Cg=="/>
    </extobj>
    <extobj name="ECB019B1-382A-4266-B25C-5B523AA43C14-3">
      <extobjdata type="ECB019B1-382A-4266-B25C-5B523AA43C14" data="ewoJIkZpbGVJZCIgOiAiNTA4NzE2NTQzMDM5IiwKCSJHcm91cElkIiA6ICIxMzEyNjI5NzAwIiwKCSJJbWFnZSIgOiAiaVZCT1J3MEtHZ29BQUFBTlNVaEVVZ0FBQWZvQUFBR3dDQVlBQUFCQjFxZERBQUFBQVhOU1IwSUFyczRjNlFBQUlBQkpSRUZVZUp6czNYbFlWR1gvQnZEN3pBd0lvbXlwbUlvTWlqQ0FNSUNadWUrN3FXbXZtbHV1dlpxcHVhL1ptMHN1bWFhV3BlYVM1Vjd1bWx0YTdwb0xvQ0VpSmlvcWlNaStDRFBuK2YwUnprOEVGQlE0T04yZjYvSjY0NnpmQTd6Y2M1N3puT2NCaUlpSWlJaUlpSWlJaUlpSWlJaUlpSWlJaUlpSWlJaUlpSWlJaUlpSWlJaUlpSWlJaUlpSWlJaUlpSWlJaUlpSWlJaUlpSWlJaUlpSWlJaUlpSWlJaUlpSWlJaUlpSWlJaUlpSWlJaUlpSWlJaUlpSWlJaUlpSWlJaUlpSWlJcVdwSFFCUk9iRXBVWk5UMG10YmlRSnlWZElvcUlrd1U0SVNhMTBYU1dCSkFtakVFaVFoQlFsSkJFRVdUNGFFWFlwVk9tNmlNd2RnNTdvcGRXeTBIcGtEcElrYVNna3lRY0FiRXFYUnFYWEs4TFd6aFlhTlhNZUFBeEdJeElTRW5IdlhoUlNVbE1CQUVJZ1dJYjQ1bFpvMENvQUJxVnJKREpIREhxaWw2Q3Q0VnNIYW1tOUpFblZmTHk5OEhiN05taFl2eTQ4YXJncFhWcUpkalVzSE1kT25NU3V2ZnR4NmE4UUFBZ1hCcmwzeExYZ00wclhSa1JFQkFCdzhmUWI1dXJwbC9GV2sxWmk3NzZEUXBabFFRVWp5N0xZcysrQXFOTzRwWEQxOU10dzhmUWJwdlRQbFlpSUNDNGVmbE5jUGYxRW40RkRSRnhjdk5KNStjcDdHQmNuZXZYL1FMaDYrZ210VGo5UjZaOHZrVG5odzBPaUF0SjY2SWVvVk5LQ0RtMWI0NXRGODJGVHVyVFNKYjN5cksyczhIYTdOcmdSRVlGcjEvOXU0VkN1NHQzNEIxRVhsSzZMeUJ6d0dUMVJBV2hyK05hUk5LcGpqUnJVczFqMTNSS29WQ3FsU3pJclJxTVJBNGVPd05Iakp6S0VRVFRpTTN1aWw4ZWdKOG9uclZackpWbmJCVmV1VktuR25tMmJZRnUyck5JbG1hWEVwQ1MwNjl3TmQrN2V1NHIwQkwrSWlJaDBwV3NpZXBYeGRvUW92NnpzUGdXa0dyUCtONVVoWDRSc3k1YkZqRStuUUpJa0QxalpUMU82SHFKWEhZT2VLQjhxdWJ1WGc0VGhMWnMxUWFNRzlaUXV4K3cxYmRRQXpabzBnaVNKNFpWMXV0ZVVyb2ZvVmNhZ0o4b0hTOGw2ckFUSlp2aUhIeWhkeXIvR3lHRkRBRWhsTEdFMVd1bGFpRjVsREhxaTU2amk3ZTBvcWZCaHN5YU5VTlBMVStseThtUXdGTTNBY2tLSUlqbnU4L2g0ZTZKSm93WUF4UENxVlgwY0ZDbUN5QXd3NkltZVEyTlE5d2Frc3NPSEZ2eHUvc3laTTFpL2Z2MExuZmZCZ3dkbzBxUkp2cmFOaW9wQysvYnRFUjhmbisvalIwVkY0ZXV2djM3dWRwTW1UY0wyN2R1ekxidDc5eTZhTld1VzczTzlxSStHREFZa3FheFVXdFdyeUU5R1pLWTBTaGRBVk9KSnFpNWVPZy9vZmJ3THZPdlBQLzhNWDEvZlBOZi84Y2NmV0xWcVZiWmxmbjUrR0RWcUZJUVFVT2N5VHY3OSsvY3haTWlRSE12ajR1TFF2WHQzMk5qWVpGdmVvRUVEakI2ZHMvWGIwZEVSQnc0Y1FKTW1UVkN6WnMwOGF3d01ERVNQSGozeVhQK2t0V3ZYWnZ0Z1U3bHlaVGc2T3VMeTVjdXd0TFRFdlh2MzRPVGtCSlZLaGFpb0tPemZ2eC8yOXZaNUhpL0F6eGNlN2pVUWVqV3NDNERuZnlvaG9od1k5RVRQNEZUZHR3S0FCcTFhNU8vdU5TUWtCTysvL3o3S1B0RXIvL3o1ODFpOWVyWHBhNlBSQ0h0N2UrellzUU02blE3Ly9lOS9zeDNEM3Q0ZXFhbXBTTTJhK09YeC93S0F0YlUxREFZREVoTVRzWFBuVHNpeWpLTkhqNko4K2ZMdzl2WkdhbW9xRGh3NGdHYk5tc0hXMWhhN2QrL0d4WXNYRVI4Zmp4WXRXc0RCSVdjTCtLaFJvN0o5blpTVWhFV0xGcUZPblRxNGNlTUdZbU5qb2RQcDhuWDlmZnYyUmQrK2ZkRzdkMi9NbmowYnpzN09HRGR1SE9iTm13Y2ZIeCswYjk4ZVAvNzRJK3p0N2RHcFU2ZDhIYk5sc3lZSXZYcXRVU1YzOTNKM3c4SWU1R3NuSWpKaDBCTTlnN1dGOUk0a1FkMmlhZU44NzFPOWVuVnMzTGd4ei9VUkVSRVlPWElrQU1ESnlRbE9UazQ1MW5mbzBBR3lMQ001T1JrZE9uUUFBQ1FtSm1MYnRtMm9XTEVpSmsrZWpQWHIxMlBYcmwxd2RYWEZmLy83WDZ4ZnZ4N3QyclZEWEZ3Y0JnOGVESGQzZHpSdTNCaERodzRGQUpRclZ3Nzc5dTBEQUp3OGVSSTFhOWFFcmEwdGhCQTRkZW9VNnRhdEMwbVNzdDM5SHp0MkRKSWtvWG56NWdDQWpJd01mUEhGRjNCM2R5L1E5M0hldkhtd3NiSEJ3NGNQTVhic1dHZzBHc1RFeE9ScjM1Yk5tK0RyNzFhb0xXRFZHY0QzQlRveEVSSFJzN2g2K3UydTM2eE52aWVzK2V1dnYwVDM3dDJmdWMyTkd6ZEV4NDRkbjN1c1c3ZHVpZmJ0MjV1K2J0V3FsYmg3OTY3WXVYT25hTjY4dVZpNGNLRzRkZXVXRUVLSWtKQVEwYXRYTDlPMkJvTkIvUDc3NytMRER6OFVuVHQzRm1scGFTSW9LRWpFeGNXSnFWT25paTVkdW9pd3NEQWhoQkN4c2JGaXlKQWg0dDEzM3hVSER4NFUxNjVkRXdrSkNVSUlJYnAzN3k0MmJOaGdPbTdQbmozRnBVdVh4SjA3ZDBTalJvM0UyTEZqeGNXTEYzUFUzcXRYTDFOdFk4ZU9GY2VPSFJNeE1UR2lUWnMyNHZyMTZ5SW1Ka2EwYjk5ZXhNWEZQZmY3SU11eXFOZTB0WERWNlhjcS9mdEE5Q3JpSFQzUk13Z0IvemZmcUFWSnl2OGdrbi8vL1RkYXRteVo1M3BabGxHbVRCa0FRTWVPSFpHUWtJRFUxRlJZV2xwQ28vbm4vNUxMbHkvUHRoMnk3cVkxR2cxYXRXb0ZDd3NMekpneHczU0gvbGliTm0yZXFGMUFvOUZndzRZTkFJQno1ODVoekpneDZOS2xDejc1NUJOWVdscml5eSsveE5DaFEvSHR0OS9pekpreitQTExMK0hvNklpSkV5Y2lJaUlDMTY1ZHcvMzc5MDNuajR5TWhKdWJHeDQrZkFpMVdvMTMzMzBYa3lkUFJvc1dMVEI4K0hDY08zY09HemR1eE8zYnR6Rno1a3pUczM4N096dVVLMWNPS3BVS2pvNk9zTGUzejdYL1FXNGtTVUx0V2dIWXVXZXZYNzUvQ0VSa3dxQW55b05XNjJjdlNhams3bGE5UVB0VnExWXQzMDMzTzNmdXhLTkhqOUNtVFJ0czJiSUY1Y3FWTTIxMzdOZ3hPRG82bXI3T3lNaUFoWVVGU3BVcUJZMUdnOWF0VzJQYXRHbElURXpFb2tXTE1HclVLRmhaV1FGWjRaaVVsSVJldlhyQjF0WVdKMCtlUkhoNE9DWlBuZ3duSnllRWg0ZWJ6dCt3WVVPVUtWTUdaY3VXeFNlZmZJTGp4NC9qOHVYTE9IcjBLRHAxNm9RLy92Z0RJMGFNd0prelorRHQ3VzA2QndEVXFWTUhHelpzd05TcFU3RnUzVHEwYjk4ZVBYdjJ4SzFidC9EMjIyK2pldlhxV0xWcUZjYVBIdzlMUzB2RXhNU2dUNTgrcHM1NCtlVmVvem9BeWRuUnpjMzJZWGg0WW9GK0lFVC9jZ3g2b2p6SWxxS21HaEpxMUNoWTBCZlVpUk1ub05mcllXVmxoZlBuejZOV3JWb0FnRHQzN3FCQ2hRcW03UjRIL1pNU0V4Tk5JVHBseWhRQVFIUjBOTlJxTmI3NTVodlRkdlhxMVlPWGx4ZmF0V3VIMnJWcm01YW5wNmZqaHg5K01MVWtCQVVGWWVIQ2hmRDM5MGVWS2xYZzRlR0I0Y09INC9qeDQ5aXdZUU02ZCs2Y28zNDdPenNzWHJ3WXNpeERyVmFqZlBueXNMR3hnVjZ2aDdPek14bzNib3d4WThhZ1lzV0syVHJqclY2OU90dUhobWVwVWYyZm4wRlpqVlhOaDhESkFuNkxpZjdWR1BSRWVWQkpxQWtBQmIyakwwalRQUUJzMjdZTjNicDFRMUpTRWlaUG5vdzllL1pBbzlIZ3pKa3phTnEwS1pBMUdJNHN5eWhWcWxTMjQweVpNZ1dEQncvRzd0Mjc0ZS92RDJ0cmEyemJ0ZzJUSjAvTzlkd09EZzVZdEdpUjZldG16WnBoMXF4WnBsZmNCZ3dZWUZybjUvZFBTL21ISDM2SUNSTW13TkhSMGRRcDcybVNKT1haRksvWDY1R2VubzZJaUFnWURBYmN2bjBiOGZIeGFOcTBLWXhHWTU3ZnB5ZTVaMzNZVWtIakRRWTlVWUV3NklueUlLbFEyZExDQWxVcVZ5clFmZ1ZwdXYvNzc3OFJHUm1KK3ZYclE2VlNvVnExYWpoMjdCaHExNjZOOCtmUFkrTEVpUUNBUjQ4ZVFhMVdtKzY4QVVDbFVtSHg0c1dJam81RzllclZzWFRwVWxoWldhRisvZm81N3Z4ZlJ0V3FWWkdhbW9vMzNuZ2ozOC9Wa2ZWZWYyeHNMSDc2NlNja0p5Y0RXUzBRaXhZdE1sM0hvRUdEOE1ZYmJ6ejNXTTVWS3NQQ1FvT01qTXdxTDNFcFJQOUtESHFpUEFnQjI3Smx5eGFvSTE1QmZmcnBwN0MzdDhmY3VYTVJHeHVMMjdkdlkrdldyYmh5NVFyZWV1c3QwNnQzR1JrWnNMYTJ6ckgvdW5YckVCWVdobnIxNm1INzl1Mnd0TFRFb1VPSGNQcjBhVFJ1blA5WEF1L2V2WXY3OSs4ak5qWTJ4NGVFV2JObW9YZnYzZ2dNRE1TYU5XdlFyMTgvMk52Ylk4S0VDVG1PODhjZmYyRGZ2bjJJam83RzBxVkxVYjkrZmN5ZlA5KzB2bjM3OXBnL2YvNHpCOG5KalVxbFFobWJNbmlZK2RDMlFEc1NFWU9lNkJsc1M1Zk9HYTdQVTVDbSswNmRPaUU2T2hxVktsVkNoUW9WNE9EZ2dKOSsrZ2tiTjI3RTZ0V3JUWGZDZ1lHQktGKytmTGJqSERod0FIWjJka0RXb0R4TGxpekp0bjdac21YWlBxU28xV3BvdGRwY2E3cCsvVHJXclZ1SHBrMmJ3c1BEdzdSODFhcFZ1SHYzTHI3NDRndWtwNmRqL1BqeE9INzhPTnExYTRmcTFhc2pNaklTVmxaV1VLbFVrR1VaenM3TzZOMjdOMmJNbUFHTlJvTzVjK2VpZmZ2MnB1UGR2MzhmUFh2Mk5OVlZ2bng1ckZtekpsL2YxOUtsclJFWEwzRitZQ0lpS2h5dU92M1BiVHYvNTdudmVUL3BaZCtqbDJWWmRPN2NXV3phdEVrSUljU09IVHRFUUVDQWVPdXR0OFQyN2R0TjJ4MDhlRkI4OXRsbnp6eFBYRnljYU5ldTNUTzNhZHEwYVo3dnN1L2V2VnMwYjk1YzNMNTlPOXZ5NDhlUGl4a3pab2crZmZxSTFxMWJpNFlORzRwNjllcUpxVk9uUHZOY0w2djEyMTJGMXROdnM5Sy9GMFJFWkNaY2RYNEh1dlo4djBqREt6ZFBCNnZJK2dEd0pLUFJLREl6TTR1MGp2ajRlTk9nT2lYQk96MzZDSzFPdnk4ZlB6b2llZ0tiN29ueUlDQUVGSmlpdFVxVm5QM05udTRub0ZLcG9GSVY3ZVNUZG5aMnBrY0RKWUdFb3VzclFXVE9PRTB0VVI0a1NJbkp5U2xLbDFFc0hqMTZwSFFKejVXY2tneEk0R0E1UkFYRW9DZktnNUJFWW5LS2VRVDl3NGNQY2U3Y09RQkFseTVkOE9EQkEwUkdSdUxDaFFzQWdQZmZmeDluenB4UnVNcG5TMDVPZ1FRR1BWRkJzZW1lS0U5U1VrcEthajYyVTBiNzl1MU52ZktmbHBLU0FuOS9mNnhZc1FMSW11cDI2dFNwK09HSEg0Q3NBWGdtVDU2TTNyMTdJeTR1RGpkdTNJQ3ZyMit4MWw5UXlja3BFSUpCVDFSUURIcWlQQWlVN0R2NlBYdjI1RmgyOSs1ZExGcTBDSGZ2M3NXSUVTTk15NnRVcVlMUm8wZWJScUtMaTR0RGt5Wk4wS3BWSyt6YnR3LzI5dmJaamxldVhEazBhZEtrbUs3aytZUVFTRWxOQllBa3BXc2hldFV3NklueW9CTFNiYVBSaVB2M1kxQ2hRdmw4N0ZFOFpGbEdTRWdJdEZvdFltSmk0T3JxQ2dCWXNXSUZkdTNhaGNHREI2TnUzYnF3dGJYRjVjdVg0ZVhsaFU4KytRUlhybHdCc3NiUW56aHhJdFJxTmRScU5RNGRPZ1J2YjI5RVIwY2pLU2tKdTNidHdwZ3hZeFMreXV5aW91OURsbVVJSVc0cFhRc1JFWmtKRnplZnVxNmVmdUtQWXllVWZyTXNtNVNVRkZHblRoMXg2ZElsMGE1ZE83RjE2MVloaEJDdFc3Y1cwZEhSNHZ6NTg2SjE2OVppLy83OW9rNmRPaUlsSlVVSUlVUjBkTFFZTm15WXFGZXZucGczYjU2SWlZa1J2LzMybXdnSUNCRHIxcTBUUWdnUkdCZ29ldmJzcWVqMTVlYnc3MGVGcTZlZmNIWFh2Nm4wN3dYUnE0YWQ4WWp5a0JLZmNWa0lJYTZFaGlsZFNxNXExcXlKbFN0WFlzZU9IYmgyN1JxUU5aYjhqQmt6TUhQbVRMUnExUXJJYWdGWXRXb1ZoZzRkaW9FREI4TEp5UWsrUGo0WU9uUW9MbDY4aUxadDI1cjJEdzhQTjdVUWxDUlh3NjVCQ0NFL1N0WmNWcm9Xb2xjTm0rNko4dkRnd2RXa011WDBONjllQzg5OTNOZ1NvR0xGaXBnNmRTcHUzcndKWkEweCs4a25ueUFnSU1DMGpVcWxRdm55NWZIRER6OWcrL2J0Nk5PbkQxcTBhSUczM25vTGRuWjJ1SHYzTG9ZT0hRb2hCTTZkTzJlYUpyY2t1UkoyRFpDa0czZnZuaSs1dlNPSlNpZ0dQZEd6U0xoNDVzL3pXaUZFa1U1dTh5SmlZMlB4L2ZmZjQ4U0pFeGcxYWhTUTlUNzgzTGx6RVJBUVlKb2hEMWxqNVI4OWVoUW5UcHlBdjc4L1RwNzhaNmJYVWFOR29YTGx5ckMwdE1TdnYvNktFeWRPbExqbjgwSUluUDN6UENTQmkwclhRdlFxWXRNOTBUTUlHYnZ2UlVYaHI1QlFwVXZKWWZIaXhYQndjTURtelp2UnRHbFRDQ0hnNysrUGpSczN3dHJhT3R1ODgzMzY5RUZNVEF4R2pCaUJVYU5Hb1dmUG5nZ09Ea2Jac3YvTUVkTzNiMTlNbno0ZDlldlhSN2x5NVJTOHFwd3UvUldDNlBzeEVFTHNWYm9Xb2xjUjcraUpuaUZUcE8yMEZLV05CMzQ3b3E3cDdhbDBPZGw4OXRsblNFNU94cG8xYTVDUmtZSDA5SFNVTFZzV2FyVWE0OGVQQndEOCt1dXZBSURYWG5zTmxwYVdPSC8rUER3OFBMQjY5V29NSERqUUZQU2xTcFZDWm1ZbUtsU29vT2cxNWViZ2I3OERnTUdRWXRpaGRDMUVyeUxlMFJNOXc5MndzQWNBamg4OGZFVHBVbkpsYlcwTmUzdDdPRGs1NGZ2dnY0ZGFyYzUxdTdKbHkyTDU4dVdvV2JNbUJnMGFoS0NnSUZTc1dCRkNDUHorKysrWU9YTW14bzhmajEyN2RtSFpzbVdRWmJuWXJ5VXZCdy8vRGlIRXNjakl2eDRxWFF2UnE0aDM5RVRQSStUdFY4UENHMThJREVhQVg4a1lQUzR6TXhPTkd6Zk8xM1pHb3hIcjFxM0RrU05Ia0o2ZWpoVXJWaUE5UFIyN2R1M0NoUXNYc0czYk5zeVpNd2YxNjllSHI2OHZQdjc0WTF5L2ZoM3o1czBybG10NWxndUJ3UWk3Rmc0SjJLWjBMVVJFWktZcXVidVgwM3Jxay92Lzl5T2xYeWN2c01mdjBXL2F0RW44OWRkZk9kYnYyclVyeDdTNER4OCtGTUhCd2NWWVpkNzZmL0NSY1BYVUoxYlc2VjVUK3ZlQWlJak1tTlpUUDlmVjAwOWMraXRFNmV6NzF3aTZkRm00ZXZvSnJZZCtqdEkvZjZKWEdaL1JFK1ZEZXFacXZnQlNsaXhkcm5RcC94cExsaTZIZ0VqSkVHbnpsYTZGNkZYR29DZktoNmp3aXpFUVlzbkJ3Ny9qdHlOL0tGMk8yVHQwNUEvODl2dFJRRWlMc3pwRUV0RUxLbGtqZ0JDVllGcXQxZ3JXOXBlZHlwZXJ2bWZySnJ6Mm1xUFNKWm1sMkljUDBhNXpOOFE4aUEwWGFmRStFUkVSNlVyWFJQUXE0eDA5VVQ1RlJFU2t5MGJSNzM3TUE4T1FFV09RbVptcGRFbG1KeU1qQTBPR2owSE1nOWhNV1JqN011U0pYbDd1TDkwU1VhNFNZcU52MlRsV2lJMktqbTRmRW5vVmJWbzJ6L1BkZFNxWVI0OGU0Y09QeCtIazZiTXdDdkhocmRCZ0RwQkRWQWo0RjRxb2dCSmlvLyswZTgzSkdISHpWck1MZ2NGbzByQUJySzJ0bFM3cmxmWWdOaFpEaG8vRzhaT25JWVE4K1dabzhLSjg3RVpFK2NDZ0ozb0JDYkhSUisxZnE1aHdPL0pPeTYwN2RxbktPVHJDdllZYlZDbytEU3NJZzhHSXJUdDI0Ny9EUnlQOCt0OEdveEFmM3d3Ti9sTHB1b2pNQ1R2akViMEVGNTFmUFpVa05nS1NjNlhYWDBmM3JwM1JxbVV6ZU5Sd1U3cTBFdTFxMkRYc08zZ1lXN1p1eDkxN1VRQndTeGJHSGpkREw1MVN1allpYzhPZ0ozcEpUazYrTnRiMkdDaEowaUJJa2c4QTJKUXVqVXF2VjRTdG5TMDBmSVlQQURBWWpVaElTTVM5ZTFGSVNjMmFWbDZJUzBLSTd6T1NMTDduWFBORVJZTkJUMVNJWEdyVTlKVFU2a2FTa0h5RkpDcEtFdXlFa0JSTmVvMUsyQUtBUVpZU2xheERrb1JSQ0NSSVFvb1NrZ2lDTEIrTkNMdFU4dWIvSlNJaWVwWDQrL3NmOGZmM0w1blQ3eEZSa1dQUElTSWlJalBHb0NjaUlqSmpESG9pSWlJenhxQW5JaUl5WXd4NklpSWlNOGFnSnlJaU1tTU1laUlpSWpQR29DY2lJakpqREhvaUlpSXp4cUFuSWlJeVl3eDZJaUlpTThhZ0p5SWlNbU1NZWlJaUlqUEdvQ2NpSWpKakRIb2lJaUl6eHFBbklpSXlZd3g2SWlJaU04YWdKeUlpTW1NTWVpSWlJalBHb0NjaUlqSmpESG9pSWlJenhxQW5JaUl5WXd4NklpSWlNNlpSdWdBaUtuUXFMeSt2MG8rL2tDUkpEUUJlWGw1bEhpOExDUWxKQlNBclZTQVJGUjlKNlFLSXFIRDUrUGc0YURTYUI1SWs1ZHBpSjRTUURRWkR1VXVYTHNVVmYzVkVWTnpZZEU5a1pySUMvTEFRQXJuOWt5VHBFRU9lNk4rRFFVOWtob1FRMnlUcG53WTdTWkx3NUg4RDJLcHNkVVJVbkJqMFJHWW9JeU5qcXhBaXh6TjRJWVNjbUpqSW9DZjZGMkhRRTVtaGtKQ1FLRW1TVHVLZmNJY1E0dkdxbytIaDRUR0tGa2RFeFlwQlQyU21aRm4rK1hHVFBiS2E3WVVRUHl0YUZCRVZPd1k5a1ptU1pmbVhKNXZ2aFJCeVJrYkdMOHBXUlVURmpVRlBaS2FDZzRNakpVazZpLy92aEhjaUpDUWtTdW02aUtoNE1laUp6SmdRNHNubSt5M0tWa05FU21EUUU1a3hvOUc0VldTUlpabTk3WW1JaU15TnY3OS9pTCsvZjVEU2RSQ1JNampXUFpHWkUwS3NrU1RKcUhRZFJLUU1OdDBUbVRFM043ZFM4V215YTF5cXNicWJtMXNwcGVzaG91TEhTVzJJekZSVk4zOHZ0VVpzZ0FSZkFCQUNRWkNOUFNMQ0xvVXFYUnNSRlIvZTBST1pJUmQzMzBFcWpUaG5aMmZyKzkyU0JmaHV5UUxZMjlucW9WYWZkL0h3SGFoMGZVUkVSUFFDSE4zY2JMVWUrczJ1bm42aWU1OEI0dTY5ZTQ4NzNZdTc5KzZKN24wR0NGZFBQNkgxMEc5MmRIT3pWYnBlSWlJaXlpY1huVTlkclU1L283cDNnRmowelhmQ1lEQ0tweGtNQnJGZzhUZWl1bmVBME9yME4xeDBQbldWcnB1SWlJaWVUYVhWK1U1eTlmVExyTmUwdFRoOTlseU9nSC9hNmJQblJOMG1yWVdycDErbVZ1YzdpZjExaUlpSVNpQm5ENDlLcnA3NlE2NmVmbUx3c0k5RlhIejhjMFArc2JqNGVERjQyTWZDMWROUHVIcjZIWFR4OUh4ZDZlc2hJaUtpTEM3dVBtMWRkWDR4SHZvM3hZL3JOd2xabHZNZDhvL0pzaXpXcnQ4a1BQUnZDbGVkWDR5THUwOWJwYStMaUFwWGtUZlh1ZXI4Qmd1Z1oxR2ZoL0ltQWV0dmhBYXVVTG9PS2lSZVhwWmFvWmtISVkybzRWWk5XangvTG5RZU5WN3FrS0ZYcjJIRW1BbTRkdjF2QVVrc2pwQU00eEVTa2xGb05ST1JZb284NkxVNnZ5TzJ0bVdhZU9rOGl2cFVsSXVRMEt0SVRFeitQU0kwc0tuU3RkRExxNnpUdTF0STJDQkJDdWpXdFRQK04yVUNyS3lzQ3VYWWFXbnArT3p6dWRqOHkzWUlpQXVaQXUvZENRMEtLNVNERTVINTB1cjhqdlRvTzdEQVRZcFVPSHIwSFNpME9yOGpTdjhlME12VDZuemYxM3JxazMxck54Qjc5aDBvc3QrWlBmc09DTi9hRFlUV1U1OWMxZDIzcjlMWFRVUXZod1BtRUpWdzViMjh5cmpvOUQ5SmttcE5MVCs5elo1dG05Q3VkY3NpTzErNzFpMnhaOXNtMVBMVDI2alZxaDljZFBxZnludDVsU215RXhKUmtXTFFFNVZnenU3ZXRXMkVaYUJhcGVvMWRQQUFiRnk3RWxVcVZ5cnk4MWFwWEFrYjE2N0UwTUVEb0ZhcGVwVVJsaGVkM2IxckYvbUppYWpRTWVpSlNpYkpSZWM3VnFPMk9PRlV2bnoxbjFZdHc3aFJ3NkhSRk4rRWt4cU5CdU5HRGNlUEs3OURoZkxsM0RScWl4TXVPdjBZdm5OUDlHcGgwQk9WTUs2dU5aMjBPdjArbGFUNm9rbkRCaFo3dDI5QzNUckszVXpYZSt0TjdOMitHVTBhTnJCUVNkSjhyVTYvcjZLYmYzbkZDaUtpQW1IUUU1VWdWV3Y0dEVBcGRiQ2xwV1dyVHlhT3hjcnZGc1BSd1VIcHN1RG80SUNWM3kzR0p4UEh3dExTc3BXMWhSeGN0VWJOb3Vzb1FFU0Zoa0ZQVkRKb1hEeDk1Nm5VcXYydXJ0b0tXemY4Z1A1OWUwR1NTazRydVNSSjZOKzNGN1p1K0FHdUxpNFZWV3IxUGhkUDMza0FpdTk1QWhFVkdJT2VTR0hPYmpXcmF6MzFKMVJRalh2M25ZNnFYYjlzZ0xlWHA5Smw1Y25ieXhPN3RtNUUxODV2cTFSUWpkTjY2azlVcmVGVFRlbTZpQ2gzREhvaUJXbDF2dTlwTk9xTFpVcmJ2TGx3M2l4ODhmbDBsTGEyVnJxczV5cHRiWTM1czJkZzRieFpLRlBhNWsyMVdoV285ZlR0b1hSZFJKUVRnNTVJQVpVcTFTcXQxZWxYUzVKcXZhOVB6Yks3dDI1RXB3N3RsQzZyd0RwMWFJZmRXemZDMTZkbVdRbXFEVnFkZmxXbFNyVktLMTBYRWYwL0JqMVJNWE54MC91WHNqVmNVS2xVL1FiMzc0c3Q2MWJEcGFxejBtVzlNSmVxenRpeWJqVUc5KzhMbFVyVnY1U3Q0WUtMbTk1ZjZicUk2QjhNZXFKaVZOWERkNFJLZzFQbHlyM21zV2I1TjVnMGJoUXNMQ3dBQU9ucDZVcVg5OElzTEN3d2Fkd29yRm4rRFJ3ZEhUMVVHcHlxNnVFN1F1bTZpTWpNZzM3dzRNRzRldldxNmV0VHAwNWgrUERoejkxdjNicDFXTGh3WVJGWGw5M3ExYXVML1p4VWZDcnJkSy9WMVB2ZkxhV1JGdFd2VjdmVXJ6dTJvR0g5dXFiMThmSHhlUHZ0dDNQZHQwMmJObmtlVndpQnhNVEVJcW41UlRTc1h4ZS83dGlDQnZYcmxsS3JWSXRjZGZyZGxYVzYxNVN1aStqZjdKVjRMV2J3NE1HSWlJakk5L2FmZi80NWF0Zk9PY0NJd1dDQVdxMSs1cjVYcmx6QjBxVkxzV1RKRWdCQXg0NGRFUnNibTJPN1JvMGFZZmJzMmZtdTZVbERoZ3pCL2Z2M3N5MUxTRWlBTE1zNGR1eFlqdTBYTEZnQXJWYjdRdWNpWmZuNStmMG53d0N2VkFNK2tDVHA5WGM2ZHNEc21UUHc1WmZ6MGJkdlgxaGFXc0xlM2o3YlBnYURBWjA2ZFVMZnZuM1J2WHQzMC9JREJ3N0EwZEVSSzFldVJGSlNFdExUMHlHRWdLT2pJNzc2Nml2WTJOamtxNmJVMUZRMGJOZ1FQLzc0STd5OHZBcjltc3VYZXcxcmxpL0Y5MnZXWXY1WFg3ZTNoaFJSVHU5L09Tam9ZdDE4N0U1RWhleVZDUG9GQ3hiQWFEUm1XeFliRzR2MzMzOGZJMGFNUUt0V3JiS3RVNnZWaUk2T1JtWm1KaDQrZklpRWhBUklrb1M0dURoa1ptWWlPanJhdEsyZG5aMXBtczhiTjI1ZzFLaFIrUERERHhFUUVBQUEyTGx6WjZGZnorTEZpeUdFeUxic3h4OS9SRUpDQWo3NjZLTWMyMXRhV2haNkRWUXMxTW1QNUpZMnBWU0RxMWFzQkYwMVo3UnAyUnkvL1hZSWh3NGR3dURCZzlHalJ3OXMzTGd4MTUzRHc4Tng2dFFwQUVCeWNqTG16NStQeFlzWEl5d3NETC84OGt1T0R3Z2xpVW9sNFlNQjc2UE9HN1h3MzZFZmxrbEpUcXJqcXZPYmRTTTBjQm9BWXo0T1FVU0Y1SlVJK3JKbHkrWllObXZXTERnNU9hRnIxNjQ1N3RJUEhEaUFWYXRXNGZidDI1ZzNieDRhTjI0TWpVYURuVHQzSWpVMUZSOTg4QUVBSUM0dURtUEdqRUduVHAxdzgrWk5EQm8wQ0QxNzlrU25UcDB3Zi81OGZQVFJSNFUyMS9lVExDMHRjZVRJRVN4YnRzeTBMQzR1RGdhREFYLysrYWRwV2JObXpVeTEwcXZGMWRQVFJRakw5VVpJOVp4ZHRIaTdmVHRjRFEwRkFDeGR1aFF6Wjg1OGJsQjM2OVlOVzdac0FRRDgrdXV2Nk5TcEU5emMzS0JTcVVwMHlEOUo3MXNUWFRwMXdJRkR2MGwvUjk2ZnJOWHBtMGhTUnM4YlY2N2NWTG8yb24rTFZ5TG9uN1pqeHc0Y1Bud1lpeGN2enJVcHZsV3JWbWpWcWhVR0R4Nk1zV1BId3NQREF3QlF2WHAxbkRwMUN0T25Ud2NBVEo4KzNUVHltTDI5UFQ3ODhFTjA3ZG9WQ3hZc1FHUmtaSkdFL0dQeDhmSHc4L1BEMkxGamMxMi9aODhlQkFVRkZkbjVxZWhVOWZCOUYwTDFmV2xySzdzSlkwYmlyZG9Cc0xTMHhOa3paeEFYRjRlWk0yZkN4c1ltUnl2VjA5UnFOYnAwNllMRGh3L0QxOWNYc2l3akxTMHR6KzIzYmR1R05XdldJRG82R2s1T1RsaTllalVjSFIwUkh4K1B1WFBuNHZUcDA3Q3dzRUQvL3YxZjZ2cHUzNzZOenAwNzUxaStkdTFhZUh0NzQ4Q0JBMWkrZkRudTNMbURnSUFBbEN0WER0NmVPZ3daT2d5ZnpwaGRMeTFOQ3FycTRUdm8xdFhnbjErcUVDTEtsMWN1NkFNREEvSDU1NTlEcTlWaXk1WXRjSFYxeGIxNzkxQ3JWcTNuN3B1V2xnYnJKd1lqa1NRSkt0VS8vUkh0N096UXRXdFhCQWNINDdmZmZzTzZkZXN3ZmZwMDdOKy9QOXN4MHRQVFRSOEFKazZjbUdjSHF2dzRlUEFnQWdNRGMxMlhtSmlJdDk1NjY0V1BUY1d2U3BVcTFtb2J4OFVxbFdvT2k4QWFBQUFnQUVsRVFWU1FsNmNIRnMrZmc4Q0xGN0Jnd1FJQXdMVnIxL0RMTDcrWVdxam16NS8vek9OdDJiSUZZV0ZoaUl1THc1bzFhd0FBL2ZyMVExeGNITnEzYjQrNHVEaVVLVk1HRmhZV0dEWnNHR2JPbkltbFM1ZkMzOThmWVdGaHBrYytZOGVPaFpXVkZUWnMyQUNOUm9PWk0yZSsxSFU2T3p2anpKa3pRRlovZ2tHREJ1SE5OOStFdDdjMy92enpUMHliTmczVHAwOUhnd1lOOE9lZmYyTFNwRW1vWGJzMjNuMm5Jd0w4ZkRGaTdFUzdrQ3RYdDdqb2ZGZEk2WWtqSWlJaVh0M1hEWWhlQWE5VTBGKzZkQWtqUjQ1RXg0NGQ0ZVBqZ3dNSER1RHZ2Ly9HMUtsVDBiSmxTNHdjT1JKbHlwUXhiUytFd042OWUvSFhYMy9oOE9IRE1CcU44UFB6TTYxL011aVI5ZHgvNHNTSnFGMjdOdXp0N1RGdDJqUk1temJOdEQ0aUlnSURCZ3pBNGNPSEMrVjZXclpzeVR2NnA0aW5PeSs4QktrWUI0cXZvdlB4MFVqcWpSTGcxYS9QZTVnNDVtTllXbHFpbXFzV1hicDBBUUM4Kys2N21ESmxTcjQ3d0UyWU1BRlRwMDdGbFN0WDRPUGpnMjdkdWdFQUhCd2NzR2ZQSG93ZVBScDkrdlNCdjc4L2J0eTRBUUM0YytjTzNuampEZFNzV1JQSStuQng4ZUpGN05tekJ4VXJWZ1N5UHFEbTF1bXpJQjVQbC92Tk45OUFwVkxod3c4L0JBQnMyclFKYmR1Mk5mV2JhZHk0TVZxM2JvMkhEeDhDQUtxNWFyRjF3MXJNbWY4VjF2eTBZYkN3dHF0WFJlZnpYbVRvcFVzdlZSQVI1ZW1WQ2ZwVHAwNWgzTGh4YU5xMEtTWk5tb1RkdTNjREFCbzBhSUF0VzdaZzFxeFo2TnExS3laTm1vVFUxRlFzV2JJRTkrL2ZoNE9EQXhvMWFvU1JJMGRpNU1pUnNMS3lRa3BLQ214c2JDQkprcW5wUGo0K0hoOTk5RkcyTy82aXhqdDY4NkQxOEIwS1NBc2M3ZTJ0NXMrZWpxYU5HNXJXN2Q2OTJ4UnlVVkZST0hUb0VNNmRPd2RrOWNGNGxnc1hMa0N0VnNQVzFoWlJVVkVZUG53NC92ZS8vK1hhT2RQVjFSVno1c3pCMHFWTHNXTEZDdlR0MnhjOWV2UkFaR1FrYkd4c1RDR1ByQThLaGVIVXFWUFl1blVyMXExYlp3cit5TWpJSEsxY0RnNE9wdThCc3Zxb1RKczhIZzNyMThYWVNkTzhIOGJGbmRWNjZFZEZYQTM2cmxBS0k2SnNTbnpRRzQxR0xGKytIR3ZXck1HZ1FZTXdhTkNnSERONmxTOWZIbDk5OVJVMmI5Nk15Wk1uWTlpd1laZ3padzZXTEZtQ1FZTUdtWjdSbHkxYkZnOGVQRUMzYnQwd2YvNThTSkprNnYwZUdob0tmMzkvdUxpNElDUWtwRml1clZXclZwZ3dZVUt1NjNidTNKbm5od0FxR2FwVzlYRlFXYXRXU1NxcGM3MDZiK0xMdVRQaFZDSDdOTzBxbFFvYWpRYVJrWkVvVmFvVXlwVXJaMXIzckFhSHpNeE16SjQ5RzB1V0xNR1pNMmN3ZXZSb0hENThHQ2twS2JsMlRrVldDMUdMRmkxdzRzUUpUSmd3QVU1T1RyQzN0MGRxYW1xMlIwNVB2OXI1SW1Kall6RnQyalJNbkRnUlZhcFVNUzIzczdQTEZ1clBPbC9UeGcyeGQvc21qQm8veGVyMDJYUGZhajMwcmVVMGVjQ3RXNWZpWHJwQUlqSXA4VUZ2TUJnUUhCeU1yNy8rT3RkMzQ1L1VyVnMzMUt0WEQ1VXFWWUpLcGNyMmgvVHhzODU5Ky9aaDI3WnRlUDMxMTJGcGFZbjA5SFFjT1hJRXpzN09HRGR1SERadjN2eENkZjcrKys5d2MzUEw5a2Z2ZVE0Y09JQ0xGeS9tdWs3aE8zcU52NysvdzhXTEYyT1VLcUNrYzNiM2JhaFdTK3ZVYW8zenFPRkRNV1JRLzJ5UGdSNXIxKzZmOGV1WExsMktSbzBhb1dmUG50bldOMnpZRUJZV0Zzak16TXkyM01MQ0FyTm16Y3AySjk2c1dUTWNPblFJVmF0V3pYR2VtemR2NHVIRGgvRHg4WUZPcDBQcDBxVWh5eks4dmIzaDVPU0U3Nzc3RGlOSGpvVEJZTURTcFV0ejdHOHdHTEJyMXk2MGJkdjJ1WjFRaFJDWU5tMGE2dFdyaDdadDIyWmIxNkpGQ3l4YnRneWRPM2VHczdNekxsMjZoQ05IanVDTk45N0k5VmhPRlNyZ3AxWEw4TzJLMWZqcTYyODdHMVdHV3M3dXZyMXVod1cvM0xNRklqSXA4VUZmcWxRcGZQdnR0L25lUHErZy9lYWJiL0R1dSs5Q3BWS2hhOWV1UU5ZZGZueDhQUDc4ODArMGJOa1NibTV1TDFTakxNdVlObTBhMXE5Zlg2RDlTdElkdlZhcnRiSzN0Mjh0U2RJN0FONEc4RG1BTDR1dGdCZTBjdVZLYk5xMENjbkp5V2pRb0FHbVRwMEtXMXZib2p5bFNxdlRmd3BJVXlwWGVsMzkxUmVmbzVhLzN6TjNTRXhNeEpZdFcweURNRDFweXBRcFFOYWpvNmU1dTdzRFdSOFNIanQ0OEdDMmZpYVBaV1JrWU1hTUdiaDM3eDdzN096UXVYTm5ORy9lSEpJa1llSENoWmc5ZXpiYXRXc0hSMGRIOU96WkV3Y09ITWkyLzlXclY3Rml4UXE4ODg0N3ovMEdiTjI2RmFkUG53YXlIazA4OXRWWFg2RkxseTY0Zi84K1B2amdBMWhiVzBPbjA2RnQyN2FJaWNuN002TktwY0t3L3c3RVcyL1d3c2ZqSmp0SDNybDN4TlZELzltTnEwR3pBTWpQTFlpSW5xbkVCLzNMU0UxTmhVcWx3dnIxNjNIOStuVjgvdm5uMmRZN096dGo3OTY5dUhuejVqT0h4cjEzN3g1S2x5Nk5DeGN1b0ZTcFVqbldYN3QyRFpVcVZjclgzWHgwZERUZWYvOTlwS2VuSXpNekUwZU9ITWwxdThmclQ1NDhpUTgvL0JBZE8zYk0xelVYUkxWcTFleHNiVzNiWjRWN0cwbVNURDBaQzdOVFhGSFp0bTBidG16WmdtKy8vUllPRGc0WVBYbzA1c3laaytQblhGZ3F1L2xXc2REZ0owbVNHcmR0MVFLeloweURiUjdONkkvSnNvenAwNmVqVHAwNnBnNXlUMHBMUzRPVmxSV3VYYnRtdXBPV0pBa2FqUWFkT25YS3R1M2JiNytOWThlT1llTEVpVG1PVTZOR0RXemR1alhYR3R6ZDNiRjY5ZXBzeTlxM2I1L3Q2NkNnSURSdDJ2U1oxL0pZMTY1ZFRSK1djek5zMkRBTUd6WXNYOGQ2VWkxL1Arelp0Z21UUHBtdS92WEFvZWxhblcvelRBTjYzd2tQaml6d3dZakl4Q3lEL3NDQkEvanNzOC9nNE9BQWUzdDdyRnUzRGw5ODhVV09JVUliTldxRWxTdFhvbHExYXFoVXFWS2V4K3ZYcng4ZVBIZ0FTMHRMREI0OE9NZjZndnlSZEhKeXdyNTkrMTdncWdxSHI2OXZCWlZLMVNrcjNKdExrbVQ1T05NZi8yL1dJNDlpNjdIK29qWnMySUMrZmZ1aWV2WHFRTmJRd2lOSGpqUjF0aXhNcmg2K0hZVktXbTF0WmVYNDZlVHg2UDV1bDN6dDk5dHZ2eUVpSWdJclY2N01kZjJrU1pOdzdOZ3hXRnBhWXVqUW9VRFcrL003ZHV6SXNlM0NoUXZSdTNmdlF1dE05NlRBd0VCVHIzNGwyWll0aTIrKytnSWJ0MnpGWjUvUGE0eEg2VUd1SHI3OWIxd05MdndoS29uK0pZcjhqN2xXNTNma3JUZHJOZG53dy9kRmZhcHNoQkNtWi9TUEhqM0s5VTc4MytDOTl3Zmh6Tm56Sit5c3NGNmxVcjBIb0M0QTlaTTM3RS8yWlhqaSszWUV3SjladnlPU0VPTHhScElRUWxLcFZOTGozNStzZFZMV0cyM1BXbzRuanBYcjhnc1hMcnlmbit2S2JiejI1T1JrTkc3Y0dHdldySUdQanc4Q0FnSjJQRlZUdHV2SVI3MFNBRHd5eU9tcG1XanI0ZTZHSlYvT2cxdDExd0w5REpLVGs3Tzk5dmswV1phenZRR1NGNlBSQ0NHRXFZZTd1UXU3ZGgwangwM0UxYkJ3Q0NFbVJZUUd6Vkc2SnFKWGtkbit4WGp5aithL05lU2ZraW1FVUFONDVxdytqNzl2UW9nR2tpUzlsZFdLTHdBSVNaSkUxamJpeWVWWi81NjcvSWwxZU9KNFR5OEhBSHoyMldlNWpsZmc1dWFHbFN0WDRzR0RCd0FBUjBkSDA3b3laY3BBbzlFZ0lTSGg4YlZVZlZ6RDAzVTl2cGI4WEljUU1nQVZMRFFXVHh3dS81NFY4c2g2UnAwZno1dVF5ZHhJRXJLKzV3QWdTbndMRTFGSlpiWkIveXhQdm1yMGJ5Q0F6TURBd0JVQVZ2ajUrZG1yVktvT0FMb0NhQTNBK3VuSDhWbGhQK25DaFF0S2RNWVRBUERwcDUvaTAwOC96WE1qV2M2OWo5YVRMVGtYTGx3SUtLeWlYRDE4TzE0S0NWbmQ4VDg5QzlSMC82cVRaVG5mSDBRS1UxYlRQZElmcFQrVVpORS9nazMzUkMvTXJPZWpIemR1SEE0ZE9wUnRXWHA2T3JwMjdZcms1T1I4SCtmNzc3L0h6ei8vakowN2QyTHUzTG41T3UrbVRadGVxT2FpRmhnWUdIL2h3b1dmTGx5NDhFNTZlbm9GV1phN0FkZ2dTVkxTVTAzSEpib3pucDJkSGZCVWIvV2twQ1FZalVhODlscmhUMzkrNDJyd3pzeE1vVTlMUy90ajByUVpHUGJ4T0NRbUpSWDZlWjUyOWVwVmpCNDkrcVdPY2V6WXNWejdsanh0eUpBaDJUcUgzcnQzRDEyN2RuMW1qL25DbHBpVWhHRWZqOFBrVDJjZ1BUM3RqOHhNb2VmemVhS1g4Nis0bzA5TFM4UFJvMGROWHpzNE9HRFpzbVdtWHRBVktsU0F2NzgvenB3NWcvLzk3Mzl3Y1hIQm5UdDNNSHIwYURSdDJoUkdvekhQQ1VnTUJvTnBpTks4eE1iR0lqVTFGYzdPemtWd2RTOHVKQ1FrR2NBV0FGdmMzTnhLMmRyYXRoSkN2Q05KVWtlbE8rTTlyK25ld2NFQkZTcFVRRkJRRUhRNkhaRFZLYkowNmRLbXpubUZMYXYzZHpPdFR2L3AzdjJIcGdSZi9pdGZyOWNWbHZUMDlGd25rMEhXR0JJREJneDQ0V05IUlVVaE9EZ1lYM3p4aFduWjY2Ky9qcG8xYStLcnI3N0NyRm16WHZqWStYWCtZaUErSGpjWmtYZnVHU1ZKZkJZUkdzelg2NGdLZ1ZrRy9hTkhqNUNVbElUTXpFd2tKU1VoSmlZR2UvZnVoZEZvaEZxdHhtdXZ2WVpidDI3aHhvMGJVS3ZWOFBiMmhyKy9Qd0NnU1pNbW1EQmhBcFl0VzRhVEowK2lkT25TT1k2Zm1KaUkxYXRYWStUSWtVaE9Ua2EvZnYxdy92ejVQT3M1ZE9nUUFnTURNWHYyN0NLOTdwY1JIaDcrQ01DdXJIK2FXclZxS1RvUDZ2T2E3cEgxbXRjUFAveUFnSUFBbENsVEJrdVhMa1czYnQxZ1lXSHh6UDFla2h3Ukd2U3BzN3Z2b1R0Mzc2N3IwWGZRTXdmTWVWRkNDS1NscGVIUm8wZVFaUm1wcWFtd3RMUjg3aHNiL2ZyMVExUlVWTFpsR1JrWlNFbEpRWnMyYlhKc1AyblNKRFJ1M0JqNzkrOUg0OGFOc1hmdjNteDM5V2xwYVpBa0NVT0dEREV0bXpGakJzcVhMNS9qV0M5S2x1WEhBK2JBYURUY05zcUNBK1lRRlNLekRQcXpaODlpOGVMRmlJNk9SbGhZR0NJakk3Rm8wU0lNR3pZTS9mcjFNNFg2K1BIalVhZE9uVHpmQ1RZWURGaTRjQ0dhTkdtU2JmbUtGU3Z5ZkVac0pnem56NTkvb0hRUno5T3ZYejg4ZlBnUUF3Y09oQ1JKNk5DaGcra1Z0YUoyT3l6NFdOV3FQbnBoYlZnMS82dXZPNTg4ZFRiWElYQmYxSU1IRHpCOCtIQ2twS1FnSVNFQkF3WU13SUFCQTB5VHhlVGw4U3gzVHpwMjdCaldybDJMRlN0VzVMcVAwV2pFOXUzYjBhOWZQOVNwVXlmUDFxbkgvUjhlUHpZcEROSDM3MlAwaEtrNGRlWlBDRmxzbDlQa0FiYzVCQzVSb1RMTG9HL1lzQ0VhTm15SWNlUEdvWFhyMW1qZXZMbHBPczFEaHc3Qng4Y0hCdzhleE1PSEQ5RytmWHNZREFiVEswdS8vLzQ3RGg0OGlOZGZmeDJqUjQvRytmUG5FUm9haXJwMTZ3SUFVbEpTY09iTUdXemN1RkhocXlTTlJvUHg0OGRqL1BqeGlwdy9hMHoyZDdRZXZrTlBuRDZ6b0YzbmJqa210WGxSNWN1WHg4YU5HN0Y4K1hLRWhvWml3WUlGU0V0THkzVUV2Y2RzYlcxZnFGVmh4NDRkdUhYckZpUkpRc1dLRmJGcDB5YlVybDBiOWVyVk0yMGpoRURuenAweGUvYnNYQ2ZWZVJGSC9qaUdzWk9tNFdGY1hEcUVHQjF4TlRqL1EyQVNVYjZaWmRBLzdlREJnOW51WnQ1Nzd6M1RmL2ZwMHdjQXNISGpSbmg0ZU9EcnI3L0dkOTk5aDc1OSs4TEh4d2NiTm16QVR6LzlaT3JKYldOamc4MmJOK2U0cTNteW1Ua2tKQVQzNzk4M1RZNFRFUkh4ekFGNTZOVVdjVFg0MnlvNm4rTVA0K00zRGh3Nkl0czB0Uy9yanovK2dJT0RBNEtEZy9Ibm4zL2k0TUdEUUZiSHc5VFVWRGc1T1ptMlhiSmtDY3FYTDIrYXdmR3hodzhmSWpJeUVpTkhqc3gyN0Y2OWVzSFgxeGZMbGkyRFZxczFMWGQwZE1TdnYvNmFMZWpEd3NJUUd4dGJLUDBmTWpJeUhrOVRDd0VSWW9EY0kvSXFwNmtsS2lwbUdmU3lMQ01zTEF4UlVWRll2bnc1V3JSb2dTMWJ0Z0JaenhmcjFLbVRheFBva1NOSFRNUFlSa1pHd3NYRkJiYTJ0cmgvLzc3cG1XUllXRmkyZld4c2JISU11Um9SRVlGcTFhcVpKcVZ4ZEhSODdtQW85R3FMREwxMHFVcVZLbStvYlJ3WHIvbHh3NkN6NXk1ZzhmdzVxT2FxemNmZXVidDI3UnFFRUVoS1NzSW5uM3lDOGVQSFkrREFnUUNBL2Z2MzQ4eVpNNWcyYlZxTy9UNzQ0SU5zblVkalltSnlmYWJ1NU9TRXlNaEkrUGo0WkZ2Zm9rVUxyRml4SXR0QVU2ZFBuMGI5K3ZWZmVreUt2MjlFWU1UWWlRaTVjaFd5TEg4dlBVb2NIaGtSa2Y1U0J5V2laekxMb0YrM2JoMzI3OStQcEtRazlPN2RHOWJXMXVqUzVaLzNubS9ldklsejU4N2h1Ky8rZitwclcxdGJyRm16QnZmdjN6ZE5BZnJycjcraWZQbnlPSEhpQkhiczJJRTMzbmdEbVptWmlJcUt3bi8rOHgrTUhqMGFiZHEwZ1VxbFF2UG16Yk9OVm5ibzBDSG9kRHEwYnQwYUFOQzZkV3M4ZXZTbzJMOFBWTHdpSXlQVGdNakJWVDE4OTRlRVhQMys3YTd2MlUyZk5obGRPNytkajcxeldycDBLZHEyYll1TEZ5K2FXb3ptelp1WHJlZjlzV1BIY09YS0ZYend3UWVtWmE2dTJVZnVtemx6SmdZTkdvUUdEUnJrT0VmWnNtVXhiZHEwYkJOSHZmNzY2NmhTcFFyT25qMkxoZzMvZVF4eDRzUUp2UHZ1dXk5MEhZLzl2RzBuUHAweEcybHA2UWxHSVErNmRUWDQ1NWM2SUJIbGkxbStSOSt6WjAvODlOTlBjSGQzaDRPREF6cDA2SUFOR3paQWxtV3NXYk1HTzNic3dOcTFhNUdVbElUVnExZm4yb0ZwOE9EQjJMMTdOMjdmdm8yMzNuckw5RzUybzBhTk1HUEdER3phdEFrWkdSbjQrZWVmOGNrbm56eXpudFRVVk5TclY0OWhudzlTSVZMcUdtNWREZjRaMGlOOWFscmF5WEdUcCtIamNaT1FuSkpTb0dQY3YzOGY5KzdkTTAzTlhLMWFOWlFwVXdiNzkrL1BOazJ0VnF2Rmp6LythSHAyTDhzeXBrNmRpdlQwZEN4WXNBQ3lMR1BZc0dHWVAzKythU3Jjakl3TURCbzBDRWxaNHdEa050dGYvZnIxOGNjZmZ3Qlpqd211WExtUzZ3ZUYvRWhPU2NISDR5WmgvSlJQa1pxV2RoTFNJejFEbnFqNG1HWFE1elpVNklrVEo1Q1FrSURidDIvRFlERGcyMisvUllzV0xaN1pnN2hyMTY2WU8zY3VJaUlpNE9MaVlscGVwMDRkeko0OU84Y2M0a1NQM2JoeTVXWkVhRkFqQ0h5K1kvYytZNGN1UFJBVWZEbmYrMWVvVUFILys5Ly9zajN5MmJKbEN6cDA2SkJ0VkVkbloyZlVybDBiNjlhdEE3TEdFZ2dKQ1lHVmxaWHB3MjN0MnJWUnJWbzE3TnExQ3dhREFaYVdsdkQyOXNiaXhZdnpQSC85K3ZVUkhoNE9BRGgrL0RqZWVPT05YRjgxZlo2ZzRNdm8wS1VIZHV6ZVo0VEE1eEdoUVkxdVhMbHlzOEFISXFJWFpwWkJuNXRtelpwaDFhcFZPSExrQ05xMWE0ZWRPM2ZtT1ZxWUVNSTArRXBnWUNCc2JHeXlkWHBDVnZQODR6K3VSSGt3M2dnTm5DS0VhSG56VnVUZC8vVHVqK1dyZm9BczUyL1F3Y2NEQVFGQVFrSUNmdm5sRi9UczJUUEhkcjE3OThiUFAvK010TFEwSERwMENJMGJOODZ4emJScDA5Q3hZMGVjT25VS0V5Wk13QWNmZklDalI0OGlLQ2dvMTNQNytmbVpXcm9PSGp5STVzMmJGK0N5QVZrV1dMN3FCL3luZDMvY3ZCVjVGekMwdUJFYU9BVkE3aU5QRVZHUk1jdG45QWFEQWNnYWtVNmowVUFJZ2V2WHIrUDQ4ZVA0NjYrLzRPSGhnZEtsUzZOYnQyNTQ3NzMzMEwxN2QyUmtaR0R2M3IySWpZMkZ2YjA5SkVsQ2pSbzFNRy9lUEh6MDBVY0FBQXNMQzhUR3hnSlpRNVBXcjE4ZkNRa0pPSHo0TUpvMWEyWTZmMHBLQ2s2ZVBJbGx5NVlwOUIyZ2t1VG0xYUFqbFhVNlh5bXoxQTl6NW4vVi90aUowL2pxaTFsNDdZa0plWjduL3YzNzZOV3JsK2tSMHExYnQweTkrZ01DQXRDbVRSdkV4Y1doVktsU3ByNGhscGFXaUkyTmhaT1RFK3p0N1NHRXdJa1RKMUM1Y21YWTJOaGc0Y0tGcUZhdFdyYno5T25UQjdkdTNjcTJMQ1VsQldmUG5qV05tamRseXBSbnZzOGY4eUFXWXlaT3hmR1Rwd0VoOW1UaTBmdDNRa05qQy9BdEk2SlhpVmJuZDZSSDM0R2lPQjA1Y2tRRUJBU0k5dTNiaTVpWUdERnUzRGpScUZFak1XblNKSEh1M0RuVGR1SGg0V0xNbURGaTNMaHhRcFpsY2ZMa1NSRVhGMmRhMzc5L2YvSDExMStidm82T2poYWRPblVTVFpzMkZkMjdkeGNKQ1FraU16TlRwS1NrUFBQZmd3Y1BSRUJBZ0VoUFR5L1c3NE1RUXZUb08xQm9kWDVIOHZHam9tSlExY04zaEt0T24xNjdRVE54OVBqSjUvNzhRa05EeGFoUm8weGZmLy85OTZKMjdkcWlVYU5HNHN5Wk04L2NkLzc4K2FKQmd3YWlhZE9tb21uVHBxSkJnd2JpblhmZUVaR1JrVG0yblRObmp0aXhZOGNML3BiOXY2UEhUNHBhOVpvS1Y1MCt2YXFIN3dpbHY5OUVWQXlVQ1BxbkpTVWxDYVBSbU9mNnpNek1YSmZmdkhtekNLc3FIZ3o2a3NmRlRlL3ZxdE9IVnZQeUY1L1BXeUF5TWpJSzlET1ZaYm5JZmw5ZVZFWkdodmg4M2dKUnpjdGZ1T3Iwb1M1dWVuK2x2ODlFOUk5L3hUUDZNbVhLUEhQRXNDZGZqWHZTazcyYmlRckx6ZkNnaTQ4U05RR3lMSDVZc1hvdC90T3JQMjdldXAzdi9VdmFtQXczYjkzR2YzcjF4NHJWYXlITDh1cEhpWnFBbStGQkY1V3VpNGorOGE4SWVxS1M1dTdkODZrUm9ZSDloSkI3QmwrNm5OU2hTdy9zM1BPcjBtVVYySTdkZTlHaFN3OEVYN3FjSklUY015STBhTURkdStkVDg3RXJFUlVUQmoyUmdpSkNnemNZREViLzVOU1VzeCtQbTR4eGs2Y2hOUzFONmJLZUt6VXREZU1tVDhPbzhWT1FuSnB5MW1pVS9TSkNnemNvWFJjUjVjU2dKMUxZN2ZETDF5T3VCTldYSVgveDg3YWQ4dHRkMzhOZklWZVVMaXRQZjRWY3dkdGRldURuYlR0bEdmSVhFVmVDNnQrNmR1bHZwZXNpb3R3eDZJbEtCc1BOSzhIalphUGMrc2FOaVB0ZDNuc2ZxOWV1Z3hENWUrZStPQWdoc0hydE9uUjU3MzNjdUhrelNqWWEyOXk4RWp3ZWdFSHAyb2dvYnd4Nm9oTGsxclZMaC9ESTZKdVJrWEZneHB6NUdEaGtCQjdHS1Q4OSs4TzRPQXdjTWdJejVzeEhSa2JHZ2JSTWxlK3RhNWNQS2wwWEVUMGZnNTZvaExseDQzSjBSR2hRRzFuSTQzNC9kanl6WGVmdU9IWG1UOFhxT1huNkxOcDE3b2JmangzUGxJVVlHeEVhMUNZcS9HS01ZZ1VSVVlFdzZJbEtKbkV6TkhpK3daaFpQem9tNW5ydkFmL0ZGd3VYbUVaOUxBNEdnd0ZmTEZ5Q1BnT0hJRHJtd1hXRE1iUCt6ZENnTHdHVW5PY0pSUFJjREhxaUV1eDIyRjkvcGtnWmZrWlpYdmZ0aWxYbzBYY2dJdS9jTGZMelJ0NjVpeDU5QitMYkZhdGdsT1YxS1ZLRzMrMnd2NVJyVmlDaUY4YWdKeXJoWWtKQ2ttK0dCdlVXUXU1M1BqQW9wZjA3M2JGM2Y5RTlIdCs3L3lEYXY5TWQ1d09EVW94RytmMmJvVUc5WTBKQ2tvdnNoRVJVcElwOGlDMnR6dStJclcyWkpsNDZqNkkrRmVVaUpQUXFFaE9UZjQ4SURXeXFkQzMwOGlycjlPNFdFalpJa0FLNmQzMEhuMDRabjIzYTJwZVJscGFPeno2Zmk4Mi9iSWVBdUpBcDhONmQwS0N3UWprNEVTbW15SVBlUmFjZkxVRjZ1NmpQUTg4Z2laMFJWNElXS2wwR0ZSSXZMMHV0ME15RGtFYlVjS3N1TFo0L0J6cVBHaTkxeU5DcjF6Qml6QVJjdS82M2dDUVdSMGlHOFFnSnlTaTBtb21JaUtoZ1hOeDkycnJxL0dJODlHK0tIOWR2ZXFISmJtUlpGbXZYYnhJZStqZUZxODR2eHNYZHA2M1MxMFZFUkVSWm5EMDhLbWwxK3Q5Y1BmM0U0R0VmaTdqNCtIeUhmRng4dkJnODdHUGg2dWtuWEQzOURycDRlcjZ1OVBVUUVSRlJUaXF0em5lU3E2ZGZacjJtcmNXWlA4OC9OK1JQbnowbjZqWnBMVnc5L1RLMU90OUp4ZkVZajRpSWlGNkNpODZucmxhbnYxSGRPMEFzK21hWk1CaU1PUUxlWURDSUJZdS9FZFc5QTRSV3A3L2hvdk9wcTNUZFJFUkVsRStPYm02MldnLzlabGRQUDlHOXp3Qng5MTZVS2VUdjNyc251dmNaSUZ3OS9ZVFdRNy9aMGMzTlZ1bDZpWWlJNkFXNHVQc08wdXI4VXYzcU5CTDdEeDBXK3c4ZEZuNTFHZ210cDErS2k0ZnZRS1hySTZMaXcrZHlSR2FxcXB2ZVc2MlIxa09DTHdCQUlGakl4dTRSWVpkQ2xhNk5pSW9QZzU3SWpMbTV1WldTTEd6V0FJRElUT2tYSGg3K1NPbWFpS2g0Y1FoY0lqTVdIaDcrcUl5VnFtSVpLMVZGaGp6UnZ4T0Rub2lJeUl3eDZJbUlpTXdZZzU2SWlNaU1NZWlKaUlqTUdJT2VpSWpJakRIb2lZaUl6QmlEbm9pSXlJd3g2SW1JaU13WWc1NklpTWlNTWVpSmlJak1HSU9laUlqSWpESG9pWWlJekJpRG5vaUl5SXd4NkltSWlNd1lnNTZJaU1pTU1laUppSWpNR0lPZWlJaklqREhvaVlpSXpCaURub2lJeUl3eDZJbUlpTXdZZzU2SWlNaU1NZWlKaUlqTUdJT2VpSWpJakdtVUxvQ0lDcDNLeTh1cjlPTXZKRWxTQTRDWGwxZVp4OHRDUWtKU0FjaEtGVWhFeFVkU3VnQWlLbHcrUGo0T0dvM21nU1JKdWJiWUNTRmtnOEZRN3RLbFMzSEZYeDBSRlRjMjNST1ptYXdBUHl5RVFHNy9KRWs2eEpBbit2ZGcwQk9aSVNIRU5rbjZwOEZPa2lROCtkOEF0aXBiSFJFVkp3WTlrUm5LeU1qWUtvVEk4UXhlQ0NFbkppWXk2SW4rUlJqMFJHWW9KQ1FrU3BLa2svZ24zQ0dFZUx6cWFIaDRlSXlpeFJGUnNXTFFFNWtwV1paL2Z0eGtqNnhtZXlIRXo0b1dSVVRGamtGUFpLWmtXZjdseWVaN0lZU2NrWkh4aTdKVkVWRnhZOUFUbWFuZzRPQklTWkxPNHY4NzRaMElDUW1KVXJvdUlpcGVESG9pTXlhRWVMTDVmb3V5MVJDUkVoajBSR2JNYURSdUZWbGtXV1p2ZXlJaUluTVRFQkJ3S1NBZzRJTFNkUkNSTWpqV1BaR1prMlg1UjBtU2pFclhRVVRLWU5NOWtSbHpjM01yRlo4bXU4YWxHcXU3dWJtVlVyb2VJaXArbk5TR3lFeFZkZlAzVW12RUJrandCUUFoRUFUWjJDTWk3RktvMHJVUlVmSGhIVDJSR1hKeDl4Mmswb2h6ZG5hMnZ0OHRXWUR2bGl5QXZaMnRIbXIxZVJjUDM0RksxMGRFUkVRdndOSE56VmJyb2QvczZ1a251dmNaSU83ZXUvZTQwNzI0ZSsrZTZONW5nSEQxOUJOYUQvMW1SemMzVzZYckpTSWlvbnh5MGZuVTFlcjBONnA3QjRoRjMzd25EQWFqZUpyQllCQUxGbjhqcW5zSENLMU9mOE5GNTFOWDZicUppSWpvMlZSYW5lOGtWMCsvekhwTlc0dlRaOC9sQ1Bpbm5UNTdUdFJ0MGxxNGV2cGxhblcrazloZmg0aUlxQVJ5OXZDbzVPcXBQK1RxNlNjR0QvdFl4TVhIUHpma0g0dUxqeGVEaDMwc1hEMzloS3VuMzBFWFQ4L1hsYjRlSWlJaXl1TGk3dFBXVmVjWDQ2Ri9VL3k0ZnBPUVpUbmZJZitZTE10aTdmcE53a1AvcG5EVitjVzR1UHUwVmZxNmlLaHdGWGx6bmF2T2I3QUFlaGIxZVNodkVyRCtSbWpnQ3FYcm9FTGk1V1dwRlpwNUVOS0lHbTdWcE1YejUwTG5VZU9sRGhsNjlScEdqSm1BYTlmL0ZwREU0Z2pKTUI0aElSbUZWak1waG4rRGxhZjAzK0FpRDNxdHp1K0lyVzJaSmw0Nmo2SStGZVVpSlBRcUVoT1RmNDhJRFd5cWRDMzA4aXJyOU80V0VqWklrQUs2ZGUyTS8wMlpBQ3NycTBJNWRscGFPajc3ZkM0Mi83SWRBdUpDcHNCN2QwS0R3Z3JsNEtRWS9nMVcxci9pYjdCVzUzZWtSOStCQlc1U3BNTFJvKzlBb2RYNUhWSDY5NEJlbmxibis3N1dVNS9zVzd1QjJMUHZRSkg5enV6WmQwRDQxbTRndEo3NjVLcnV2bjJWdm01Nk9md2JyS3lTOERlWUErWVFsWERsdmJ6S3VPajBQMG1TYWswdFA3M05ubTJiMEs1MXl5STdYN3ZXTGJGbjJ5YlU4dFBicU5XcUgxeDArcC9LZTNtVktiSVRFbEdSWXRBVGxXRE83dDYxYllSbG9GcWw2alYwOEFCc1hMc1NWU3BYS3ZMelZxbGNDUnZYcnNUUXdRT2dWcWw2bFJHV0Y1M2R2V3NYK1ltSnFOQXg2SWxLSnNsRjV6dFdvN1k0NFZTK2ZQV2ZWaTNEdUZIRG9kRVUzNFNUR28wRzQwWU54NDhydjBPRjh1WGNOR3FMRXk0Ni9SaStjeEdJZXRRQUFDQUFTVVJCVkUvMGFtSFFFNVV3cnE0MW5iUTYvVDZWcFBxaVNjTUdGbnUzYjBMZE9zcmRUTmQ3NjAzczNiNFpUUm8yc0ZCSjBueXRUcit2b3B0L2VjVUtJcUlDWWRBVGxTQlZhL2kwUUNsMXNLV2xaYXRQSm83Rnl1OFd3OUhCUWVteTRPamdnSlhmTGNZbkU4ZkMwdEt5bGJXRkhGeTFSczJpNnloQVJJV0dRVTlVTW1oY1BIM25xZFNxL2E2dTJncGJOL3lBL24xN1FaSktUaXU1SkVubzM3Y1h0bTc0QWE0dUxoVlZhdlUrRjAvZmVRQ0s3M2tDRVJVWWc1NUlZYzV1TmF0clBmVW5WRkNOZS9lZGpxcGR2MnlBdDVlbjBtWGx5ZHZMRTd1MmJrVFh6bStyVkZDTjAzcnFUMVN0NFZOTjZicUlLSGNNZWlJRmFYVys3MmswNm90bFN0dTh1WERlTEh6eCtYU1V0clpXdXF6bkttMXRqZm16WjJEaHZGa29VOXJtVGJWYUZhajE5TzJoZEYxRWxCT0Rua2dCbFNyVktxM1Y2VmRMa21xOXIwL05zcnUzYmtTbkR1MlVMcXZBT25Wb2g5MWJOOExYcDJaWkNhb05XcDErVmFWS3RVb3JYUmNSL1Q4R1BWRXhjM0hUKzVleU5WeFFxVlQ5QnZmdml5M3JWc09scXJQU1piMHdsNnJPMkxKdU5RYjM3d3VWU3RXL2xLM2hnb3ViM2wvcHVvam9ILytxb0JkQ3dHQXdLRjBHL1l0VjlmQWRvZExnVkxseXIzbXNXZjROSm8wYkJRc0xDOVA2ek16TVYvSjMxTUxDQXBQR2pjS2E1ZC9BMGRIUlE2WEJxYW9ldmlPVXJvdEtGdjROVnNZckZmVG56NTlIWkdSa2p1V1hMMS9HaFFzWG5ydi8zTGx6c1h6NThpS3FEcEJsR2VucDZZaVBqMGRVVkJUKy92dHZYTHAwQ1NkUG5zVGV2WHVSa3BMeTNHUE1talVMR3pac0tMSWFTUm1WZGJyWFhIWDYzUlpxMVNJbkI1dFN2KzdZZ29iMTYrYllic0dDQmRpK2ZYdU81ZHUyYmNPeVpjdnlQUDZqUjQrUW5wNWU2SFUvejlQL24yeFl2eTUrM2JFRkFYNCtwVXBwVkl0Y2RmcmRsWFc2MTRxOU1DcVIrRGRZR2EvVWF6RzNidDNDNU1tVDhmWFhYNk5HalgrbTVVeFBUOGVVS1ZQUW9VTUhCQVFFbUxaZHNtUUpqaHpKUG85QWNuSXlFaElTOEgvczNYZFlGRWNmQi9EdjNoMU5tbUlVS3h5S0FpcE5qRVlGZTRsZHNSYzA5b0ppUlFWOXJZa1NWT3dsRnV3RlRiQWJRR0tKTlNqU0ZFRXdnSWlnb2hBRWdlTnU1LzBqZHh1T082ckFBYzduZWZMRW0yMnp4OTc4ZG1lbkJBWUdLdXg3NTg2ZGFOeTRjYW56ZE92V0xTeGZ2aHhpc1JpRUVBZ0VBdkI0Lzk0L05XalFBTnJhMnREUjBZRzJ0amFzckt5Z3JhMk5CUXNXSUMwdFRXNC9hOWV1aFZBb0JDRUVmRDYvMVBtZ3FxNm1wbTM2NktrTHpvc0l2OWJVaWVQeCtLLzdxR3RnZ0xDd01FUkVSR0RFaUJHUVNDVFExdGFXMjI3Mzd0M0l6YzFGbHk1ZHVMU2NuQng0ZTN1alljT0d1SExsQ2pJek15RVdpNkdtcG9hUkkwZmkyTEZqU20rR2xaazBhUkpjWEw3c29WdlpiMUpYUnh0NW56UFEzYUVqYnQ1N05JRGtNZUZDOHpiajQ2T2UzdnFpZzFFcU0yVElrRkpmVjdRTXJqcXFWYUFmTm13WXNyT3pjZUhDQmJpNnVnTFN3ckJGaXhhWU5tMmEzTHFwcWFrWU1XSUVoZzRkaW5mdjN1SFdyVnNZTldvVUFPRGV2WHZRMTlkSG16WnR1UDNtNWVXVktVLzI5dmJ3OC9PRHBxWW0xTlhWd2VQeDRPL3ZqOHVYTDJQWHJsMUt0NWt3WVFKRUl2bXB2dlgwOVBENTgyZXU2dmJ6NTgrQWRCaFNkWFgxTXVXTlVqbStpYm5OT2dJc3ExV3JGbjlVLzM0WU1Xd3dRaDcvQmJGWURBOFBEL1R1M1J1Ly8vNDdYcng0Z1dYTGxpbnNRRmRYRjN2MzdzWEFnUU1CQUNkT25FQmlZaUlJSWJDM3Q4ZjQ4ZVBscm8raFE0ZUNFSUwzNzk5anpKZ3grT09QUDdobEh6OSt4TWlSSTdrMFdXSDRKWXI2VFc3YXRBbmhFYzh3MzlXdFVjS3IxNEVtNWpZL3gwV0ZyZ0lnK2VJRFU1WEsxOWUzMU5jVkxZT3JqbW9SNkNVU2lkeFREUUQ4OXR0dmtFZ2szQi9BM3Q0ZUFEQjE2bFJNbVRJRmt5ZFBSa2hJQ0ZhdlhvM0l5RWdNSHo0Y3o1NDlRM1oyTnJTMXRYSDgrSEc4ZXZVS0F3WU13TXFWSzlHd1ljTXk1VTBnRUtCMjdkcWwycVpkdTNZS2FXdlhyc1h0MjdmeCtmTm4vUEhISHpoNDhDQkVJaEc2ZGV1R0gzLzhzVXg1bzFUSHhNTENtQkQxVTJEUWFjaUE3N0ZnN2l6TWRYYkc0RUVEd2VmejRlZm5CMzE5ZmZ6d3d3KzRlUEZpb2ZzeE5EU0VvYUVoa3BPVFFRakJqUnMzc0dmUEhwdzVjd2E2dXJvS0JaRHNTVVJXMk9ZZkcxOVpXbG1WNWpmcDVPU0VxSmNKL0V0WC9keUY1dGJkR0VZMEx1NzU4NFF2emdSVmFjcHlYZEV5dU9xb0ZvR2V6K2ZqM3IxN2NtbVhMbDNDalJzM3NHM2JOb1gxV1piRmdnVUxZR2hvQ0VkSFIyemN1QkVDZ1FEejU4L0g4T0hEMGFsVEozVHExQWtwS1NuNDdiZmY4T09QUDJMT25Ea1lNbVJJcWZNV0h4K1BLVk9teUtYbDVlVkJKQktoUjQ4ZWN1bHIxcXhSS0J4bFZxOWVEUUJZdVhJbE9uVG9nRUdEQnNIWDF4Zmg0ZUdsemhPbFdrWm1WaU5BZUFkcmFXbnFyMXZsRHNjaEE1R1FrQUF2THk4a0pDUkFMQmFqVFpzMmFOYXNtVUwxWVVFWkdSbVlPSEVpYnQyNmhROGZQbURObWpYY2s0WXFsZlkzQ1FEMm5UcGk5ZnFObmJLem1UQWpNNnRwcjZMRGY2Mms3RktWakpiQlZVdTFDUFRLc0N4YjZQQ2dQQjRQSjArZXhBOC8vSUF0VzdaZzY5YXQzTElOR3paZ3c0WU4zT2RQbno1aDhlTEY2Tk9uVDVueTBiUnBVL2o2K3NxbDNiaHhBd0VCQWZEdzhKQkwxOWJXaHErdkw3WnYzdzZ4V0F5UlNJUmF0Zjd0Y3R5cFV5ZHMzTGdSbVptWjBOSDVkK3B2a1VoVXFiT1ZVVittU1pNbVdueHRneDA4SG05YUt3c3o3TmpzZ1dZbVF1VG01bkxYUWtaR0JsSlNVcmpQM2J0M0w3SmFNRFkyRnMrZVBjUDkrL2RSdjM1OVpHWm1RaWdVQXRJcThnTUhEaUFqSXdNR0JnYXdzTERBdW5YckFPbTdmQUJ5TndYSzBtVFhYM2tvNmpjSkFDT0dEVVpiR3l1NExGbXVIL2s4K3B5eHVkVUJKaWZESlQ0K3Z2SmJFVklsSml1clVNcnJpcGJCVlVlMU9JTTVjK1lnTEN4TUxrMGlrVUFpa2FCejU4NEs2Ky9hdFF1MnR2OTI0ejErL0RnTURRMXg2ZElsYUdob29HZlBudHg2ZkQ0Zm5wNmVFQWdFMENyamFHUjhQbCtoMmtoYlc3dlE2aVJIUjBjNE9qckMyOXNiNzkrL1YzZ3ZtNXFhQ2dNREEwQjZrZVh2ZWxWVEVFSklaUjZQcVlRQjQ1dVlXMW9LR1A0WkJtajFnOU5ZTEYrOGdBdmdHaG9hMkxkdkh3RGcrdlhydUhMbENyWnYzODV0ZS83OCtVTDMyN1p0VzFoYVd1TCsvZnVvVTZjT25KeWMwS3BWSyt6ZXZSdk96czZ3dExURTFxMWJzVy9mUHZqNitxSjM3Ly9tbWNuSnlaSDdyQ3p0NnRXcnBhNzJ4QmY4SnB1WkNPRjcraGc4Tm0vRGtST25weE10L1U1TnpDM0h2bzZLaUNoMUpzcEpUYndleTlPbFM1ZXdaY3NXN25OcHJ5dGFCcXRldFFqMGUvYnNVVWdiTzNZczR1UGpjZVRJRWE2MWIySDgvZjF4NnRRcEdCb2E0dHExYXdDQVI0OGVLZHp0bFpaRUlrRmtaS1JDZW1KaUlqSXpNeEdocE94cTFLZ1I2dGF0QzM5L2Y2eFpzd1pQbmp4Qml4WXRvS3VyQzBJSTNyeDVnL3IxNndQU0xsTTE0U0tyNllSbVZyTUJ4c3VnZG0zTnpSdlhvWHRYQjdubGlZbUpYT3ZqOFBCd3ZILy9Ic2VPSFFNQWZQUE5OMFh1bXhDQ0xWdTJ3TkhSRWNuSnlYQjNkNGV6c3pQeTh2SVVhZ0prQlpqc21GT21UTUgxNjllNTVhbXBxUmcrZkRodTM3Nzl4ZWY4SmI5SmRYVjFySEpmQ29mT0hiSEViVlhyajJscFFVSXo2NFh4MFdIN3ZqaGpWTGtyait1S2xzR3FWUzBDZlVIKy92N0l6czZHcTZzcjFxNWRpd01IRGhSNk4zanIxaTFFUlVWaDVzeVpDQW9LUXQrK2ZlSHI2NHZwMDZlalM1Y3VlUERnUVpuemtadWJpODJiTnl1a3A2ZW5JejA5WGVreUp5Y25OR2pRQUdwcWFyQ3dzTURhdFd0aGJtNk8wYU5ISXpvNkdscGFXbHlqRkpGSUJBME5qVExuajZwWVJrYVdkWGhhUEcrR3h3enQxS0U5dHZ6OEl3enJLMDdUempBTVYvMFhHeHNMUzB0TDduTnhMZDk5Zkh6UXZuMTdHQmtaUVZOVEUvUG56MGRLU2dyUzA5T2hxNnRiNkhhcHFhbW9XN2Z5dXErWDVqY3AwNzJyQTY1ZDhNSENwU3MwSHdZOTNpczBzKzdMWnJOVFhyMktLTHJoQXFVeVpibXVhQm1zZXRVdTBBY0ZCV0hEaGczWXZIa3oyclZyaDN2MzdtSGV2SG5ZdkhtejBtcWFybDI3d3RIUkVhR2hvWWlMaTRPbnB5Znk4dkxRdlh0M3NDeXI5QmkzYnQyQ3Fha3BtalJwVW1SZWF0V3FoYU5Ianlxa0Y5ZTF3ODNORFdQSGpnV2svVk05UER3d2V2Um8zTHg1RXgwNy9qZUlTbTV1YnBtcVZjdUp3TmJXdGs1SVNNajdpanhJU2tvSzR1UGo4ZDEzMzhtbC8vUFBQL2p6eno4eFlNQ0FVblVEaTQyTnhkS2xTeFhlMlpXM3BpMnRIUGg4NWlTZkwyaTZjTjVzekpvMnVkQjhObW5TQk9QR2pVTldWaFpYNWQ2Z1FRTnVlVkJRVUtIdnRqdDA2QUJuWjJkY3Zud1pBTkN3WVVNMGJOZ1FHelpzZ0pPVFU2R2pqSVdFaEJSYjAxVlFTYS83Z2tyN204elBzSDU5blBEK0JYc1BITWEyWFh1SFNuaGl1Nll0cmNZbnZnaS9VNnBNVkdHdXJxN28xYXNYK3ZidFd5NzdNelUxMVlpTmpjMHRsNTJWVWxtdUsxb0dxMTYxQ2ZSWldWazRlUEFnZkgxOXNXYk5Hbno3N2JjQWdJMGJOMkxGaWhWd2RIVEUzTGx6MGI5L2YyaHFhbkxicGFlbjQ2ZWZmb0tscFNWY1hWM1J2SGx6cEtTa3dNZkhoM3VQbngvTHNsaTFhaFZPblRwVkllZHg5KzVkQkFZRzRwdHZ2c0hEaHcveDRjTUh4TVRFNFA3OSsvRHg4Y0dCQXdlNGRVVWlrZHk1VkRTaFVLaFp1M2J0dmd6RERBTXdDTUFHQUZ0S3NHbVpwYVdsWWNXS0ZYQjFkY1gzMzMvUHBYdDZlaUl0TFEzOSsvODMwVXRvYUNnT0h6N01mVzdZc0NHV0wxOWVrZGxUaGljMHQxNE5NQ3NhTjJySTM3WnBBK3hzYlVxMDRjbVRKMkZuWnljWDVBR2dmZnYyaFc1alltSUNnVUNBSGoxNmNQMk1YNzU4aVE4ZlBzREV4QVF4TVRFSzI2U2twT0RreVpQWXVIRmppVStxTE5kOVdYK1RCZkY0UERqUG5JcnYydHRoZ2F0NzA5ZEp5VGROekt6WHhrV0gvUVJBZVNRb1oyL2Z2cFc3MW9xemMrZE9kT3JVQ1I0ZUhraE9UdWJTSjArZURCdWJrbDBQWmFXbnA1Zlp0bTFiZjBLSUx5SEVOelEwTkwxQ0R5aFZsdXNLdEF5dUVxcEZvTit6Wnc5OGZIeGdhV21Ka3lkUHl0M2xxYXVyWTlPbVRiaHc0UUwyN3QyTDdkdTN3OXZiRzgyYk53Y0FMRnk0RUR3ZUQzLy8vYmRDZitXQWdBQmtaR1RBd3VLL3ViOWpZbUxRcUZHalVqL1Y1T1RrNE5PblQ5RFMwc0xUcDA4THJlNHhNelBEaUJFalVLOWVQVmhhV3FKZXZYcm8wNmNQZHV6WWdVNmRPcUZGaXhaSVRVMkZscFlXbmo5L0Rqczd1MUorVzZYVHJGa3pmVDA5dlFIUzRQNDl3ekE2c21XVjBVakp3c0lDWGw1ZTJMbHpKM3IxNmdXQlFJRGJ0MjhqSWlJQ3g0OGZseHVoS2pVMUZaOCtmY0xreVpPUm5KeU1jK2ZPVlhUMjVEUTJ0V3FpSnNBSmhtRzY5dXZUQ3h2WHI0SmVFZFhuK1VWRVJPRFlzV1B3OXZaV1dDWVdpOEd5TEhnOEh1TGk0dEM2ZFdzQVFPM2F0WEhvMENFY09uU0lXN2RaczJZUWk4V0YxblE4ZWZJRUsxZXVSUC8rL1l1OGdTaW90TmY5bC93bUMyTm5hNE9yNTMzZzlyOTEvTjhEQXRjSnphMTY1b2t4SVNrMnZHUkRzbjBCUTBORC9QWFhYd0FBUHo4Ly9QSEhIOWkwYVJPMy9QcjE2d2dJQ09EU1pOZGxjSEF3Um80Y2lZWU5HK0x3NGNOSVRVMnQ2S3lDRU1KbkdHWUF3ekFEQUJ4czI3YnRMUUMrRE1QOEZod2NuRnlDWFpSYVdhOHIwREs0U3FnV2dkN1cxaGJkdW5WRHExYXRDbDFuNk5DaDZOKy9QNTQ5ZXlaWG9CdzVjZ1NHaG9hRmJ2Znp6ei9MZlE0TEMwUDM3dDFMbmNlM2I5OXlEVlpxMWFyRmRYTXFxRjY5ZWdxdFBKT1RrNUdUa3dNM056ZEFPb1JrU2tvS3pNek1sTFpnL2xKV1ZsYjFlVHplRUdsdzc4a3dqTG9zcHN2K0w2MUtydERXd1FWYmJuZnQyaFU1T1RuY0hiVHNDY3ZXMXBhcmdxdGJ0eTRjSEJ3UUd4dUxjK2ZPWWY3OCtRZ05EZVgyd2JJc3NyT3owYlZyVi9UbzBZUHJHL3VsVE15c0JoTWVjMWhMVTlOZ3RmdFNqQjdoV09KdENTRll2MzQ5Rml4WWdKWXRXeW9zajRtSndZUUpFNEIvYTFXNHFzUHg0OGRqL1BqeGN1dStmZnNXTTJiTXdKbzFheFQyOC9IalJ5eGJ0Z3hUcGt6aHFpVkxxclRYL1pmOEpvdWlwNnVMM2RzMjRjdzVYNnpkNE5rVnVUbGhKbVpXaytPaXd5K1ZPSE5sbEwvZFJQNTJGWVdseWJSdDJ4YW1wcWE0ZE9rU1FrTkRzWDc5ZXJubE9UazV1SC8vUGpaczJJRGp4NCtYUzE3ejNZTXpoSkR1QUxvRDJHbHJheHNrQy9wUG5qeUpMWTlqZmNsMUJWb0dWd2tWM3MxRGFHNXo4N3YyZHQxT0h6MVkwWWRTa0plWFY2a3RKbG1XTGRNNHlXS3hHS21wcVhKVnVvU1FJdnNrbDlUWVNkUHdNQ2o0bHA0Nk81ckg0NDNnOFhoakFYUUV3TS8vd0o3L1dQbU9mUlBBSStsMXdoQkNHTmsxSSswaVZPSjA2U0lHQUJNY0hEeGRXVjZUa3BJd2V2Um8zTDE3VittNUJBWUd3dC9mSDVzMmJVSnNiQ3pjM053VW51cVZ2YU52MjdidDVYejVRcjU4TWNXa0F3QWprckRJRXFHN1dVdFQ3TnppQ2RQbUpxWCtPK1R2bTFzWTJWTjljZkxmREJVa0VvbXEvWENkTWk5aVhtSys2M0pFdjRpQnJqcnp0NERQU3dCQXBKVk5zb3VYTUF4RGlrbVgxVTZSZk9teVpQTGt5Uk81dTdacjE2NGhNREFRWGw1ZVhKcS92ei84L2YzbDBnQmc1TWlSMkxoeEkweE5UZUhxNm9xK2ZmdWlWNjllY3VzVWZFZHZaMmUzcDZ6bndiSXNZUmpHdFdBdnZZS1Zid3pEZ0JEeURJQnZlamI1dmtON3UyKy9wQXd1NjNWRnkrRC95dUQ0cU5EUzM3MlVrMnJ4UkY5V2xkMHRvcXhqaHdzRUFvWDN0dVhkMVpiUDV4TkNTQjRoaEErZ3lGK0I3TmlFRUh1R1liN0xWL0RJRlRyNTA1VVZvRVdrSzBVSUtmWTcvT2VmZnhBU0VvSTNiOTRBMHFCMzZkSWxiZ3p0UXM2bmNZRThJZis1RkpNTzJYdGlOWUZhdnRWS3A3Z2dqMUpjUDBXOU02d3BRUjRBR0ViMm5mLzdVVnBsTGJzUjQyN01DQ0ZNWWVtUTNiVkpseE5DR09tZmxjbVhqdHpjWEVnay93N0JMeEtKd0xLczNBQXdCZE40UEI3M2Q0aU9qc2FuVDUvd3p6Ly9BTkpxYmpVMU5WaGFXaW85TDBMSXlKS2NSNzc4Y3ZuazhYamNlY2wvVjB6QjJqZ0FhRXdJMFN5UEI3cXlYbGUwREs0YWFuU2dwLzRqYlQxL0FNQUJHeHViMmp3ZWJ5Q0E0UUQ2QXRCUzlrUUF3TzNKa3ljVjBSaVBIRGh3QUVlT0hGRllrSk9UbzdTcWJPclVxVEF5TWtKQ1FnS09Iejh1TitIRWlSTW5VSzlldlVLcis1NDhlZkxGTDlsTXpLd0dSMFJHSGg0OGNseXBxKzdMRXlFRUVvbWtSb3pXVlJScDFUMXljbk0rTWl5WkhCNFdWcEZWOStUSEgzL0VqUnMzZ0h3RC8rUWZBS1pnV3JObXpiaHErTXVYTDZOV3JWcElTUGgzK1A3RXhFVDQrUGpnNU1tVFNvTkZTRWhJL1MvSnJLMnRMU3U5Q1pCTGx3YjdjSlpsZlhrODN2bVFrSkJ3U0d0VnYrUjRWUFZYcmVhakwyL0J3Y0ZjOTQ2MWE5Y3FiU2lWWDI1dUxvNGVQYXBRVGVibjU0Zm56NTlYYUY3TFUyaG9hUHFUSjA5T1BIbnlaRmhPVGs1OWxtVkhBVGpOTU15bkFnVlRoVFhHbXo1OU91N2R1eWYzMzdCaHc4RG44ekYvL255RlpiS3hySzJzck9EbDVZVWxTNVlBMGtBL1pjb1U3Tm16UitIdlVwN2lvc012NWVVUjYrenM3TnR1cTliRGVZRXJNajU5cXJEakZhWTg1dlAyOGZIQlR6LzlKSmQyNXN3WmhJU0VmR0h1dmx6R3AwOXdYdUFLOTlYcmtaT1RmVHN2ajFoWHh2djU5ZXZYYzlmYXNtWEwwS3RYTDducmIrM2F0WEJ3Y09BKzUzL1h2bVRKRW5oNWVjSEt5Z29BTUdEQUFHUmtaTWdOS2xNUkdJYVIvWGVYWVpoRkxNdWFoSVNFV0llR2hxNTk4dVJKdFJpZy9Xc3RneXRielg0c0tNTFRwMCt4YU5FaS9QSEhIK0R4ZUdCWnR0aW5KQTBORGZ6NTU1OHdNRERBb0VHRHVQUVRKMDVnNWNxVmxaRHI4aGNaR1prSjRCeUFjNmFtcGhwNmVucDlDQ0hER0lZWlhCbHRPR1JldjM2Tnk1Y3ZZOHVXTFZpelpnMDZkT2dBWTJQakVtM2J2MzkvQkFjSEl5TWpvMEx6S0czOTNVTm9icjM2bW4vZ2l2Q256MHJWdmE2MHlqS2Y5NE1IRDNEbnpuOWQwQjBjSERCaXhJaGlqeVVRQ09EczdJeE5temJoOE9IRFNndE5zVmdNUjBkSHBkUHBsb2Zna0ZBc2NIWEg2NlJrQ2NPUXRmRlI0WlhXdlM2Ly9FT2dsb1ZBSU1DTUdUTUtIZVBnU3pFTUl5R0VCTEFzZXo0bkorZDhWRlRVaHdvNVVBV2paWERsK1dvRC9jV0xGL0hkZDk4aE16TVRrRllaaTBRaXBLZkxkMG5WMWRWRmVIZzQ3dCsvRHdDb1g3OCtuang1Z2xldlhrRkxTd3VEQmczQzY5ZXZvYUdoZ2ZqNGVFRGE5YVpwMDZZcU9Lc3ZJeDJFNDdMMFA0R2RuVjJsakJTUmtwSUNaMmRuT0RrNXdjSEJBVk9uVHNXTUdUT3djK2RPaFZicWhCRGs1dWJLelYydHJxN090WFIrLzc1Q3gvY0JBRFkrS214MTA1WldnVWx2M3B3Y00zRmFzUVBtbEZWWjV2TisrZklsREEwTjRlRGdnRHQzN3VEbHk1Y2xPdGFJRVNNUUh4OFBrVWlFZ3dlVk45cnk4ZkhocnZIeXhMS3NiTUFjU0NUaVJBbExWRHBnVGtoSVNLa0d0OG5MeTBOdWJxN2NVK2Jnd1lNcktIZkF4NDhmZFd2Q1JFQzBESzQ4WDJXZ2YvWHFGYTVldlFvOVBUMk1HVE1Ha000cTl2RGhRL3o2cS96TW1mdjI3VVB0MnJWaGFtb0trVWdFVTFOVFNDUVM4UGw4cUt1cjQvejU4OURSMGVHbTVyeDc5eTc2OWV0WDdlY3ZCaUFPRGc2dTBFN0JFb2tFVjY5ZWhaZVhGMGFPSElscDA2WUJBTWFORzRlOHZEeE1talFKWThhTXdZUUpFN2hoTisvZXZZdUJBd2RDSXBGVTZoQ3ZCU1crQ0w5alpHUnBUYlRFM3B1MzdScDYvMEZRb1VQZ2xsVlo1L051M3J3NUhCd2M4T2JORzhUSHg2TnIxNjV5KzgzTHk0TkVJa0ZBUUFBV0wxNk0yTmhZQ0lWQ0xGbXlCS21wcVlpT2pwWmJ2MjdkdXNXT3lWOVdiOSs5dzZKbEsvSGdyMGNnTExuQVpyTlRFbFU0Qk83ZHUzZng3Tm16VW8zQjd1enNERDZmajArZlBza04rbFJSYWtLUXAyVnc1Zm9xQS8yR0RSc3dkdXhZekpzM2owdGJ2SGd4dW5idFd1U2QrS0pGaStEajQ0TWpSNDZBWlZtTUdqVUthOWV1eGJmZmZvdE5temJodzRjUEdERmlCTDNBU3VENjlldllzV01ITjdpS2JGUTFtVW1USnNIYTJocWVucDQ0ZWZJa1ZxNWN5VlhYclZpeEFrbEpTZHdJVm1LeEdObloyZERSMFVGa1pHU1paOEVxTGVtWTdNT0VabGF6N3ozOHk2di8wRkZLSjdVcGk3TE81NjFNd2NsR2ZIeDhFQnNiaXhVclZnRFM5LzZ5R3BMZmZ2c05BUUVCM0UzRDI3ZHY0ZURnQUJjWGx5OCtwNEp1M3I2REpXNnI4REV0TFFlRUxJcVBEdDliN2djcElVSUlmSDE5NGVYbGhYWHIxa0ZQVDY5RTI5V3RXeGViTm0yQ1VDakV2bjM3VUtkT0hVQTY5YXFtcGlieTh2S1FrSkJRYWRka2RVSEw0TXIxMVFWNlFnZ0dEeDZzVURXWG5aMWQ2RWhLSXBFSUsxYXNnTE96TTlUVjFURmh3Z1JNbVRJRmYvLzlON3AyN2NyTm5wU1FrQUFqSTZOS09ZL3Fya1dMRmxpd1lBRjY5T2hSYURjV0d4c2JuRHAxQ284ZlA0YU5qUTBFQWdIczdlMEJBSTBiTitZR2pjbk16RVNmUG4wZ2tVaWdxYW5KTmRTckxQSFI0WHVibUZ2ZS9aaWVmbWJxYkJlRmFXckxnc2ZqbFdrKzc2aW9LTHgrL1JvaElTRjQvZnJmQWVYZXZIbURwMCtmbG5pKzcxR2pSbUgwNk5HQWRBcmR4TVRFTXArSE1pS1JTRFpOTFFoSXBCanNtTmZScXB1bUZnRHUzNytQUTRjT1lkdTJiUW8zblVXUlRUOE1BTE5temVMK3ZYLy9mbTRJVjNOejh4b3h1bHA1b1dWdzVmdnFBdjJWSzFld2RldFdoVm1OWkZNYUZoeWxxVUdEQnVqZXZUdXNyYTI1b1IvVDA5UGg2T2lJbGkxYnd0cmFtbXRsR3hrWnliMHpwWW9tRkFvaEZBcEx0RzY3ZHUyS1hGNjdkbTBFQlFVcDYwZGNhVjVIUlVRMGFkS2tIVi9iWU1lUjQ2ZW5CVDErZ2gyYlBkRE1wR1RucUl5MnRqWlFodm04SHoxNmhLU2tKTHg1OHdhMnRyWVFpOFZZdjM0OWJHMXRVYTllOGE4V2R1M2F4YjJuejgzTkxWRmp2cEw2T3k0ZUxrdVdJL0o1TkZpV1Bjamtac3g3WFFXcW9qdDM3b3dMRnk0VWVuUFd0Mi9mVXIyM1g3eDRNUll2WGx6aVFaQytKclFNcm54ZlhhRHYxNitmWEVFSjZSQ2tNMmJNZ0oyZG5keVRFdklOd0JBWEY0Y0pFeVpnMTY1ZE9ITGtDT3JXcmNzMWpMS3lzb0tmbngrdVhMbUN1WFBuVnVMWlVQbXBlb0NMMTY5Zlp3T3ZweHVaV2ZsSFJrWWZIRFI4clA2NlZlNFlQblJRQ2JZdVdtbm04eDQyYkJoR2p4N05OWjR6TWpKQ3QyN2RjUERnUVc2SXo2TE1uVHUzUXA3b2Z6MS9DYXZYYjBSMmRzNC9Fc0pPZXhVZC9tc0pOcXMwRlRIWUVBM3lpbWdaWFBtK3VxdFFJQkNnVnExYTNIOGFHaHJZdjM4L1hGeGNrSnFhaW9pSUNMbmxtcHFhME5UVWhJV0ZCUllzV0lDWk0yZmkzcjE3bURScEVyZFBSMGRISER4NEVHbHBhUXJUclZLS21FcFcyZWYzS2pyOFZ6QzUxcCt6cysrN3VxL0NBbGMzWkdabGxYbC90Mjdkd3NPSER6Rno1a3cwYXRRSWt5ZFBocjYrUGplZmQwazRPVG1wYkJhdXpLd3NMSEIxdzlJVnEvRTVPL3MrbUZ6cnFoVGthL3IxV05YUU1yanlmWFdCUGorUlNJUTFhOVpBSkJKaDFLaFJXTEZpQlZhdVhJbUhEeDhxWGI5OSsvYlEwTkFBeTdKSVMvdXZZWENyVnEyUWxaV0ZybDI3MXZnUnk2aVNpWHYrUENFK0txd0xDRFpjdk9JbkdlZzRCbUhoVDh1MHI2NWR1OExkM1IwNk9qcmNmTjdQbnorSFVDaFVPcCszUkNLUkc5SVZBRnEyYkltRkN4ZVc2SGk3ZHUxQzc5NjkwYnQzYit6WnM0ZDdoVkFXWWVGUE1kQnhEQzVlOFpPQVlFTjhWRmlYdU9mUEU4cThRNnBHb1dWdzVmaHFBLzNqeDQ4eGR1eFlmUGp3QVZ1M2JvV2FtaG9zTEN6ZzRlR0JsU3RYWXRXcVZkeVFscEQyOFZ5NGNDSHM3ZTNoNU9TRVdiTm1JU1VsQmJtNXVWaTRjQ0VzTFMzeCsrKy9WL2hvV0ZTMUlvbUxDbDFCQ09tZDhPcjFtNUVUSm1PLzkxR3diT2xHOEV0UFQ4ZWlSWXNRRWhJQ1YxZFhuRHAxQ2p0MzdrUjRlTGpTUVlMMjd0MkxnUU1IWXUvZTBqZGkxOVhWeGJKbHkzRDkrblh1djZsVHA1WjZQeXhMc04vN0tFWk9tSXlFVjYvZkFPSmVjVkdoS3dCSVNyQTU5UldnWlhEbCtlcHVmY0xEdytIaDRZR1VsQlRNbURFRG8wZVBsbnUzYTJkbmgzUG56bUg3OXUwWU5Xb1VPbmZ1akprelo4TGQzUjAyTmpaWXZIZ3hHSWFCdHJZMk1qSXlzR1RKRXRTdVhSdGJ0MjVGVUZBUVhGMWRFUmtaQ1dkblozcG5TUUVBRXFMRGJqWTJON2RpOGpTT2VtemVOdURPdllmWXR1a24xQzNoNkd1bG1jOWJWMWNYcnE2dUdEeDRNRzdldkluazVIK25KOC9Pemdhazc2R2pvNk1MbldSbjNMaHhjcDlsbzdzeERJTVhMMTVBVjFlMzJQeStULzJBeGN0WDR1Nzlod0FoVi9PUU95bXBtbzdlUnBVL1dnYlhRRUp6bTV0akprNGxWVVZXVmhZNWZmbzB5Y3JLS25iZGQrL2VrWmN2WDVLTEZ5K1NYMy85VldINWxpMWJ5Sll0VzBoZVhoNlg5dlRwVTdKcTFTckNzbXk1NTcwc3hreWNTdWlrRmxXSGtabVZpNG01ZGM2MzlqM0luM2Z2Ri92M0d6RmlCRWxKU1NseUhROFBEM0x4NHNVaTE3bHg0d2F4czdNamJkdTJKWDM2OUNHUmtaRnkyNTg1YzBicGRrRkJRYVJ0Mjdha1hidDJwSC8vL25MYktmUG4zZnZFcmxOM1ltSnVuV05rWmxYK25lK3BVcU5sc0dwOUZXVndWYnZJdmpaZjFHSUNXd0FBSUFCSlJFRlV4VVZXelJpYld0dWFtRnRITld0bFN6WjRlaEdSU0ZUbzM2K29aV1Voa1VncVpEdVJTRVEyZUhxUlpxMXNpWW01ZFpTeHFiV3RxcjluNmwrMERGYXRxbEFHZjdYdjZDbEtWUkppdzBKeU13UnRXWlljUFhENEdFYU9uNHlFVjhxN3NKWDNmTjVsN2U1VjFIWUpyeEl4Y3Z4a0hEaDhEQ3pMSHM3TkVMUk5pQTFUL1ZSNEZFVUJOTkJUbEdxOGVSUDhPVDRxOUFkQzJISGhFVTgvRFhRY2cwdFhmMWQxdGtydDRwVnJHT2c0QnVFUlR6OFJ3bzZMandxYjh1Wk44R2RWNTR1aXFQL1FRRTlSS2hRZkZYNWFMSmJZWm43T0Nscmc2ZzVYOTFYNExHMDRWNVY5enM2R3Evc3FMRnk2QXBtZnM0SWtFdFltUGlyOHRLcnpSVkdVSWhyb0tVckZFbU9mdm94L0h0YVpCYnZwMS9PWDJFSER4K0pacE9KODhGWEZzOGpuR09RNEJyK2V2OFN5WURmRlB3L3IvQ29tNG05VjU0dWlLT1Zvb0tlb3FrR2M4RHg4S1N0aCs4YkZ4Yjl6SERzSmg0K2RsSnZqWE5VSUlUaDg3Q1FjeDA1Q1hFSkNDaXVSZkovd1BId3BBTEdxODBaUlZPRm9vS2VvS3VSVlRFUWdjaVZXSXBFb1lMM0haa3lkNVlLUGFTcWJucDN6TVMwTlUyZTVZTDNIWm9oRW9vRHNQSjdWcTVpbmRHUVNpcW9HYUtDbnFDb21MdTdwMi9pb3NPOVp3cnJldW5NM3IvL1EwWGp3MXlPVjVlZit3eUQwSHpvS3QrN2N6V01KV1JJZkZmWjlTbXpJZTVWbGlLS29VcUdCbnFLcUpwSVFGYjVaTE1uci9QYjkrNWNUcHN6RXBxMDd1WkhxS29OWUxNYW1yVHZoTkhVVzNyNVBmU21XNUhWT2lBcmJBcURxdkUrZ0tLcFlOTkJUVkJXVytPTFpveXhHWkNOaDJaTjdEM2hqek1TcGVKMzBwc0tQK3pycERjWk1uSXE5Qjd3aFlkbVRXWXpJSnZIRk05VlZLMUFVVldZMDBGTlVGZmMrTWpJeklTcHNBaUhzRDhHaFlWa0RobzNHTmYrS2V6MSt6Zjg2Qmd3YmplRFFzQ3lKaEoyVUVCVTI0WDFrWkdhRkhaQ2lxQXBWNFhNakM4MXRidXJwNlhSclpXNVcwWWVpbElpTWlrWkdSdWF0K0tqUTdxck9DL1hsR3B0YnQxUmpjSm9CMDNiMDhHRll2V0pwdWMwem41MmRnN1ViZnNiWjN5NkFnRHpKSXhpYkZCWDJvbHgyVHFrTUxZTlZxeXFVd1JVK3RROEJ1WnlSa1ltSFFjRVZmU2lxTUF5NXBPb3NVT1VqS1Nyc0JWcTE2aWdrQXM4enYvcTZCSWVHTVRzMmU4RGNyTVVYN1RjcU9nWXVpNWNoNXVYZkJBelpFYytJbCtKNXBLamNNazZwREMyRHF3QmFCbE1VVlJiR0xTMzdtWmpidkRlemJrK09uL0lwMDJ4ZExNdVNZNmQ4aUpsMWUySmlidlBldUtWbFAxV2ZGMFZSRkVWUlVrM056Qm9KemEzL01MR3dJZE9kRjVDMDlQUVNCL20wOUhReTNYa0JNYkd3SVNZV050ZU5MU3dhcXZwOEtJcWlLSXBTeEJPYVc3bVpXTmprZGVyZWwvejFLTGpZSVA4dzZESHAySzB2TWJHd3lST2FXN2xWUm5zZGlxSW9pcUsrZ0xHNVpVZWh1WFZjODladHlmYmR2eEN4V0hFT2ViRllUTHgyN0NiTlc3Y2xRblByT0dOenk0NnF6amRGVVJSRlVTVmtZR3FxSnpTelBtdGlZVU5HTzAwaGI1SlR1Q0QvSmptWmpIYWFRa3dzYklqUXpQcXNnYW1wbnFyelMxRVVSVkZVR1JpM3RKb21OTGY1Yk5PaEMvRVB2RUg4QTI4UW13NWRpTkRDSnN2WXpHcXFxdk5IVVZUbG9lL2xLS3FHTWpLMWJzMFhNS2ZBd0FvQVFCQk9XTW5vK0JjUlVhck9HMFZSbFljR2VvcXF3VXhOVFRXZ3BuMEFBSkNYTlQwMk5qWlgxWG1pS0tweTBTRndLYW9HaTQyTnpkWFY1RFhWMWVRMXBVR2VvcjVPTk5CVEZFVlJWQTFHQXoxRlVSUkYxV0EwMEZNVVJWRlVEVVlEUFVWUkZFWFZZRFRRVXhSRlVWUU5SZ005UlZFVVJkVmdOTkJURkVWUlZBMUdBejFGVVJSRjFXQTAwRk1VUlZGVURVWURQVVZSRkVYVllEVFFVeFJGVVZRTlJnTTlSVkVVUmRWZ05OQlRGRVZSVkExR0F6MUZVUlJGMVdBMDBGTVVSVkZVRFVZRFBVVlJGRVhWWURUUVV4UkZVVlFOUmdNOVJWRVVSZFZnTk5CVEZFVlJWQTFHQXoxRlVSUkYxV0EwMEZNVVJWRlVEVVlEUFVWUkZFWFZZRFRRVXhSRlVWUU5SZ005UlZFVVJkVmdOTkJURkVWUlZBMUdBejFGVVJSRjFXQTAwRk1VUlZGVURVWURQVVZSRkVYVllEVFFVeFJGVVZRTnhxZzZBeFJGbFM4N083dUdoSkFac3MrRWtCOEFnR0dZSTdJMGhtSDJCd2NISjZzcWp4UkZWUjRhNkNtcWhyR3pzMU5qV2ZZZHd6QzFsUzBuaEtUemVMejZ3Y0hCZVpXZk80cWlLaHV0dXFlb0drWWF3QzhSUWtBSTRkTHpmYjVFZ3p4RmZUMW9vS2VvR29nUTRzc3dpaFYyRE1PQUVPS3Jra3hSRktVU05OQlRWQTJVbVpucFJ3akpMSmhPQ01uTXpNejBVMDJ1S0lwU0JScm9LYW9HaW8yTnpXVVk1aHJrcSt6Qk1NeTEyTmpZWEZYbmo2S295a01EUFVYVlVCS0pSSzc2WHZwdldtMVBVVjhaR3VncHFvYkt5OHU3Q2lBblgxSk9UazdPVlJWbWlhSW9GYUNCbnFKcXFNakl5RXdBZnZpdkVWNkFOSTJpcUs4SURmUVVWWU1SUXM3THF1OXBhM3VLK2pyUlFFOVJOUmdoNUJJQXliK3Y3Q1dYVkowZmlxSW9pcUxLbWEydDdTTmJXOXRnVmVlRG9palZFS2c2QXhSRlZTeEN5SDRlajBkcjd5anFLMFYvL0JSVmc1bWFtbXFrZlpaWWZjak1hMk5xYXFxaDZ2eFFGRlg1NktRMkZGVkRHWm5hdHVJTHlHa3dzQUlBUWhBR1ZqSW0va1ZFbEtyelJsRlU1YUZQOUJSVkF4bTN0SnJHRTVESCt2cDZWdnQyZW1IZlRpL1UxdGV6QnA4ZmJHeG1OVlhWK2FNb2lxSW9xZ3dNVEUzMWhHYldaMDBzYk1ob3B5bmtUWEl5a1htVG5FeEdPMDBoSmhZMlJHaG1mZGJBMUZSUDFmbWxLSXFpS0txRWpNMHRPd3JOcmVPYXQyNUx0dS9lUjhSaUNTbElMQllUcngyN1NmUFdiWW5RM0RyTzJOeXlvNnJ6VFZFVVJWRlUwWGhDY3lzM0V3dWJ2RTdkKzVLSFFZOFZBbnhCRDRNZWs0N2QraElUQzVzOG9ibVZHMjJ2UTFFVVJWRlZVRk16czBZbUZ0YUJKaFkyWkxyekFwS1dubDVza0pkSlMwOG4wNTBYRUJNTEcySmlZWFBkMk1LaW9hclBoNklvaXFJb0tlT1dsdjFNekczZW0xbTNKOGRQK1JDV1pVc2M1R1ZZbGlYSFR2a1FNK3YyeE1UYzVyMXhTOHQrcWo0dmlxTEtWNFZYMTVtWTIwd253TGlLUGc1Vk9BWTRGUmNWZWtEVithREtTYXRXNmtJaThBUmhYRnFZTm1OMmJQNFo1bVl0dm1pWFVkRXhjRm04RERFdi95Wmd5STU0UnJ3VWtaR2ljc3N6VldYUk1scjFLcnFNcnZCQUx6UzN1YW1ucDlPdGxibFpSUitLVWlJeUtob1pHWm0zNHFOQ3U2czZMOVNYYTJ4dTNWS053V2tHVE50Unc0ZGl6WXBsME5UVUxKZDlaMmZuWU8yR24zSDJ0d3NnSUUveUNNWW1SWVc5S0plZFUxVVdMYU5WcTBhVTBVSnptNXRqSms0dGRaVWlWVDdHVEp4S2hPWTJOMVY5SFZCZlRtaHVOVWxvWVoxcDlhMDl1ZW9YVUdIWHpGVy9BR0wxclQwUldsaG5HclcwbXFqcTg2WXFGaTJqVmFzeXltZzZZQTVGVlhIMVdyWFNNVGEzUHNFd3ZDTjJOdGJhVjgvN29IL2YzaFYydlA1OWUrUHFlUi9ZMlZocjgvbThvOGJtMWlmcXRXcWxVMkVIcENpcVF0RkFUMUZWV05PV3JiL1ZKdXFoZkI1di9PenBVM0RtMkNFMGFkeW93by9icEhFam5EbDJDTE9uVHdHZnh4dXZROVJEbXJacy9XMkZINWlpcUhKSEF6MUZWVTJNc2JuVkVnRmY3WjVodlhyTlQzai9BdGVGOHlBUVZONkVrd0tCQUs0TDUrSDRvWDJvWCs4YlV3RmY3WjZ4dWZWaTJ1ZWVvcW9YR3VncHFvb3hNV2xqS0RTMzl1TXh2RTNkSE96VnJsM3dRY2NPcW51WTd2UmRlMXk3Y0JiZEhPelZlQXl6V1dodTdkZkExTGFleWpKRVVWU3AwRUJQVVZXSVVRdkxYdERnaDZ1cnEvZjUzL0lsT0xSdkJ3enExRkYxdG1CUXB3NE83ZHVCL3kxZkFuVjE5VDVhYW15NFVZczJGZGRRZ0tLb2NrTURQVVZWRFFKakN5dFBIcC9uYjJJaXJPOTcraWdtVHh3UGhxazZ0ZVFNdzJEeXhQSHdQWDBVSnNiR0RYaDh2cCt4aFpVbmdNcDduMEJSVktuUlFFOVJLdGJVdEUxem9ZWDFQUjU0cmlPR0RlWmQvdTAwV3JleVVIVzJDdFc2bFFVdSs1N0I4S0dEZUR6d1hJVVcxdmVNV2xnMlUzVytLSXBTamdaNmlsSWhvYm5WV0lHQUg2SlRTN3Y5VnMrZnNHbkRPdFRTMGxKMXRvcFZTMHNMbXpldXgxYlBuNkJUUzdzOW44OExGVnBZalZGMXZpaUtVa1FEUFVXcFFLTkdkcldFNXRhSEdZWjN5c3F5amU0VjN6TVlNckMvcXJOVmFrTUc5c2NWM3pPd3NteWp5NEIzV21odTdkMm9rVjB0VmVlTG9xai8wRUF2SlJhTFZaMEY2aXRoYkdwdHE2RW5mc0xqOFg2WVBua2l6cDA4REdPanBxck9WcGtaR3pYRnVaT0hNWDN5UlBCNHZNa2FldUlueHFiV3Rxck9GMVd6MERLNjdHcEVvQmVKUlBqOTk5K1ZMdlAxOVVWV1ZsYVIyNmVrcEdEQWdBRklUMDh2OTd6OS9mZmZlUDc4dVZ6YXRXdlhrSm1aV2U3SG9xbytJek1yRjU0QUQ3NzVwcTdaa2YyNzRlYTZFR3BxYXR6eXZMdzhsUlZvWDNKY05UVTF1TGt1eEpIOXUyRmdZR0RHRStDQmtabVZTN2xta1BwcVhiOStIYk5telNyWGZhYWtwT0RTcFV0S2wvM3l5eTg0ZVBCZ3VSNVBsV3BFYTluczdHd2NQWG9VRVJFUmNIVjE1Vm9xKy9yNjRwZGZma0dYTGwyZ3JhME5BSGozN3AzU0N5WXRMUTJqUjQvbTFwT3h0N2ZIb2tXTFNwU1BzMmZQSWlJaUF1dlhyNWRMYTkrK1BSbzFhZ1JDQ0FBZ05qWVdzYkd4bURqeHYySEU5ZlQwd09QVmlQc3VTb25HNXVaMTFhRnhsTWRqQnRUVHI0VXJGOCtocm9HQnducGVYbDVvM3J3NVJvd1lJWmQrL3Z4NXZIdjNEak5uemxTNi85emNYQkJDbEU1d0V4Z1lpQXNYTG1EWHJsMkY1aTh4TVJIejVzM0RiNy85Qmo2ZkR3RFlzV01IMU5UVTBMTm5UK3pmdng4clY2NUU3ZHExNWJaYnZudzU3TzN0TVhEZ1FBQ0FRK2VPK1AzaU9TeGV2bExqN3YySDIwM01yZnVJa0RzcEtTcnFRd20vS3FvR1diZHVIUzVldkZpaWRkdTBhWU9qUjQvaTVzMmIyTGx6cDl3eXNWaU1wS1FrREJreWhMcytaV2JObW9VK2ZmcVU2Qmp1N3U1bzE2NGRIQjBkSVpGSWNPalFJY1RIeDZOMzc5N3c4UERnMW52NzlpMFloc0dkTzNlNHRQSGp4NWY0T0ZWTmpRajArdnI2MkxObkR4WXRXb1RFeEVRWUdSa2hKU1VGZS9ic3diWnQyL0ROTjk5dzY0ckZZbVJrWk9EU3BVdGdXUlovL3ZrbjZ0V3JoOWF0VytQejU4OElDQWhBang0OW9LZW5oeXRYcmlBa0pLUkVlWGoxNmhVT0hUcUVjK2ZPY1dtRUVQejU1NStZTTJjTy92ZS8vK0hUcDA4UWlVUlFWMWNIQUR4NDhBQ2FtcHBnR0FhZW5wNXkrYVJxanFhbWJmcm9xUXZPaXdpLzF0U0o0L0g0ci91b2EyQ0FzTEF3UkVSRVlNU0lFWkJJSkFvM21idDM3MFp1Ymk2NmRPbkNwZVhrNU1EYjJ4c05HemJFbFN0WGtKbVpDYkZZRERVMU5Zd2NPUkxEaHcvSDNMbHpNWFhxVk5qYUtxODlGNGxFY0hGeHdZd1pNOUMyYlZzQXdMRmp4ekI0OEdDNVFsUkxTd3ZaMmRsbzJiSWxPbmZ1akNWTGxpZzg1YVNtcGlwY3QvVytxWXNqKy9mZzRKRmoyTHh0MXdDU3g0UUx6ZHVNajQ5NmVxdGN2bENxMmxpNWNpWGMzZDBCQU1PSEQ0ZUhod2RhdFBodlN1VlJvMGJocDU5K1Fvc1dMYmdIdEUrZlBxRjU4K1pZdTNZdFBuLytqS3RYcjZKdjM3N1EwOU5EYkd3c2twS1MwS2xUSjZpcHFXSDkrdlhJeU1nb1VWNnVYcjJLMU5SVU9EbzZBZ0FhTjI2TWd3Y1BZdW5TcFhCMGRNVDI3ZHU1ZFk4ZVBRbytuNDhKRXlad2FWclZvSkZzWWFwOW9EOXc0QUNPSERuQ2ZSNDdkaXh5Y25LZ29hRUJobUhrbm9EdTNidUhldlhxd2QzZEhhZE9uY0xseTVkaFltS0NtVE5uNHRTcFUramZ2ei9TMHRJd2ZmcDB0R3paRWwyN2RzWHMyYk5MbEkvRGh3OWorUERoME5QVDQ5SkNRME1oRUFpZ3A2ZUg3ZHUzSXlJaUFsNWVYamh3NEFENGZENWNYRnd3Y09EQWFudVhTQldMYjJKdXM0NEF5MnJWcXNVZjFiOGZSZ3diakpESGYwRXNGc1BEd3dPOWUvZkc3Ny8vamhjdlhtRFpzbVVLTzlEVjFjWGV2WHU1SitZVEowNGdNVEVSaEJEWTI5dGovUGp4M0kyanpJZ1JJN0JreVJKNGUzdkQyTmhZYmhraEJPdldyUU9mejRlbHBTVUFJQ2twQ1E4ZlBzUzVjK2NRR1JtSlZxMWFBZEtDTFNVbEJURXhNZmptbTIvUXMyZFBuRHg1RXVQSGorZjI5Lzc5ZXl4YXRLalEvdjUxdFFYSUZiR05QdVh3L3pBeHQvR0lpd3BkQlVCU0R0OHRWUTN3ZUR5NW1rb2VqNmN3akhQQnRDNWR1a0FnRUdEbnpwMjRjZU1HdW5YcmhxeXNMUGo3KzhQQndRRkJRVUhZdVhNbjdPM3QwYU5IRDdScjE2N1lmTEFzaS8zNzkyUFZxbFZjMmovLy9JTjY5ZXJoOE9IREFBQTNOemNrSmlZQzB1c2FBQjQrZk1pdHYydlhMbWhvYUh6Ujk2RXExVDdRVDU4K0hkT25UNWRMR3pCZ0FEWnYzZ3dMQzhXK3lINStmdGkrZlRzR0RoeUlYYnQyb1duVHBuaisvRGx1M2JxRmFkT213ZG5aR2JObXpjTGR1M2R4OXV4WkhENThHT2ZPblN0eWpIR3hXSXcvL3ZnRHg0NGRrMHYvNVpkZndEQU0zcjE3aDltelo0UEg0eUUxTlJWanhvd0JJUVNKaVlsSVRrN0dMNy84Z2lWTGxxQmp4NDdsK00xUXFtUmlZV0ZNaVBvcE1PZzBaTUQzV0RCM0Z1WTZPMlB3b0lIZzgvbnc4L09EdnI0K2Z2amhoeUtyTmcwTkRXRm9hSWprNUdRUVFuRGp4ZzNzMmJNSFo4NmNnYTZ1cmtLUUI0QnUzYnJoMmJObmNIRnhnWStQajl3eUR3OFBKQ1VsWWUvZXZWemJnSzFidDJMV3JGbUlqNCtIaTRzTEhCd2NFQkVSZ1pTVUZQRDVmTHgrL1JxR2hvWm8wS0NCd28xRGFtb3FybHk1QWdNbHJ5RmtNck95c0hMTmo3eExWLzNjaGViVzNSaEdOQzd1K2ZPRU1ueXQxRmRnKy9idENBOFB4N0JodzNEdTNEbm82ZW5oMkxGaitQRGhBNW8xYTRiVnExY2pLeXNMMTY1ZHc0RURCM0R2M2oyc1diT215SDFHUmtZaUp5Y0hkbloyWE5ycTFhdWhxNnVMNWN1WDQ4V0xGM0J3Y09DVzNiaHhBendlRDkyNmRlUFM0dUxpQ3EwbHErcXFmYUJYaG1YWlFwOHcrdlRwdzFYNStQbjV5UzM3L3Z2dnVYOFRRaUFRQ0hENjlPbGlKeEtKaVltQm1wb2FoRUlobC9ibzBTT2twS1J3KzJyZXZEazhQVDBCYVRWcGd3WU51Q2Y1UFh2MlFDS2hEemsxaFpHWjFRZ1Ezc0ZhV3ByNjYxYTV3M0hJUUNRa0pNREx5d3NKQ1FrUWk4Vm8wNllObWpWcmhyUzB0Q0wzbFpHUmdZa1RKK0xXclZ2NDhPRUQxcXhaZzgrZlB4ZWJoOW16WitQYmI3OVZlR2ZmczJkUHpKMDdsMHVQaVluQm4zLytDUURZdjM4L1pzK2V6VldMaG9XRndkL2ZuN3R1QzhyTXpFUmVYcDdDZS91Q2RMUzFzVzNUUnRoMzZvalY2emQyeXM1bXdvek1yS2E5aWc3L3RkZ1RvYW90bG1XUms1UERmU2FFSURjM1YrNzZMWmltb2FHQkpVdVdZTmV1WFRoNDhDQk9uRGdodDgrQWdBRHUzN0xYV2lWcFF4VWFHZ29iR3h1NU5FOVBUL3o0NDQvWXZYczM3TzN0OGVuVEoyN1p0OS8rTzdkRS9yVGlydk9xckZvSCtzZVBIMlArL1BrSzZUazVPWmd5WllwQ3NMZTF0Y1d1WGJzZ0VBalF0MjlmckZxMUNoa1pHZGkrZlRzV0xseklGWDRNdytEVHAwOFlQMzY4WEZWOFlWSlRVMUd2bnZ3Y0gwK2VQTUhTcFV2eDg4OC9JeU1qQS9YcjE4Zm16WnNCQUI4L2ZzVHQyN2NSSGg3T3JmL3UzYnN5Znc5VTFkQ2tTUk10dnJiQkRoNlBONjJWaFJsMmJQWkFNeE1oY25OenVZWStHUmtaU0VsSjRUNTM3OTVkNlZPNVRHeHNMSjQ5ZTRiNzkrK2pmdjM2eU16TTVHNG9kKy9lalFNSERpQWpJd01HQmdabzNibzExTlRVa0oyZHpXMS81c3dadkgvL0hzbkp5VW9MeE1HREIyUDM3dDBJRFEzRjY5ZXZNWFRvVU80OXZaNmVIdDY4ZVlQQXdFQWtKQ1FnUGo0ZThmSHhXTDE2TlV4TlRmSDU4MmRJSkJMMDZ0V3J5TzlsM2JwMXNMZTN4NGhoZzlIV3hnb3VTNWJyUno2UFBtZHNibldBeWNsd2lZK1B6eWx5QjFTMWxKQ1FJUGVPT3ljbkI3Tm16WklybHd1bS9mampqK2pldlRzQVlPblNwZWpmdno4aUl5Tng2OVl0ekpneGc5dU94K1BoeG8wYnVIUG5UcG5MYUhWMWRheGJ0dzVpc1JnQ2dRRC8rOS8vRUJNVG8zVDcxcTFiWS9UbzBXWDRGcXFHYWgzbzI3VnJoM3YzN3NtbDNieDVFOHVXTFlPRGd3Tisvdm5uSXJmUHlNakEwcVZMb2E2dWpoVXJWZ0RTMXBaOFBoKzdkKzh1Y1Q0a0VvbkNVLytrU1pPNHU5bjY5ZXVqWjgrZVNFeE14TW1USjdGOCtYS0ZmZWpyNjVmNGVOVUJrWFV4cUNTTWlnZUZiMkp1YVNsZytHY1lvTlVQVG1PeGZQRUNMb0JyYUdoZzM3NTlnTFNiMEpVclYrUWEvcHcvZjc3US9iWnQyeGFXbHBhNGYvOCs2dFNwQXljbko3UnExUXE3ZCsrR3M3TXpMQzB0c1hYclZtNy9JU0VoWE8xUWRIUTBMbCsrakNWTGxnRFNKNWhCZ3diSnZkSXlNaktDbnA0ZTFxMWJCdzhQRC9ENWZMaTV1U0VzTEF3ZlB2emJVTjdmM3g5Q29SQjJkbllZTjI0Y1YzMWZyMTQ5dVZiSnlreVpNa1h1dldZekV5RjhUeCtEeCtadE9ITGk5SFNpcGQrcGlibmwyTmRSRVJGbCtOb3J4ZGQyTFpjWEV4TVR1Zkw1KysrL3g3NTkrK1JxUGgwZEhiRng0MGFZbVprcDNVZE1UQXpXcjErUCt2WHJZL0hpeFlEMHV1N1Rwdytzckt4S25CZUpSS0xRV2gvUzM4dmJ0Mi94L2ZmZkl5a3BDVTVPVGpBeU1sTElRLzZhaE9xb1dnZjZnbkp5Y25EZ3dBRXNYNzRjeDQ0ZFEwQkFRS0VOM1ZpV3hZb1ZLekI5K25SY3VYSUZ0cmEyME5MU3d2bno1N2xXb2lWVnAwNGRmUHo0VVM1TlUxT1RDL1Q2K3Zxd3RiV0ZSQ0xCKy9mdmNlalFJYmwxWjgrZWpXYk42RkRoMVpYUXpHbzJ3SGdaMUs2dHVYbmpPblR2NmlDM1BERXhFVGR2M2dRQWhJZUg0LzM3OTF4N2p1SjZXaEJDc0dYTEZqZzZPaUk1T1JudTd1NXdkblpHWGw2ZTBwcUEvTzhRLy9ubkh6Um8wSUJycktTam80T1dMVnNxTkY1YXUzWXRtamR2anFTa0pEeDQ4QURqeG8yRHM3TXpHalJvZ0I0OWVtRDkrdlZnR0FaVHAwN0YzTGx6dVhmN0RNT2dWcTJpQjhITHpzNkdqbzZPWEpxNnVqcFd1UytGUStlT1dPSzJxdlhIdExRZ29abjF3dmpvc0gxRjdveXF0aVFTQ2RMUzBvcHN5MUdRckorN3U3czdUcDgralVHREJ1SDU4K2ZRMGRIQm5EbHpjUGZ1M1JMdnEwNmRPb2lMaTFOSUR3d01CQ0dFZTIwcnE5a3FtSS9xcnNZRStweWNITGk1dWFGT25Ub1lNbVFJbWpkdmpubno1a0VzRnFOL2Y4V2hSWGs4SG5iczJJRzNiOStpZWZQbTJMTm5EelExTmRHNWMyZTVBVXhLd3N6TURCOC9mc1Q3OSs4VnFvZnllL255SllZT0hTcFhCZVR1N2c2UlNGVEtzNldxQWlNanl6bzhMWjQzdzJPR2R1clFIbHQrL2hHRzlSWC8vZ3pEY0RVK3NiR3hzTFMwNUQ0WE4zYUNqNDhQMnJkdkR5TWpJMmhxYW1MKy9QbElTVWxCZW5vNmRIVjFpOXoyNWN1WGFOcTA2QkgzQ0NHNGZ2MDY5UFgxY2VYS0ZWaGFXbkt0OFFHZ1pjdVdDQTRPeHRtelo5R3dZVU4wNk5BQkZ5NWN3STRkTzRyY0w1L1B4L1hyMTVHWm1WbG9QcnQzZGNDMUN6NVl1SFNGNXNPZ3gzdUZadFo5Mld4MnlxdFhFVVUzWEtDcW5hZFBuNkp1M2JvbHFtYVhhZENnQWZiczJZT1hMMTlDVjFjWEhoNGVFSXZGY0hKeVFta3JXVnEzYm8zTGx5OHJwQWNIQjJQS2xDbmM1N2k0T0lYWHFCa1pHZFcydGIxTWpRajBJU0VoV0w5K1BSbzFhb1RObXplRHorZkQydG9hbnA2ZVdMNThPUUlEQXpGbnpoeVltcHJLYlhmeTVFbThlUEVDblRwMXdvVUxGNkN1cm83QXdFQThmUGdRWGJ0MkxmSHhOVFUxOGQxMzMrSG16WnNZTldxVTBuVUlJZkR6ODhPcVZhdGdhR2pJcGVmbTVsYlZhbnVCcmExdG5aQ1FrUGZsdmVPTEZ5OGlJQ0NnVks5SHFwcW1MYTBjK0h6bUpKOHZhTHB3M216TW1qYTUwS0RkcEVrVGpCczNEbGxaV1Z5VmU0TUdEYmpsUVVGQmhUWWU3ZENoQTV5ZG5ibENxbUhEaG1qWXNDRTJiTmdBSnllbklrZXp1M0hqUnBHamlmbjcrME5IUndlQmdZRnlqZlpZbHVYT3BYMzc5bGk2ZENtNmRPbUNkZXZXNGNpUkkrallzU091WExsUzVQZkRNQXdJSWZqMDZWT1JoYnRoL2ZvNDRmMEw5aDQ0akcyNzlnNlY4TVIyVFZ0YWpVOThFVjcwTzRFcW9rZVBIdGkxYXhmWEpiRUtVQk1LaGZ5cTFPNUJKQkpoNTg2ZEdEUm9VS20yazNVRjFkSFJRYytlUGJGOCtYSmtaMmZqM0xsemhiNUxMNHl0clMweU1qTHc4dVZMTkcvZUhKQUc4TmpZV0ZoYlczUHJ6Wmd4UTZGMjlkbXpaemg5K25TcGpsZlZWT3RBSHhNVGd3MGJOaUFoSVFFelo4N0VxRkdqNUFyTTc3NzdEajQrUHZEMDlNVG8wYU14Wk1nUXJoOWxRRUFBRjJDRGc0TVZSbUtTZFkwcnFTbFRwbURGaWhVWU5teVkwaHFCdzRjUHc5emNIQ1ltSnNqSnlZR21waVkrZlBpQXBLUWtOR3JVNkF1K2hmSWpGQW8xYTlldTNaZGhtR0VBQmdIWUFHQkxlUjhuZnlCUjV0ZGZmOFhHalJ0THRLOXIxNjdKM1RoVkFwN1EzSG8xd0t4bzNLZ2hmOXVtRGJDenRTbkJadi9lV05yWjJja0ZlVWlEYVdGTVRFd2dFQWpRbzBjUDVPWGxBZEluOVE4ZlBzREV4S1RRQXUvczJiUDQvUGt6N08zdEM5MTNkSFEwZUR3ZWpJMk5FUndjak1lUEgrUFJvMGRjMTFRZkh4K2NPblVLTE10aTNyeDVVRk5UdyszYnQ5R3VYYnRpcSt3aEhXMlNZUmlGcXZ1Q2VEd2VuR2RPeFhmdDdiREExYjNwNjZUa215Wm0xbXZqb3NOK0FzQVdlNkFxckhmdjNncXY5WlRKWHpaOUNWTlQwOXE2dXJxdkRRd01yaEZDenZONHZJdkJ3Y0gvZlBHT3l5Z2xKUVVyVjY2RVdDekc1TW1UUzdXdGw1Y1hkd01xZS9VbGMvYnNXZVRrNUJSNWZlZW5ycTZPQ1JNbXdOdmJHei85OUJNZ2JUQXQ2NzRxbzYrdno3MU8rL3o1TXpRMU5aR2NuRnpxV3Q2cXBsb0grcVpObTJMZ3dJSG8zNzkvb2FNV0dSb2FZc3VXTFlpTmpaWHJIdEduVDU4aWYxanA2ZWx5QTRNVXg4cktDajE3OXNUT25Uc1ZXamMvZVBBQTBkSFIzQVhtNnVxS3AwK2ZRbDFkSFRObXpGQTZiR2xsYWRhc21iNmVudDRBYVhEL25tRVlybFN1cUVaSWhCQ2xEV05raGc4ZmpxRkRoOHFsL2ZMTEw4ak56WVdMaS96dzZjVjFmU3hQalUydG1xZ0pjSUpobUs3OSt2VEN4dldyb0ZkTTlibE1SRVFFamgwN0JtOXZiNFZsWXJHWXUvbUppNHRENjlhdEFXbDNua09IRHNtMTZXaldyQm5FWWpFR0RCaWc5R1pKTEJianlKRWpPSHIwS1BiczJTUDMvV2hxYXVLZmYvNHQ4d2toaUltSmdhV2xKY2FNR1FNN096dDA2TkFCNDhhTnc3Tm56N0J5NVVybzZPaGc3OTY5dUhQbkR1Yk5tNGRwMDZiaDc3Ly9Sc3VXTFpXZTQrdlhyNkdqb3dOZFhWMFFRbkRtekJsWVdscVdlR2huTzFzYlhEM3ZBN2YvcmVQL0hoQzRUbWh1MVROUGpBbEpzZUd2UzdCNWxlVG41eWRYemN5eUxEcDI3SWpidDIvTC9lN0xhL2hyWFYxZE1BeWpEbUFvd3pCRENTRVNXMXZiR3dCOGMzTnpMMFJHUmxicUMrZmx5NWVqZWZQbWNIVjFMWFU1dDNqeFlxV3ZYV1VDQXdPTGJReWFuNU9URTZaUG40N2J0MitqYTlldXhkNElMMTY4R0hGeGNkRFEwSUN6czNPcDhsN1ZWSGpyVHFHNXpjM3YydHQxTzMyMDZrd1F3TElzV0pZdDl5QWhrVWp3OGVQSEl0L1RWN2F4azZiaFlWRHdyZmlvME82UWRnSDc1cHR2ekFCMFpoaG1BSUNlRE1Pb0Y0enAwcXJYVldLeGVCZWZ6eWQ4UHA5a1ptYXlmRDZmQ0FRQ29xYW1SajU4K01BS0JBS2lycTVPdExTMFNIQndzRVQyQkNhN1Njakl5QURMeWorVVhiNThHWC85OVJkKy9QRkhoZnhxYTJzcnZYdmV2WHMzUkNJUkZpNWNxUFR1TUVoMUFBQVdRVWxFUVZROEs3cWxzb21aMVdEQ1l3NXJhV29hckhaZml0RWpIRXU4TFNFRW8wZVB4cWhSb3hUR3NBZUE1OCtmYzkyUWhFSWg5dS9majdwMTZ5cmQxOXUzYnpGanhneDRlM3VqYnQyNmlJNk81bHJkaTBRaWpCMDdGbXBxYWxpelpnM016YzNsdHZYejg4UG16WnNoRUFnZ0VvbGdZR0NBZmZ2Mm9YYnQydHh2SVRJeUVoczJiTUNrU1pQUXMyZFA4SGc4U0NRU2JOKytIUmN2WG9Tam82UFNMcTBBTUdmT0hQejExMStBOUFiTTJOZ1lhOWFzS1ZPMTlwbHp2bGk3d1JNNXVUa2ZHWlpNam9zT1Z6NzdTQ1hJZjhQNzl1MWJ1THE2NHZEaHcrRHorVnpWZmIxNjllRG01aVkzRUpFeVlyRVlIVHAwd0owN2R3cXRGWkZleXdJN096c21PenViRVlsRWpGZ3Nac1JpTVdOZ1lNQVRpOFdNUkNKaEpCSUpvNit2ei8yYlpWbUd6K2ZYRXdnRVVjcnUwYVcvNmZ1RWtJc1NpZVFPeTdMUno1NDkrMWlSWlhUK0liOUxReXdXSzR5cVZ4NXljbktRazVOVHBmckVGeXlqSzhKWEdlaS9KcktMU0UrZEhjM2o4VVl3RERNZGdJM3NIYXBNL2poSkNDblZhd3RsZ29PREFRRGp4bzFUYUxXYW01c0xzVmlzTUxZN0FLeFpzMFp1YkhlWjRnSzluWjNkUzJtQlRBQVFobUhZZ3ArbFpYYXBQK2VKQ2NrU282dFpTMVBzM09JSjArWW1wZjQrTWpNemk2M0NMdTZWaG96czFZOHlyMTY5UXRPbVRiLzQ3L2NsSkJJSmVEemVGK2ZoUmN4THpIZGRqdWdYTWRCVlorTDRQQ2FSWVJpR0VNS1RsbDJNTkNneWhCQW1YeG92ZjVwc25TTFNlTXIySmYzTUN3NE81bG8wSGp0MkRLR2hvZkR5OGdJS3ZLTWZNMllNUm8wYXhZMmxya3hKQW4zKzBkdEtTL2JiTGZnYkx1UkcvZzJBZmVrNVpHQ0hiKzNhMHpKYU5Tb2owRmZycW51cTVQaDhQaUdFNUFGSVpoaW1OU0drME1jT1dRSEJzdXg1aG1GdUVVSVlIby9Ia3hXQTBzOWNBU243RENEL1B0Y0F3S2xUcHhUMnYzWHJWang2OUVqcE1qOC9QNHdjT1ZJaC9lUEhqeUNFNFA3OSt3ckx2TDI5UVFpNXp6Q01YQjd6Ri9peXo5SkFVYnJQREVzQUJtb0NOZWw5UStrVkYrUlJpdXJib3FwQUMvWUJWb1dpWHN1VUJzTkErcDBEMHBzdnNlekdUZnFaNUxzNVl3dDhWcmFPMHB1NkV1eUxhNVo5K2ZMbFFoczRUcHc0RVh2MzdzWGd3WU1oRUFnd2RlclVRaWRjY1hKeVV2aDc5K3ZYVDlZQ2ZBMzVsemgvM2hpR0lheTBlaXhmR3N1eUxMY095N0sxK0h5K2g5S0RjdDhyZHdPUVJRalJBcW40Qno1S3RXaWdsMHBLU3NLTUdUTnc5dXhacFUrYTFaMjA5ZndCQUFkc2JHeHE4M2k4Z1FDR0ErZ0xRRXZaSFQvRE1QZENRa0tLN2tkVnVFSUhudzRMQzBOQ1FnTGV2WHVIK3ZYcnl5M3IyTEdqUXU4SVNMdVo1ZVhseVkyMEpWT3JWaTJFaElSTVZGaFFqa3pNckFaSFJFWWVIanh5WEttcjdxblNLMWgxSHg0V3ByS3FlMW1nRHdzTHc3dDM3K1RHUk0rdlQ1OCsyTGx6Si96OS9URmd3QUQ4NzMvL1UrZ1Z3YklzeG80ZGkzWHIxaWwwMlpKVkp6OTU4bVJ0V1ROcWEydGJENEFIQ25tS0IvQUVnSzlZTEw0WUhoNytGUC9XdXRKSk5tcTRyekxRVDVvMGlmdTNwNmNuREEwTnNYMzdkbTY2V0ptMWEvLzd2Y25lTlJiV2ZhNDZDUTBOVFFkd0FzQ0pWcTFhNmFpcnEvZGpHR1lZd3pBREFlam1LeURLdlRGZVhGd2MzcjU5aTZsVHArTHMyYk9ZTzNldTNISjlmWDJsM1ExcjE2NE5rVWlrOUNhZ01zUkZoMTlxYkdwbERaSjl3bTNWK3E1LzNuMVFxc1o0WDZKSGp4NjRjdVdLMHFyZTZkT253OFhGUmE3dmUwQkFBTXpOelV2OWRPL3A2WW4rL2Z1alRaczJSZTYvSW1WOCtnUzMvNjNEN3dHQklJUzlYWlVhNDUwK2ZScURCdzh1OUoyelFDREF5SkVqY2Z6NGNRd1lNRUJ1QkRnWldlQTNNVEVwVWMrRjBzcmZuVkZhUFU4QTNBWnduaEJ5TVNRa3BOcE1KbVJ2YjE5b3cwK1daWkdXbHNaTkNKV2RuWTNwMDZkanhZb1ZTaWN6KzlwOWxZSCsxYXRYT0gvK1BPYk9uUXVSU0lTclY2L2k3ZHUzWEpCLyt2UXBmdnZ0TjdsdEZpOWVqQkVqUnFCRGh3NEtNM2hWWjVHUmtaa0F6Z0U0WjJwcXFxR25wOWVIRURLTVlaakJGZEdHWTh1V0xSZytmRGdjSFIweGZQaHc5T3ZYait2WFd0VkpBMDRQb2JuMTZtditnU3ZDbno0clZmZTZ5aUlTaWVEczdJd2pSNDdnNE1HRFNsOTNaR2RubzArZlB0end1QktKQkxkdTNjSzMzMzRMTnpjM2JyMi8vLzRiZS9ic2tXdThOR2ZPbkdJSDRpbUw0SkJRTEhCMXgrdWtaQW5Ea0xYeFVlRlZwbnRkVWxJU2J0MjZCVjlmM3lMWEd6WnNHUGJ2MzQ4SER4Nm9iRFpLNlN1NjMxbVdQUytSU0M1R1JGVFBBWWdZaGluMHBxcmdKR0JhV2xwWXNtUUozTnpjOE91dnYxWnFiNXpxNEt2OE5oaUdRZTNhdGNIbjh4RVJFWUV0VzdiZzZOR2pYT0hsNmVtSnBVdVh5bTJqcTZ1TFVhTkc0ZkRodzhWT2lWaGR4Y2JHNWdLNExQMVBZR2RuVjY1TlU3ZHQyNGEwdERUODhNTVBFQWdFbUQ5L1BoWXNXSUQ5Ky9lalljT0c1WG1vaXNUR1I0V3RidHJTS2pEcHpadVRZeVpPSzNiQW5MS2FPblVxWHIxNmhYLysrUWVEQnc5VzJyZ3RJeU1ETGk0dUVBZ0VPSHIwS0JvMWFvU0JBd2ZpNmRPbitQRGhBemZIL2NPSEQ3bnBjZDNkM1hIejVrMkVob1p5KzdsLy96NXNiVzFoWTJNajE2LzQxYXRYNk5ldm4xeE5TbkhEOXBZV3k3S3lBWE1na1lnVEpTeXBjZ1BtSEQ5K0hGMjZkQ2wyeklzNmRlcWdWNjllK09PUFAxUVM2R05qWTlOTlRVMTFwYi9sYXExV3JWcmM1RThGWldabUtuUjVzN0d4UWNPR0RmSDc3NytYZW5DZW11NnJEUFQ1Tld2V0RJUVF1TGk0Y0hQSDYrdnI0NmVmZnNMYnQyL2xKbVhvM2JzM0preVlnSlVyVjM0TmQ0emk0T0RnMVBMWVVXWm1Kanc4UEJBUkVZRzllL2R5MzkzZ3dZUHg0c1VMVEpnd0FjdVdMU3QwWG9LcUtQRkYrQjBqSTB0cm9pWDIzcnh0MTlEN0Q0SUtIUUszckdUOTUzdjA2SUZMbHk2VnFPcmUyOXNiQmdZR0NoTW5CUWNIdzhURUJHWm1ab2hRTW4rTXI2OHZldmZ1alRwMTZ1RENoUXQ0K2ZJbElPMU9GaEFRZ0tDZ0lFRGFpS3l3TVN2SzR1MjdkMWkwYkNVZS9QVUloQ1VYMkd4MlNtSVZIQUozenB3NWhUYXNLMmpwMHFYRkRrOWNnZkppWTJOVmRleHlsWldWcGZCcVQ2YXdhYjE3OSs2TjY5ZXYwMEJmUUkyUFZzcUlSQ0pjdTNZTjZlbnAwTmJXaGtBZ3dNbVRKMUdyVmkwTUdUSUU1ODZkZzdxNk9ucjM3aTIzblpHUkVUUTBOUER5NWN0Q1oxdWkvc095TEM1Y3VJRDkrL2VqY2VQR09IejRzTUtrRmt2KzM5N2RCMFYxbjNzQS8rN0t5NGpHSnBGTXBrb0N0RVFXSFFHZE8yM0F1WTZkSVJqWk9DQWFCZCtBWUdvY0dxNUdzSTBrYU5SV0xMU2cxV0dVakZMa1JUTyszSEtyVlpOb0tpb29XdGxGWVZlRjNVVkVDUWpJaXdpN2U4NzlJN0J4M1ZVUXdkM0k5L09uSE03K0RyT2U1NXpmNy9rOVQwSUMzTnpjOE1VWFgyRDM3dDFJU2tveUJhMzI5blowZFhYQnlja0pXcTNXN3FiNGUycXl6L0h3OWwxeHR1VDhYMFBDNWx0dGFqTVk1c3laWS9XTi90Ris5bnE5SGdhREFiR3hzZWpvNkRBN1RpcVZtdklmWnN5WVlmcFpWVlVWVHA4K0RibGNEZ0E0Zi80OFpzK2VEVTlQVHl4Y3VOQjBYR1ptSnI3Ly92dEIrKzZmK25jUkVqNU5SbE56OHdPSTRpZGF0VEp6VUU0OEJNYU1HV05hKzc1OSt6YlE4eERVMnRwcThlQmpyZVR2blR0M01HclVLT2gwT2tna2twOTg3ZlNoZHVMRUNRaUM4TVFkSEkyTmpZaUtpc0xHalJ0TitTaFRwa3d4Nnd4SlB4aVdnVjRVUmRUVjFWbHRKdlBnd1lNbkZuZ1lPM2FzcVgwblBWbHZwYmZseTVjakxDenNzZnVxSXlJaThNNDc3K0RJa1NObWlUVG56cDB6clJlLy92cnJadjJvN1lsV3JjeDBrMDArMDlUU3NpOTJSYnhGbTlyQmNQanc0Y2UrMFZ1emZmdDJkSFg5T0h2NzdiZmY0dDY5ZTVnL2Z6N3UzYnVIeXNwSzA5UjlSa2FHUlZuZW8wZVBXZ1NzNnVycVFibVc3dTd1M2phMUVDRldHQ0JFMUtydHQwM3Rvd29LQ3BDWGx3ZXBWSXJwMDZmM0syY25MaTRPV3EwV0RnNE9DQThQSDdRdGlDK3F4c1pHTEYrK0hGT25UbjNpY1pNbVRUSmJNbk4xZFRXOUlQQmg2a2ZETXRBN096dGoyYkpsWnVVVGx5eFpBdlM4K2ZUdTQrNHRGL293cVZUNjFKMlRoclBlSHRKOUdUdDJMSll1TmQ4aEZ4d2NqS0Nnb0Q1TDV0cURXbFY1dVp1YjIzK05HUFhxdHV5OUJjc3VYUHdQdHFXbDRCZWVscG5YQTJGdDN6VUExTlhWV1QxK3g0NGRVS3ZWZU9tbGwzRDE2bFhFeE1UZzl1M2J5TTdPaHBPVGs2bHhSMmRuSnh3ZEhSRVlHR2oyKytIaDRSWXpLQmtaR2M5OEhkVWFMZUlUL29DS1NqVUVRZmhTMHRYNmNhMGROV0RwajA4KytjUlV1S20vUllFT0hqd0lRUkI2dDYwTzhRaC8rdlI2UGFSU3FVV04rMGZKWkRLei94ZTlmMXZlbzgwTnkwRC9xSTgvL2hnaElTRTRkdXdZU2twS1RLVlpDd3N0dCs0Mk5UVTlWVTlsZWphRG5lQTJsR3ByYXp1QjJnL2Y5UFk5WGxHaC9uTDIzTWlmYlVoZWk3bGh6NzVlbUptWmFYVnQvSEhsYUFGZzFhcFZtRGh4SWhJVEV6Rmh3Z1RzMzc4ZkFKQ2JtNHZpNG1LZ0oxdDU4K2JOU0V0TE0vdmQvUHg4aXlJL2FyWDZtYTdod09GQ3JOdTRHWjJkRCs0WlJXRlpqVnA1NEpsT2FFTURDZFkvcGUreXJiVzB0S0MwdExUUDNSM0p5Y21JalkwMUpZczJOemRqNU1pUk51MGZZbzhZNkh1U3d2UjZQZkx5OGhBVEU0UG82R2hrWjJkRExwZmoxcTFiR0Q5K1BOQ3pKdGZXMW1aM2E4WDJhS2hyejl1ekdyWHlnS2VQVCtuOVRqRS9jVzF5WU5IWmM5aTAvak9NZm9wQ1RFYWpFZlgxOVVCUHJrTjdlN3ZWbHJSR294R05qWTJvcTZ1enFEK3dZY01HdUxpNFFLdlZJalkyRmsxTlRWaS9majJVU3FYWnNwVzFLYzZZbUJpODlkWmJaditXbXByYTcvRS9yTDJqQTUrdDM0VENJOGQ2S2hoMkw2eFJWZjVrOW5NUDUrK3lyVnk3ZGcwclZxeUFVcW1FazVNVFpzMmFoWUtDQXRUWDF5TStQaDV0YlczWXRXc1g1cytmYi9Zd1VGNWVibFlIZ240d0xBTjlhMnVyS2ZISXdjRUJCb01CbXpadGdsUXFSVkJRa0tuRFdFdExDeElTRWt5OWlFK2RPb1dBZ0lCQlhYdWxGNU9tc2xJSFlMcW56SC9EUC81NTdQZGx5aXNqdHFadWhwOXYvMjVDYlcxdHBpMmVibTV1VCt5MDJKdWQvL0RTUjJCZ0lLS2lvdkRhYTYvaDRzV0wyTEpsQzF4Y1hLQlFLRkJVVk5Sbnk5RE16RXlMbkFDTlJvUFEwTkIramIrWFFua0YvNVA0S1hRMXRVWUpzRVdyVWlRRHNKNHlUZFJ6MzlWb05BZ01ESVJXcTRXenN6UEdqUnVIeFlzWFk5KytmVmkzYmgxYVdsb1FGeGVIdDk5KzIyeDI1ZVRKazJhSnB2U0RZUm5vVTFKU0VCUVVCQURRNlhTSWk0dURScU5CVmxZV3BGS3BxZTkzZFhXMTZXbXh1N3NidWJtNVpwWHppUHBnMUtqS2t0eTkvYjdSMWRUbXZyODRabHpDeXQ5aFdmUlMvTkFhNFBGZWZ2bGw1T2JtQWowelNWbFpXUmc1Y3FRcDU2R3dzQkNIRGgzQ3ZIbnpFQndjYkhyNDNMbHpKOXJhMm5EaXhBbms1K2Vqc2JFUm5aMmRXTFJvRVlLRGd4RVZGUVdwVk5ybjFPYXFWYXNzc3V0NzJ5ejNoeUNJK0RJN0Iya1oyNkhYRytvQXd5S042c3AzL1Q0QkRWczdkKzdFM0xseklaRklVRlZWaFlzWEx5SW5Kd2R2dlBFR2R1ellnZkx5Y3VUbjV5TTlQUjJIRGgxQ1VGQVF3c0xDVUYxZGpmTHljcXRkTVllN1lSbm9lNE04QUZOQmtWMjdkcG15WjkzYzNEQno1a3pvOVhwczJMQUI2RWxFQ2c0T0hsRExUUnJlZEdyRnFmRXltYTlFNy96M2xMUU1lZEhaRW1Tay9oRmorOGoxdUh6NU1nNGVQSWd6Wjg0Z05EVFU3QzA4SkNRRUkwYU13TjY5ZTVHZW5vNTU4K1loTWpJUzZHbjFHeG9hQ2xkWFY3aTZ1cHF0N2VmbDVlSHUzYnM0ZmZyMEU5dXB1cmk0V093RjcyL3RpSWJHdTFqOWg4OXc1bHdKSUlwSDlPaUt1cVZTY2FzSzlZdGNMamM5WlBaK3I3Mjh2RXh2N3BNblQ4Ym16WnRoTUJoUVcxdUwwYU5IUTYvWFk5MjZkZmo4ODgrNVBtL0ZzQXowRDB0SlNjSDQ4ZVBOYm5yVzltRkdSMGMvdGtjNFVWOTZBdDE3YjNyN3hwODlWL3puV2FIdk8vOGxaUlArZTVyMTZtbDZ2UjVidDI3RnRHblRzSHIxYXJ6eXlpdG1QM2R3Y0lCY0xvZGNMa2R4Y1RGeWMzTk4yejZsVWltbVRKbGk5YnpyMTY5SFdWa1pSRkcweUtJWEJBR2hvYUZvYUdqQTZ0V3JMWmFvN3Q2OWk5TFNVa1JIUjVzZUtoNVZkTFlZcTlZa29hbXBxY3NvaW10cTFNcUJOa1dpWWVyaE5mWW52Vmc1T0RpWStnbm85WHFrcDZjUGV0WEdGOFd3RC9UV0drOVk4MmlYTmFLQnFGRXJ0N2w3K1JVMU50NHRpUDV0blBleTZDVklXUGs3aTdkclIwZEhaR2RuOSt1Y0FRRUJwbktyZlNXS3BxV2xXZTE3bjVTVUJQUnNhUndJdlY2UHRJenQrREo3TDBSQlVBc0dSTmJjVUY0ZTBNbUlucEtqb3lPRC9CTnd2d2ZSYzZhN29iamMxZW93VlJERXYyZnR5Y0g3aTJLZ3E3bjUzRDUvc0xkNTZXcHU0djFGTWNqYWt3TkJFUFowdFRwTTFkMVFNTWdUMlFrR2VpSWJxS3U3ZEYrcktvc1dSV0doc3Z4SzIzdmhFU2c4OGk5YkQrdXAvZU9mUi9GZWVBU1U1VmZhUkZGWXFGVXBQcWlydTNUZjF1TWlvaDh4MEJQWmtGYWxMREFZakZQYTczZGNXSm00Rm9scmszRy9zOVBXdytyVC9jNU9KSzVOeHFvMVNXaS8zM0hCYUJUOHRTcGxnYTNIUlVTV0dPaUpiT3ptalN0VjJrckZOQUZDNm9IRGhjTHN1Wkc0V2xGcDYyRTkxdFdLU3N3T2o4Q0J3NFdDQUNGVlc2bVlWbk85ZkhBSzRSUFJvR09nSjdJUEJsMmxjbzFnRkdacU5OcnZ3eU9qc0Njbno2NXFkb3VpaUQwNWVRaVBqSUpHcDdzakdJM3Y2aXFWYXdCWWx1d2pJcnZCUUU5a1IycXVsMytETHFOdmQzZjNpWTBwYVlqOUtCNU56Ylp2ejk3VTNJellqK0t4TVNVTjNkM2RKenIxVXQrYTYxZSt0dlc0aUtodkRQUkVka2FqdVZLdlZTbmVGVVFoOGJ1aU0vcVFzQVVvUGw5cXMvR2NLN21Ba0xENStLN29qRjRReFFTdFN2SHVuUnVYRzJ3MklDSjZLZ3owUlBaSjFLbVVhUWFqZmxwOVEwUFY0ZytXSXpYOWIxWWIyd3dWZzhHQTFQUy9ZVW5zUjZodmFLd3lHUFhUZENyRlh3RFl6M29DRWZXSmdaN0lqdDI4ZHJXMFE5THRieFNFdk15czNZaFlHb3ZhVzlaNzBBK20ybHQxaUZnYWk4eXMzVEFLUWw2SHBOdi81cldydHB0V0lLSUJZNkFuc25NTkZSWHRPcFZpc1NnSzBaZktGQjN5T1F0dzlQalFMWThmUGY0MTVITVc0Rktab3NOb0ZLSjBLc1hpaG9xSzlpSDdRQ0lhVWtQZVo5bEQ1bjlxekpqUk15Ykt2UHR4TkEyMkNwVWFyYTN0MzJsVlpiK3g5VmpvMlkyWCtVMXdsS0JBQXNuVUJYUG5ZRjNTbWtGcjR0SForUUJmL0drTHZqcjR2eEFoL2tjdkl2S1dTbkZ0VUU1T2RvdjNhTnQ2SHZmb0lhOTFMMEw4djliV2RwUmN1RFRVSDBXUEl4RUxiVDBFR2h5M1ZJcHJtRGd4d0VOMCtQTytBNGZpTDVVcEpOdlNVaUR6ZnV1WnpxdFNYMGY4NnQvamVsVzFDSW00VFNzeHJFRmxSZmVnRFp6c0Z1L1Jkb0QzYUNLeXhuM0M1Rm1lTXY4R2I3OWZpWHZ6OTR1Q0lJaFBTeEFFTVNkL3YranQ5eXZSVStiZjRENWg4aXhiWHhjUkVSSDFlTVBiZTV5SHpPOWJUeDkvOGNPNGxXSnpTMHUvZzN4elM0djRZZHhLMGRQSFgvVDA4Zi9hM2NmbjU3YStIaUlpSXJJazlaRDVmdXJwNDY4UC9NMU04WHpwcFQ2RGZNbUZpMkxBakptaXA0Ky8za1BtKytuenlOY2hJaUtpWitBdW14emdJZlBUL0hMU1ZISHJqcDJpd1dDMENQQUdnMEg4NjdZZDRpOG5UUlU5Wkg0YWQ5bmtBRnVQbTRpSWlQcnBWUyt2TVI3ZWZsOTUrdmlMQzVaOElOYmR2bU1LOG5XM2I0c0xsbndnZXZyNGl4N2VmbCs5NnVVMXh0YmpKU0lpb2dGd24rQzd6RVBtZjkvLzE5UEY0OStjRkk5L2MxTDAvL1YwMGNQSHY4UGQyemZXMXVNam91ZUg2M0pFTDZnM3Zmd21qWENRNUVNQ1h3Q0FDS1VvR0Jkb3I1V3JiRDAySW5wK0dPaUpYbUJlWGw3T1JvZFJmd0tBRVlhT3RUZHUzT2l5OVppSWlJaUlpSWlJaUlpSWlJaUlpSWlJaUlpSWlJaUlpSWlJaUlpSWlJaUlpSWlJaUlpSWlJaUlpSWlJaUlpSWlJaUlpSWlJaUlpSWlJaUlpSWlJaUlpSWlJaUlpSWlJaUlpSWlJaUlpSWlJaUlpSWlJaUlpSWlJaUlpSWFGajZmeld2c3IydTNRK3NBQUFBQUVsRlRrU3VRbUNDIiwKCSJUaGVtZSIgOiAiIiwKCSJUeXBlIiA6ICJmbG93IiwKCSJVc2VySWQiIDogIjExNjUyOTc2OTMiLAoJIlZlcnNpb24iIDogIjI2Igp9Cg=="/>
    </extobj>
    <extobj name="ECB019B1-382A-4266-B25C-5B523AA43C14-4">
      <extobjdata type="ECB019B1-382A-4266-B25C-5B523AA43C14" data="ewoJIkZpbGVJZCIgOiAiNTA4NzE4Mzk0Nzk4IiwKCSJHcm91cElkIiA6ICIxMzEyNjI5NzAwIiwKCSJJbWFnZSIgOiAiaVZCT1J3MEtHZ29BQUFBTlNVaEVVZ0FBQStVQUFBTFpDQVlBQUFEUkRJRG9BQUFBQVhOU1IwSUFyczRjNlFBQUlBQkpSRUZVZUp6czNYbDRUR2Y3Qi9Edm1jbENSSUttcXJFa2FaR0pKWnVpWWxlbFJXMVZXK3hyN0V2c0ZQWHlXcHEyaXRwcUtiL2FsYUpxTFdwWEVwRlVGbXRDUWtnaSt6NXpudDhmalhtTkpMVmxja3g4UDllVjY4MmNPZWM4OTh6YzljNmRad09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PaHBrdElCRUJHUjhUbFVxK1VpcWRWTkpDRzVDa2xVa0NUWUNpR3BsWTdyZFNCSlFpY0VraVFoeFFoSlhJRXNuNHk0Rmh5bWRGeEVSRVQwWm1CUlRrUlViTlV4ZDNUT0dTUkowakJJVW0wQUtHVmxCZnQzSzhERzFnWm1hdGJrQUtEVjZaQ1VsSXo3OTJPUWxwNE9BQkFDUVRMRUQzZkNycXdEb0ZVNlJpSWlJaXErV0pRVEVSVkRqdFZjNjBNdGJaWWs2YjNhTld2Z3M3YWZvSEhEQm5DdVZsWHAwRjVyNGRkdTROU1pzOWozK3lFRVh3MEJnQnRDSy9lS3VCNTBRZW5ZaUlpSWlJaUl5QVE0dUxpUGNISnh6LzZ3V1N2eCs4RWpRcFpsUVM5R2xtV3gvK0JoVWIvcHg4TEp4VDNid2NWOWhOS2ZLeEVSRVJFUkViM21ISnpkcHp1NXVJdmVBMzFFUWtLaTByV3R5WHVVa0NDOCt3OFJUaTd1d2xIak5rWHB6NWVJaUlpS0gwNG9KQ0lxSmh5ZDNYeFVLdW5iZHArMnhnL2YrNkdVbFpYU0labThraVZLNExNMm4rQjJSQVN1Mzd6VnNxeGRoWHVKY1RFQlNzZEZSRVJFeFFmbmxCTVJGUU9PMVZ6clMyYXFVMDBhZVptdlc3a1VLcFZLNlpDS0ZaMU9oNEhEUnVQazZUUFpRaXVhY0k0NUVSRVJGUllXNVVSRUpzN1IwYkdFVk5JMnFLSzlmYlg5dTdmQnBuUnBwVU1xbHBKVFV0Q21ZMWRFMzdzZmpzd2s5NGlJaUV5bFl5SWlJaUxUeDY0VUlpSlRWOEoyRmlCVm16ZDdCZ3R5STdJcFhSci9tVFVka2lRNW8wU1ptVXJIUTBSRVJNVURpM0lpSWhObVg3MjZIU1NNK3JoRk16UnA1S1YwT01WZTh5YU4wS0paRTBpU0dGVlJvM2xMNlhpSWlJakk5TEVvSnlJeVlSWlN5UWtTcEZLamhnOVJPcFEzeHBnUlBnQWthd3VVR0s5MExFUkVSR1Q2V0pRVEVabW9TalZybHBOVUdONmlXUlBVcXVHaWREaHZqTm8xWGRDc1NTTUFZbFNWS3JYTEtoMFBFUkVSbVRZVzVVUkVKc3BNcSs0RlNLVkhEV012ZVZFYjZUTVlrS1RTa3BYS1crbFlpSWlJeUxTeEtDY2lNbFdTcW5NTmpUUGNhdGRVT3BJM2pxZTdLNXlyVjRNRWRGWTZGaUlpSWpKdExNcUppRXpRTysrN2xnZlFxRlhMRmtxSDhzYjZ1RVV6QUZJVCsrclY3WlNPaFlpSWlFd1hpM0lpSWhOVTBsenFKRWxRdDJ6ZVZPbFEzbGdmZjlRTWtnUzFPVXAwVkRvV0lpSWlNbDBzeW9tSVRKQWtTWi9adjFzQkxwcnFTb2Z5eHFwVnd3WHZWbmdIS3BYVVh1bFlpSWlJeUhTeEtDY2lNa0ZDd0tQZUIzVWdTWkxTb2J5eEpFbEMzVHFlZ0FSM3BXTWhJaUlpMDhXaW5Jakl4RGc2dXBlUkpOaFhyL3ErMHFHODhhcFhleCtBVkxsYzFhbzJTc2RDUkVSRXBvbEZPUkdSaVpFdFJDMEFxRlpOdWFJOE16UFRxUGVYWlJsQ0NLTzJVUmlxdmYvUFoxRGFyRVF0cFdNaElpSWkwOFNpbklqSXhLZ2sxQUtBb3VncGI5aXdJVkpTVWd5TzdkdTNEMTk5OVZXKzUwZEVSR0RreUpFRjN1K1RUejU1cnVNelo4NkV2NzgvQUdEZXZIazRkZXBVbm11YU5zMjd5TjI0Y2VQeVBkZFlxdWYrWVVRRk0rNUxSMFJFUkMvRlRPa0FpSWpveFVncVZMUXdOMGVsaXZhS3RPL2w1UVUvUHora3BxYkMydHJhNExuVHAwL0R5Y2tKY1hGeE9ISGlCRTZjT0FGTFMwdFVxVklGb2FHaFNFeE1oSStQRHdCZ3hJZ1JxRjI3dHNIMVc3ZHV4WUVEQnhBVkZZWFEwRkJZVzFzak9qb2EvdjcrV0xObURicDI3WXEyYmRzQ0FMUmFiWjdZWkZrMjZtdC9XdVZLRldGdWJvYnM3SnhLUmRvd0VSRVJGUnNzeW9tSVRJd1FzQ2xkdXJSUkYzbExTMHREUmtZR0FPRFJvMGNJRFEzRjExOS9yWCsrUklrUzZOKy92Lzd4dUhIajRPWGxoY09IRHlNcEtRa25UNTdFb2tXTFlHOXZqL1hyMTJQTW1ERkFiby80eXBVcnNYRGhRaVFtSmlJcUtnckp5Y25RYXJVSUNRbEJvMGFOMEtWTEY4eWFOUXNkT25TQXA2Y25GaTVjaUVhTkdxRmh3NFpRcTlWNVlrMU9Uc2EwYWRNQUFLR2hvWWlMaThPMmJkc0FBQU1IRG9TSGg0ZlIzaWVWU2dYclV0WjRsUE9JYzhxSmlJam9wYkFvSnlJeVBUWldWaVdOMnNDMmJkdHc0TUFCWkdWbFlmejQ4V2pZc0NGS2xTb0ZYMTlmUkVWRndkN2VIaXJWUHpPZ2xpMWJocFNVRkZ5NmRBa1dGaGJZczJlUC9qNGpSb3hBdDI3ZDlMM2pqM3ZLSXlNamNmbnlaYno5OXRzNGUvWXNBS0IzNzk1bzE2NGRCZzBhaEw1OSswS3RWaU1xS2dwZmZQRUYxR28xNHVQajhjNDc3MkQxNnRVNGVmSWtzckt5MEt0WEw3aTd1MlBVcUZFQWdQbno1Nk5kdTNhb1hiczJsaTVkaXZqNGVLTytUd0JnWlZVU0NZbFNhYU0zUkVSRVJNVVNpM0lpSWhNakFhVkxsYkl5YWhzREJnekFnQUVEMExCaFEvejAwMCtRWlJrUEh6NkV2YjA5aGc4ZmpxMWJ0NkppeFlvQWdFbVRKcUZzMmJJSURBeUVUcWZEeUpFam9WS3AwTDkvZjJpMVdyUnMyUkl0VzdZRW51b3A5L0x5Z3J1N08vejkvVEZ4NGtRY09IQUFKVXFVd0JkZmZJRjY5ZW9aeEpPUWtBQkprdkQ5OTkralo4K2U2Tnk1TXpwMDZJREZpeGZEMHRJU3BVdi9VeE5iV2xyaXZmZmVnN096cy82WXNaV3lzb0tBeEo1eUlpSWllaWtzeW9tSVRJNWtZMlZsM0tMOGFSWVdGcWhRb1FKKysrMDMxS3BWQ3pZMk52b0Y0TXFYTHc5emMzTzBhTkVDenM3T0dEMTZOSll0VzRZMWE5WWdKU1VGOCtmUGg1V1ZsY0djOHNqSVNIaDVlYUYwNmRMNDY2Ky9BQUQ3OSs5SDc5NjlJVWtTN08wTjU4cy83aWtIQUd0cmEvMWNkanM3TzRQenNyS3lZR2xwV1VUdnlqK3NTbGtCUXJBb0p5SWlvcGZDb3B5SXlNUUlDSUVpMkM3czVzMmIwT2wwNk4yN042cFdyWXBidDI0aE1qSVNsU3RYUnQrK2ZTSExNdTdldlFzSEJ3YzBiZG9VbjMzMkdjNmZQNC8wOUhTY09YTUc3ZHExUTU4K2ZUQng0a1JzMzc0ZGVLS25QQ1VsQlJZV0Zzakl5RUJRVUJES2xTdUh4TVJFckZ5NUVtcTFHbzBiTnphSTVjYU5HL2pqanoveWpmUGh3NGZJeXNvQ2N1ZS9wNlNrNE83ZHUwaFBUMGQ4ZkR3U0VoSlF0bXhabzcxUEVvdzN0NStJaUlpS1B4YmxSRVFtUm9LVW5KcWFadFEycGsrZmp0T25UME9yMWVMTEw3OUVuVHAxY09iTUdheGF0UW9iTjI0RUFGeTRjQUdyVnEzQ3VuWHJBQURYcmwxRFptWW1aRmxHZW5vNmpoOC9qdDY5ZStPdHQ5N0N6Smt6OGZEaFE0UFYxNGNPSFlyTGx5L0R5OHNMZS9mdXhhaFJvNUNjbkl3OWUvWmc0Y0tGMEdxMVNFeE1oSjJkSGRMVDAvUDBuaisyY2VOR2hJZUhJeWNuQjlIUjBaZzNieDRxVktnQUFEaDY5Q2l5c3JMUXAwOGZvNzFYcVdtcGdJUmtvelZBUkVSRVJFUkVydzlIRjdlMURWdDhJb3dwTEN4TVpHUmtDQzh2TDVHY25DeUVFS0ovLy81aTJiSmwrblBHang4dnRtN2RhbkJkV2xxYTZOYXRteEJDaUsrKytrcjg5Ny8vRlg1K2Z2cm5XN2R1YlhEK2pCa3pSRnhjbk1IeFBYdjJDQ0dFdUhyMXFwZ3hZNFlRUW9qWTJGaHg0c1FKZzJ1OXZMeEVXbHFhK1B2dnY0VVFRdno2NjYraVk4ZU9vbS9mdm9YMlBqd1ByK2F0aFpPTDJ4cWw4NEtJaUloTUUzdktpWWhNanBTU2xwWnUxQmFjblozekhCczJiQmlXTEZtQ2dJQUExSzFiRjdkdTNjTDgrZlB6dmY3VXFWUHc5dmFHdDdjM0ZpMWFsR2YxZFFEbzFLa1Rac3lZWVRBSGZQcjA2Ymg1OHlZMmI5Nk1odzhmSWlrcENTRWhJVEEzTndjQTNMdDNEMjV1YmpoOStqUnljbkx3NmFlZm9rMmJOcWhZc1NKV3JGaUJ1WFBuWXZYcTFkaTFheGM2ZCs1c3BIZkhVR3BxR29SZ1R6a1JFUkVSRWRFYndjSEZiVTdWV25XS3BoZjRpWjV5SVlTUVpWbE1uanhaZUhwNmlvRURCNHI3OSs4Ym5COFNFaUxxMWFzbnVuYnRLdTdldlN2YXRXc252dnZ1Ty8zenc0Y1B6N2VkcDN2UWI5eTRJVHAwNkNCV3IxNHR4bzhmTHpJeU12VFByVnk1VWl4Y3VGQ2NQWHRXWkdWbGlaU1VGTkd2WHo4eGQrNWNJWVFRa1pHUm9ubno1bUxmdm4yRjlqNFVSSlpsOFg1TlQrR29jZnRLNmJ3Z0lpSWlJaUtpSXVDa2NSL3M1T0l1SGp4NGFMUmlNeU1qUXlRbEpZbDY5ZXFKdExRMGtacWFLdmJ0MnlkNjllb2xldmJzS2E1ZXZTcVdMMTh1bWpadEt0YXVYU3V5c3JLRUVFS2NQSGxTdEc3ZFdzVEV4SWdGQ3hhSVE0Y09pUVVMRm9qbHk1ZUx0TFMwQXR0N1hKUkhSa2FLSlV1V2lOYXRXNHVBZ0FBaGhCQ3JWcTBTN2R1M0Y5dTJiUk14TVRFRzE0V0VoSWpPblRzTFgxOWZrWk9Ub3o4ZUVCQWdtalJwSXNhTkd5ZWlvNk9OOUM0SmNlOStqSEJ5Y1JjT3pxNERsYzRMSWlJaUlpSWlLZ0lPVldzM2NISnhGMytlT21PMFluUCsvUG1pVHAwNllzeVlNU0kxTlZXMGFORkMrUGo0aUQvKytFUElzcXcvNzlhdFc4TGIyMXNjUEhoUUNDR0VWcXNWb2FHaElpZ29TUFRwMDBkb3RWb2h5N0xZc0dHRCtQenp6MFg3OXUxRnUzYnRSSnMyYmNRbm4zeWk3Mmx2M2JxMVNFNU9GbTNhdEJHTEZpMFM4Zkh4QnZINCsvdUx3WU1IaTJQSGpoa2NYN3QyclZpeFlvWFFhclY1WGtOMGRMUll1SENoUVM5N1lUdDI0cVJ3Y25FWFR0WGQ2ajNIUjBkRVJFUkVSRVNtenM3T3ViU2p4azFlK2VONm94V2JUOHZNekN6d3VTZDdxQi9UYXJWNWhyWVhSeXRXcnhXT0dqZWR2WDJkb3QwNG5vaUlpSW9ObGRJQkVCSFJpNG1MQzA4QkVCbCsvVWFSdGZua1lteFBNelBMdTJhb1dxM1diMHRXbklWZXV3NUkwdTE3OS95TnUvSWVFUkVSRlZzc3lvbUlUSkdFeXhjdStrTUlvWFFrYnl3aEJQNjY2QTlKNExMU3NSQVJFWkhwWWxGT1JHU0NoSXpmN3NmRTRHcEltTktodkxHQ3I0Ymd3Y05ZQ0NGK1Z6b1dJaUlpTWwwc3lvbUlURkNPeU5nckJIU0gveml1ZENodnJDTi9uQUFBclRaTnUwZnBXSWlJaU1oMHNTZ25JakpCOTY1ZGl3Tncrc2d4RnVWS09YTHNCSVFRcDZLaXJqNVNPaFlpSWlJeVhTektpWWhNbFpCL0RiOTJBd0dCUVVwSDhzWUpDQXpDdGVzM0lBRzdsWTZGaUlpSVRCdUxjaUlpRTVVdE1uOFdFR25MVnY2b2RDaHZuR1VyZmdRZ1VyS1J0Vm5wV0lpSWlNaTBzU2duSWpKUnVVUFlmemh4OGpUK0RnbFZPcHczUnREZlYzSGkxR2tJR2N1anc4TGlsWTZIaUlpSVRCdUxjaUlpRTVhWm8vSVRRTnJTNWF1VkR1V05zWFQ1YWdpSXRHeVI0YWQwTEVSRVJHVDZXSlFURVptd21CdVhZeUhFMGlQSFR1Q1A0MzhxSFU2eGQvVDRuL2pqeEVsQVNFdHlSeW9RRVJFUnZSSko2UUNJaU9qVk9EbzZsa0RKTW4rLzg3YmQrL3QzYmNOYmI1VlRPcVJpS2Y3Ukk3VHAyQld4Y2ZFM1JFWmk3WWlJaUV5bFl5SWlJaUxUeDU1eUlpSVRGeEVSa1NuclJMK0hzWEZhbjlHK3lNbkpVVHFrWWljN094cytvM3dSR3hlZkl3dGRIeGJrUkVSRVZGalVTZ2RBUkVTdkxpbit3UjNiY3VYall4NDhhQnNTRm81UFB2NElhalgvaVM4TVdWbFpHRDUySXM2ZS93czZJWWJmQ1F2YW8zUk1SRVJFVkh6d0d4c1JVVEdSRlAvZ291MWI3K2dpSXUrMENBZ01RclBHalZDeVpFbWx3ekpwY2ZIeDhCazFIcWZQbm9jUThyVElzS0R2bFk2SmlJaUlpaGNXNVVSRXhVaFMvSU9UWmQ2cWtIUTNLdnJqWFh2MnFlektsVVAxYWxXaFVuRzIwb3ZRYW5YWXRlYzNEQjAxSGpkdTN0THFoQmdiR1JiMGpkSnhFUkVSVWZIRGhkNklpSW9oQjQyN2wwb1NXd0dwc3YyNzc2TGI1eDNSNnVNV2NLNVdWZW5RWG12aDE2N2o0SkZqMkxIclY5eTdId01BZDJTaDZ4NFpGbnhPNmRpSWlJaW9lR0pSVGtSVVRMM3pqbXVwa21Vd1VKS2tRWkNrMmdCUXlzb0s5dTlXZ0kydERjdzQ1eHdBb05YcGtKU1VqUHYzWTVDV252N1BRU0dDaFJCcnNsUE0xOXk3NTUrdWRJeEVSRVJVZkxFb0p5SjZBemhVcStVaXFkVk5KQ0c1Q2tsVWtDVFlDaUVwV3BXYnFVUVpBTkRLVXFLU2NVaVMwQW1CSkVsSU1VSVNWeURMSnlPdUJZY3BHUk1SRVJFUkVSR1JVWGw0ZUJ6MzhQQTRyblFjUkVSRVJFcml5ajlFUkVSRVJFUkVDbUZSVGtSRVJFUkVSS1FRRnVWRVJFUkVSRVJFQ21GUlRrUkVSRVJFUktRUUZ1VkVSRVJFUkVSRUNtRlJUa1JFUkVSRVJLUVFGdVZFUkVSRVJFUkVDbUZSVGtSRVJFUkVSS1FRRnVWRVJFUkVSRVJFQ21GUlRrUkVSRVJFUktRUVNla0FpSWpvemVEcDZWa0h3S1ZublBaQlFFQ0FmeEdGUkVSRVJLUTRGdVZFUkZSa1BEdzhJaVJKY3Nqdk9TRkV4T1hMbDUyS1Bpb2lJaUlpNVhENE9oRVJGUmxKa25ZSUlTQ0UwQjk3L0ZnSXNWUFI0SWlJaUlnVXdLS2NpSWlLakZhci9VV1M4ZzdTeWoyMlhZbVlpSWlJaUpURTRldEVSRlNrUER3OG9nQlVmRnljQ3lFZ1NkS2RnSUNBZkllMUV4RVJFUlZuN0NrbklxS2l0Z3RQREZ2UC9YMkgwa0VSRVJFUktZRkZPUkVSRlNsWmxyYy9PWVJka2lUb2REck9KeWNpSXFJM0VvZXZFeEZSa2ZQdzhIZ0k0TzNjaDlHWEwxK3VwSEJJUkVSRVJJcGdUemtSRVNsaDUrUGVja21TMkV0T1JFUkVieXdXNVVSRVZPUmtXZDZCM0tIcmozOG5JaUlpSWlJaW9pTGk0ZUdSNnVIaGthaDBIRVJFUkVSS01sTTZBQ0lpZWpNSklUYXBWS29jcGVNZ0lpSWlVaEtMY3FKaW9tclZxcFphZGFrNUFHQ21TNXQ1NDhhTkxLVmpJaXBJMWFwVkxaTXo1ZEtBTEtwV3JXckpmQ1VpSXFJM0ZWZGZKeW9HcWxUMXFLRTJFMXNnd1JVQWhNQVZ5THJ1RWRlQ3c1U09qZWhwekZjaUlpS2kvK0ZDYjBRbXpxRzY2eUNWbWJoa2Eydmp1bkxwdDFpNTlGdVVzYlZ4ZzFydDcrRHNPbERwK0lpZXhId2xJaUlpSXFKaW9WelZxamFPem03Ym5WemNSYmZlQThTOSsvZkZZL2Z1M3hmZGVnOFFUaTd1d3RIWmJYdTVxbFZ0bEk2WDNtek1WeUlpSWlJaUtqWWNOTFViT0dyY2JyOWYwMU44LzhOS29kWHF4Tk8wV3EzNGRza1A0djJhbnNKUjQzYmJRVk83Z2RKeDA1dUorVXBFUkVSRVJNV0Z5bEhqT3RYSnhUM0hxM2xyY2Y2dlMzbUttNmVkLyt1U2FOQ3N0WEJ5Y2M5eDFMaE81Vm9TVklTWXIwUkVSRVJFVkR4VWRuYTJkM0p4TytyazRpNEdqeGdyRWhJVG4xbmdQSmFRbUNnR2p4Z3JuRnpjaFpPTCt4RUhGNWQzbFg0OVZMd3hYNG1JaUlpSXFOaHdxRjc3VXllTmU2eXpXejN4ZjV1M0NWbVduN3ZBZVV5V1piRng4emJoN0ZaUE9HbmNZeDJxMS81VTZkZEZ4UlB6bFlpSWlPajVHWDFZb0pQR2ZiQUFlaHE3SFNxWUJHeStIUmI0bzlKeDBFdW9VY1BDVVpndGdwQkdWNnY2bnJURWJ5RTB6dFZlNlpaaDRkY3gybmN5cnQrOEpTQ0pKUkdTZGhKQ1FySUxMV1o2Y3pGZmlZaUlpRjZZMFl0eVI0MzdjUnNiNjJZMU5NN0dib3J5RVJJV2p1VGsxQk1SWVlITmxZNkZYa3hGalZ0MWN3bGJKRWllWFQvdmlOblRKNk5FaVJLRmN1K01qRXg4OWQrRjJQN0xyeEFRQVRrQ1BhTERybHdybEp2VEc0bjVTa1JFUlBTYWN0UzRIKy9lWitBTEQxMmt3dEc5ejBEaHFIRS9yblFlMEl0eDFMajJkWFJ4UzNXdDIwanNQM2pZYVBteC8rQmg0VnEza1hCMGNVdXRVdDIxajlLdm0wd1Q4NVdJaUlqbzVhbVVEb0NJL3VmdEdqV3NIVFJ1UDB1UzZxYzY3bTZsOXUvZWhqYXRQelphZTIxYWY0ejl1N2VoanJ0YktiVmF0Y0ZCNC9iejJ6VnFXQnV0UVNwV21LOUVSRVJFcjQ1Rk9kRnJvbkwxbW5WTENZdEF0VXJsUFd6d0FHemR1QmFWS3RvYnZkMUtGZTJ4ZGVOYURCczhBR3FWeXR0YVdGeXVYTDFtWGFNM1RDYU4rVXBFUkVSVU9GaVVFeWxQY3RDNFRqQlRtNTk1NSsyMzMvOTUzU3BNSERjS1ptWm1SUmFBbVprWkpvNGJoZjlidXhMbDM3YXJhcVkyUCtPZ2NmUGxIdEdVRCtZckVSRVJVU0ZpVVU2a0lDZW5XdTg0YXR3T3FpVFYxODBhTnpMLy9kZHRhRkJmdVU0L3J3L3I0ZmRmdDZOWjQwYm1La255YzlTNEhheFExZU50eFFLaTF3cnpsWWlJaUtqd3NTZ25Va2lWYXJWYndsSWRaR0ZoMGVyTEtST3dkdVVTbEN0YlZ1bXdVSzVzV2F4ZHVRUmZUcGtBQ3d1TFZpWE41YUFxMVdvWmI2SXdtUVRtS3hFUkVaRnhzQ2duS25wbURpNnVpMVJxMVNFbko4Znl1N1pzUVA4KzNwQ2sxMmZrclNSSjZOL0hHN3UyYklDVGcwTUZsVnA5ME1IRmRSR0FvaHVqVEs4TDVpc1JFUkdSRWJFb0p5cENsYXZXZXQvUnhlMk1DcXFKWFRxMVYrMzdaUXRxMW5CUk9xd0MxYXpoZ24yN3R1THpqcCtwVkZCTmRIUnhPMU9sV3UzM2xJNkxpZ2J6bFlpSWlNajRXSlFURlJGSGpXc1BNelAxWld1clV2VytXelFQWC85M0RxeEtsbFE2ckdleUtsa1NmdlAvZys4V3pZTzFWYWw2YXJVcTBOSEZ0YnZTY1pGeE1WK0ppSWlJaWdhTGNpSWpzN2V2WStXb2NWc3ZTYXJOcnJWcmxmNXQxMVowYU5kRzZiQmVXSWQyYmZEYnJxMXdyVjJydEFUVkZrZU4yenA3K3pwV1NzZEZoWXY1U2tSRVJGUzBXSlFUR1pGRFZUY1BTeHR0Z0VxbDZqZTRmeC9zMkxRZURsVXFLeDNXUzNPb1VoazdOcTNINFA1OW9GS3ArbHZhYUFNY3FycDVLQjBYRlE3bUt4RVJFVkhSWTFGT1pDUlZuRjFIcTh4d3pzN3VMZWVmVnYrQXFSUEh3ZHpjdkVqYXpzek1OTnE5emMzTk1YWGlPUHkwK2dlVUxWUEdXV1dHYzFXY1hVY2JyVUVxRXZubHEwNm5VenFzVjJhUXIyWExNbCtKaUlqb3RjT2luS2lRVmRSbzNuTFN1UDJtVnFtK2IralZ3SEx6VDZzUmNPa3ZDQ0VLdmEyTkd6ZkN6OC9QNEpnUUF0MjZkY1B0MjdmenZlYkxMNy9FNWN1WDgzMXU1ODZkV0xObXpYTzEwOGpyUTd4clZ4cDE2N2hicWxXcTc1MDBicjlWMUdqZWVxVVhSRVd1b2tiemxrc3Q5eEJyQy9YM0RiMGFXQjdZc3dPTkd6WXdTaDRCUU51MmJWOHAzdlQwZE5TcFUrZVo1NjFZc1FLTEZ5L1dQMjdZb0Q2cVZYa0g3clZyTUYrSmlJam90Y0x0WW9nS2tZT3pXM01KK05uTXpNeCs5SWloNk5lckozYnMySTZiTjI4aUl5TWozMnZVYWpVc0xTM3gxVmRmNGRpeFk4OXNvMVdyVnBnK2ZYcUJ6MHVTaEVhTkd1SDMzMy9IaUJFakRKN1Q2WFM0Y09FQ2ZIeDhFQmNYaDltelp3TUFYRjFkRVJBUWdOallXR2kxV2x5NmRBbU9qbzZZTW1YS3Y3YlR0RWtUbEN4cGhZOWFOSWZmNG1WdFJZNFU1S2lwNVIwUjl2ZUpaNzRRVXR3LytTcjlMS2xVOWg5NHVtUDlqOHVoVXYyejFWbFI1TkhvMGFOeDdkcTFQTWMxR28xQlFmMHlEaDQ4aU1tVEorc2ZxMVFxZE8vZUhXdldyTUhFY2FQdzNkSVZ6RmNpSWlKNkxiQW9KeW9jYWllTit4d0JUSzVnWjZ1MnNqRERiNy8rZ3IyN2RpQStQaDV2di8wMk9uZnVuTytGalJzM3h2VHAwekYxNmxSTW5EaFJmL3pRb1VNNGZ2dzRGaXhZWUhDK21aa1poQkNJajQ5SGVubzZNak16a1ppWWlLKy8vbHBmNEtTbnA4UFMwaEluVHZ4VGExU3NXQkdMRnkvR3VYUG5rSjJkamVIRGg4UEx5d3R6NTg3RnBFbVQ0T25waVNGRGhtRG56cDFJVEV4RWx5NWRNSExreU9kdVI2MVd3OW5oWFR5SWpiT1BUY280NnFSeFgzZzdMSEFtQU5NZi8xdzhxWjAwN25Oa0lTWlhybGhCL1ZIakJsQ3JWVWhPVGpKS0hpRjNTb1VzeS9yN3F0VnFMRm15NUYrRC9PYWJiM0RreUJHRFk0OUhuSHp5eVNkNXptL2J0aTFHalJxRnYvLytHMWxaV2JDd3NJQ1BqNC9CT1ZaV1ZyamkveGZxdVdvUWZ2MkdmV0pxeGg5T0d2Y0Z6RmNpSWlKU0NvdHlvbGZrNU9MaUlJVEZaa2p3NnREMkU4eWRQUVBXcFVvQkFKWXZYNDc0K0hoOCtlV1h6N3lQaFlVRkxDd3M5STh6TXpOaFoyY0hLNnU4QzBhbnBLUmcyTEJoU0VwS2dsYXJSVUpDQXVMaTR1RHQ3WTN5NWN0RHA5T2hUSmt5QUlDb3FDajgrT09QQUlBTkd6Ymc2NisvUnQyNmRRRUF3Y0hCQUlDd3NEQ3NXYk5HMzhONS92eDVSRVpHWXRteVpUaDU4dVJ6dDdOcTlXcDROZGFvOSs0L09NMVI0OVpNa3JKNzNnNE5qU3lVTjVvS3haUDUycTUxUzl5L2V4dG56cHcyYWg2dFhyMGF3Y0hCZVBqd0lSNDhlSUFCQXdiZ3d3OC94Tml4WS84MVZsOWZYL2o2K2hvY1MwOVBSK1BHalhIdzRNRUNyL3ZsbDE5UXQyNWRWSzllSGFOSDV6OTlYQWlCak14TXJOKzRXWFhneURIbUt4RVJFUlZmamhyMzQ5MzdEQlNrak81OUJncEhqZnR4cGZPZ3VLcmk3TnJGU2VPZVdNUGpRN0Z6OTE2RDkvNzA2ZFBpZ3c4K0VCOTk5SkZvM2JwMXZqL1IwZEVGZm5ZTEZ5NFVhOWFzK2RmUGQ4T0dEZUxycjc4V1FnZ1JFaElpVWxKU3hMSmx5OFNzV2JQMDU2U25wNHZnNEdDaDArbkU4T0hEeFlnUkk4U0lFU1BFZ1FNSHhOQ2hRNFcvdjcvKzNCMDdkb2dmZi94UkpDUWtDRzl2NzVkcVJ3Z2hkdXphSTJwNGZDaWNOTzZKVlp4ZHV5ajlPZEUvQ3NyWG9zb2pmMzkvMGFSSkV5R0VFTm5aMlNJaElhSEFuNnlzckh4elBpMHRUWGg2ZWhiNDM4U3RXN2ZFQng5OElHYk9uQ21FRU9MSWtTTmk5ZXJWZWM2Yk1tV0syTFp0Ry9PVmlJaUlGTWVlY3FLWFVLbFNwWkxxVXVXV3FGU3FRVFZjbkxIRWJ3SGVjM0xVUHg4UUVJQXBVNmFnZnYzNldMWnNXYjczYU51MnJYNTE2L256NStmcCtjdk16SVJhcmNiR2pSdnp2WGJTcEVuNngxcXRGcFVyVjRZc3k5aS9mejltejU2TmxKUVUvZk1PRGc0QWdNV0xGMlBod29Xb1VhTUdxbFdyaHNEQVFHelpzZ1hYcjEvSDhlUEhEWG80OC9NODdjaXlqQzZkMnNQVDNSV2pKMHl4RFFrTjMrR2djZjFSeWt3ZUhSRVJZYnhsNGFsQXo4clh4NHlkUjhlUC8vUDN3WXNYTDBLcjFlTDc3NzhIY3VlbzM3bHpCMDVPVHZwemh3MGJocVpObTJMdDJyVUlDZ3JTSDMvODM4eVlNV01NN2wyL2ZuMzA3TmtUUzVZc1FaVXFWZlRISzFhc2lHKy8vUmFEQmcyQ0pQMHpYMTZXWlp3L2Z4NWR1M1lGQU9ZckVSRVJLWXBGT1JVWjhRckxqMHVQdjAyL0JpcHBhdGMyazlSYkphQkd2OTQ5TU1WM3JNR3c4ME9IRG1IUm9rWG8xYXNYZHV6WWdmSGp4K2Q3bjRTRUJQM3Z2cjYrQmtWR1Nrb0tPbmZ1akY5Ly9SV2xjb2ZDUDhuTXpBd1pHUm1JaW9yQ3laTW5jZlBtVGNURnhTRStQaDZ5TE92bm9UOTY5QWhxdFJxMnRyWll2bnc1TGwyNmhPam9hS2hVS3BpYm0yUEhqaDNZdkhrejNucnJMYXhjdVZJL0YzakFnQUZJVEV3RWdKZHFwMEtGQ25qUHlSRzd0bXpFQXIvRitPbm5MWU5GU1Z1dlNwcmFQYUxDY3NjNm14aFR6ZDluNVd0UjVWRldWaFpDUWtKZ1pXV0ZEUnMyb0ZhdFd0aTZkU3NBSUM0dURnTUhEdFEvZmxMYnRtM1J0R2xUL2VQVTFGUU1IVG9VSlV1V05EalB4c1lHc2l6ajRjT0g2TmV2SHk1ZHVnUUFjSEZ4Z1ptWkdZS0NndURtNWdZQUNBa0pnWm1abWY0eGdHS1hyMFJFUkdRNldKUS9KU3NyQzVhV2xrcUhRYThwUjJmWFlZRDBiYmt5WlVyNHpaK0Q1azBiNXpubndvVUxtRDkvdnI2bmNPalFvZm5lNityVnEvcmZuNTVQZnZEZ1FkU3FWUXUydHJhNGR1MGFhdFdxWlhEdDlldlgwYmR2WDFoYVdzTER3d056NXN4Ukg3U2VBQUFnQUVsRVFWU0J0YlUxK3ZidGl5RkRocUJodzRZQWdBRURCbURvMEtHb1g3OCtrRnVBYWJWYVpHZG40OWF0VzZoUW9RSzBXaTF1M2JvRkh4OGZnMVd6SzFhc2lPN2R1NzlVTzArK3JwblRKcUZ4d3dhWU1IVm16VWNKQ1g4NU9ydU5pd2kvc3ZLVlBnaDZMcy9LMTZMS295Ky8vQkk3ZCs1RW5UcDFFQk1UZzBXTEZpRXdNQkI3OXV5QlNxVkNnd1lOQUFEMzc5L0g5OTkvYjdDNFlZVUtGUXhpWHJwMEtXUlp6dE5UL3RpS0ZTdncxMTkvR1J4cjJyUXBqaDgvcmkvQ3o1NDlpK2JObTBPbE10d1ZsUGxLUkVSRXhaSXg1NVNucHFhSzVjdVhpK3pzN0h5Zi8rQ0REL0xNMlkyUGp4Y1hMMTRVUWdqUnFWTW5FUnNiSys3ZXZhdWZEOW10V3pkeC92eDVnMnNTRWhMRXp6Ly9MR1JaRmtJSXNYLy9mdjE4eDZDZ0lOR3BVeWY5dWFHaG9lTDY5ZXRDQ0NHaW9xSkVyMTY5Q295L2VmUG1JalkyOWlWZi9mTjVuZWFVdjhyclVEcjJLbFZxbDNWMGR0dnQ1T0l1dlBzTkVURVBIaFlZNitNOE9YUG1qQmd4WWtTQjU3VnAwMGJjdVhNbnovR2NuQnpScFVzWHNXZlBIaEVkSFMxYXRteVo1NXlVbEJSeDgrWk5nN25BNTgrZkYwMmFOQkdQSGowU1FnZ1JGaFltUHY3NFk1R1RrMk53N2JmZmZpdU9IVHNtN3QyN0o3eTl2VVcvZnYxRVltS2lFRS9NQlM2TWRwNFc4K0NCNk5GM2tIQnljUmVPem02N3ExU3BYVmJwei9WRi9PdUxlNGFpanZWNTg3V284a2dJSWJwMjdTb2VQSGdnMnJScG96L1d1WE5uY2VYS0ZSRWJHeXZhdDI4dnRGcXRhTmV1blRoOStyVCtuQlVyVm9qdzhIQ3hmZnQyRVJFUklSSVNFc1RISDM4c2J0KytyVDluNXN5WjRzcVZLL3JIUjQ0YzBjOHBGMEtJYytmT2lRNGRPdWdmZTN0NzUvbDMvbW1tbnE5RVJFUmtPbFRQY2M1cnk5emNIQmN1WE1ETW1UUHh2Tjk3MDlQVE1XUEdERHg0OEFESW5VTTViZG8weE1YRklTRWhBYmR2MzRhcnE2dkJOV3ExR2djUEhzU01HVE9RazVPRFE0Y09ZZHEwYWZydGZSNUxURXlFcjY4dkRoOCtET1RPVzB4TFM5TS9mK1RJRVlPNWthOHhsWWVIaDRQU1Fid3VLbGQzYmF3dXBicGlabTdXY2NMWWtkaTRkZ1hlS2Y5MmdlYy9PVkw1OHVYTDZOQ2hRNzQvc2JHeCtWNi9aY3NXcUZRcXRHdlhMdC9uNzl5NWc5dTNiK085OTk0ek9GNnpaazEwNmRJRlhidDJ4Y3FWS3pGcjFpeU1IRGtTWm1aNUI4U2twcVlpS2lvSzc3Ly9QblE2SGY3ODgwLzQrUGhneTVZdDJMZHZIM3g4ZkRCcTFDaFlXMXUvVWp0UGVxZDhlZnk4YmhWOHg0eUVtYmxaUjNVcDFaWEsxVjN6RGpWNGNjelhKN3hJdnI3cTUvdThlUVFBczJmUFJ2bnk1ZlhYbmo5L0hpVkxsalQ0OTFhdFZxTkhqeDVZdTNZdGtEdHlhZE9tVFNoWHJoeisrT01QeE1URW9FeVpNdWpYcjU5K0pYaXRWb3VXTFZ0aTd0eTUwR3ExK2I1T1QwOVBaR2RuSXk0dURnOGZQc1M5ZS9kUXAwNmRmMzBmalppdlJFUkVSQVpNZXZpNmhZVUYvUHo4MEtOSEQ1dzhlZEpnM21GQktsV3FoUEhqeCtzWEMwcElTRUN6WnMzUXFsVXJIRHg0RUdYS2xNSCsvZnYxNTl2WjJhRlpzMmI0NFljZk1IejRjSVNIaDJQZXZIbnc5dmJHenovL0RBOFBELzI1czJmUFJvMGFOZURqNDRPa3BDUWtKeWREcDlNaE1URVIxdGJXS0ZPbURNYU5HNGZ4NDhlamJkdTJ4bmxUWHA2WnU3dDdjNVZLMVZFSTBSSEFPUUJHV1lXNFU2ZE9lUFRvMFRQUG16UnBrdEx2azhwUjR6WUxrS1pYdEg5WHZmanIvNktPaC9zTDNjRER3K05mRjNwNzJybHo1N0I2OVdvc1c3WXN6OURheDRLRGczSDA2RkY4OTkxM0JzZXRyYTB4YXRRb2ZQVFJSeGcwYUJDeXM3T0IzSzJmbnZ4RFFXUmtKTFp0MjRZWk0yYkF4c1lHNmVucHFGKy9QdHEzYjQralI0OGlKU1VGblRwMUt2QTFQVzg3K1ZHcFZCZ3hkQ0ErckZjSFl5ZE9xeHdWZmYrNGs3UGJWN2ZEcjh3RElQL3J4WWFLTEYvek0yZk9ISnc2ZFNyZjdlcDBPaDNVYWpYMjdObFRWT0U4OXNyNUNpUG1rWXVMaTBFN3ExZXZScDgrZmZLMDM2RkRCNnhhdFFwQlFVR0lqNCtIbzZNajdPenNETTdwMnJVclVsTlRrWjZlam80ZE8rTFFvVVBZc1dNSE5tN2NpQUVEQnVTNXA0V0ZCWDcvL1hjQXdPYk5tOUcwYWRObi9oRUpoWnV2UkVSRVJBVXk2YUljdVVYejVzMmI4ZmJiQmZkY1BtbjY5T2tJRFEwRkFFUkhSMlBLbENsUXE5VlFxOVU0ZXZRb2F0YXNpUWNQSGlBbEpRWDc5dTJEcjY4dnRGb3RiR3hzc0dIREJxalZhbVJuWitPNzc3NkRuWjBkYnR5NEFTRUVzckt5MExkdlgxU3JWZzFDQ0V5ZVBCbXhzYkY0OE9BQmZIeDhNSG55Wk5TdFd4Y3JWcXpBdkhuejhORkhIeG41blhtMlNwVXFsU3hmdnZ5blFvZ09BRDZUSktrc2NudDZqVG5rZHN1V0xRYWpEQllzV0FBbkp5ZDA2OWJONEx3bjUxZ1h0WXBWWFN1Wm0rRm5TWkthZnRxcUplYi9aeVpzU3BkKzVmdkd4TVJBcTlVaVBqNGVEeDgrTkZpczZ0aXhZNWc1Y3labXpacWxuL3Rhb2tRSnBLZW5JeTB0VGIvZ1cyaG9LT3p0N1pHVmxZV0VoQVNvMVdvQVFIaDRPUGJ0MjRmZmYvOGQvZnIxUTRNR0RiQmd3UUxzMnJVTFU2Wk1nVWFqQVhJWDFlcmZ2ejgrK09BRGJOMjZGWDUrZnBneVpRcDhmWDNSc21WTGczaDFPcDErLytvWGJlZmYxUEZ3eC83ZDJ6RDF5em5xQTRlUHpuSFV1SDZVbzBXdjZCdEJVUVZkbzFTK0ZtVGd3SUZvMHFSSm51TUpDUW1ZTm0xYWtjYnlzdm42S3AvdmkrVFIwOUxTMHZEZWUrK2hlZlBta0dVWmQrL2VoYm01T1FDZ1ZLbFNHRHAwS0RJeU1wQ2RuYTFmSWQzUzBoTHg4ZkZBN2tLSFpjcVV3ZUhEaC9IdXUrOUNraVJNbmp3NVQ2SDl6VGZmWU8vZXZRYkhNak16b1ZLcGNPellNU0NmblF6eTh6TDVTa1JFUlBTOFRMb28vL3Z2di9YRHcrM3M3QkFiRzJ1d29qVUEzTHAxUzcrbGoxcXR4cng1OC9EdzRVUE1tVE1IRHg0OFFLTkdqZEMvZjM4RUJRVWhKQ1FFdnI2KzZObXpKNjVjdVlMZzRHQjA3dHdaMzN6ekRlTGo0ekYxNmxTVUxsMGFuM3p5U1o1ZW8wOC8vUlRJL2NJM1lNQUFyRnk1RW5mdjNzV1lNV1AwS3dyZnVIRUQxYXRYeDRZTkc0cndYVExrN3U1ZVJwS2s5cElrZFFMUUdvQytLbnhjMStTK0xxT3RGbDJpUkFtRHgrbnA2WGpublhmeTdYVlVncE96YTN1aGt0YVhMRkdpM0t4cGs5Q3RTK2RDdS9leFk4Znd5eSsvd056Y0hMMTc5OWIzQUs1WnN3YWJObTNDdkhuekRFWjhsQ3RYRHMyYk4wZTdkdTFnYVdrSnJWYUxraVZMNHNzdnY0U1hseGVzcmEzaDUrZUh0V3ZYWXZ2MjdXalRwZzAyYjk2c1h4eHI0OGFOMkxoeEkyYlBubzNObXpkRHBWSmgrdlRwMEdnMEdEVnFGSVlNR1FKSFIwZk1uRGtUMzMvL1BXN2R1Z1ZKa3FEVmFpR0VnSmVYRjNidjN2MVM3VHlMVGVuUytHSHgxOWk2WXhlKyt1K2lwc2pLdk9MazdOci9kbmlRdm9wNkhmSzFJSHYzN3NXNWMrZnlISC9jczF4VVhpVmZrNUtTOFBISEh4czlqMXEwYUlFSkV5Ym8yeTFWcWhSbXpKaUJ3TUJBREJvMENPYm01aGc4ZUxEKytaNDllK2FKdFczYnRwZzNieDc4L1B5QTNPbEJhclVhczJiTkFuSzNQbnVhcjY4dmZIMTlYL0FkemQvejVDc1JFUkhSeXpENkYxbEhqZnZ4RCt2VmFiWmx3NXBDdi9jUFAveUFxS2dvSEQ1OEdCY3VYTUF2di95aTN3Y1h1WHZodXJtNTZYdGNTNVVxaFpvMWEyTC8vdjJZTVdNRy92T2YvMkRJa0NGWXUzWXRQdnp3UXlRa0pNRGMzQnl6WnMzQ0w3Lzhnc3VYTDJQdTNMblE2WFRZc0dFRHdzTENzR2pSSXJSbzBRTGJ0Mi9QTTZUeWNVeVdscFlZTkdpUXZpamZ0V3NYWW1OajBidDNiM1R1M0JtREJnMkNTcVg2MS9zVWxoNTlCK0hjaFV1bnk1YVVOa3FTMUZXU3BHWUF6SjdzV0h6eWp3dVAvOWdnaExnaWhGZ1BRRktwVkpJUVFpV0UwUDhPUUhyOEdJQjVmbTNMc215ZWU3NEVRQlVRRURBNXYvTzZkZXVHcVZPbnd0Mjk0S0cybnA2ZWEzTjNsbExsM2srU0pFa2ZCd0JWN3JaVCt2aHlIejk1L3RPUDgxeXZsWVZEZXJaNHYycTFxbGo2elNKVWZkK3B3SmdLMDUwN2QyQmhZWkZucGVubmxaT1RBN1ZhWFdBeHJOVnE4L1FpUmtkSDUxdklGSFk3eitQYTlac1lNM0VLd3EvZGdCQzZPV1ZLcUtPVXp0ZW5ydzhJQ05EdmJUZG56aHc0T2pyQ3k4c3J6MzJTa3BJd1o4NGNnK0hybnA2ZUcwMGhYNHNxajU3MFBOTWVYamVHK1NxbVJvUmRXZkFjbHhFUkVSSGx5NlI3eWtlTUdBRUErb1hWdW5YclpqQUV1bTdkdXBnN2R5N3M3ZTMxeC9idDI0Y05HemJnMTE5L1JlL2V2ZEd5WlV0OCtPR0hzTFcxeGIxNzl6QnMyREFJSVhEcDBpWDlRa0JxdFRyUFBNVXZ2dmdpM3krU2ozdktrZnRsTlQ0K0hqMTc5c1RVcVZPeGNlTkdqQjgvSG84ZVBjS1VLVk9NOUs0VUtGc0lJVC9yTTMvaU5ibXBWS3JGVHg1Ly9OelQvL3N2OXhKQ0NDMEFJVW1Tak56UEtDWW14dUM4MU5SVWpCbzFLdDlDWVByMDZXalZxaFVrU1dyMWVBRnNBTElrU2FLQXgzSnVld0tBblB2ODQvYWZlVDJFVUFrSW1KdVpBeWk2RWRGVnFsUjVwZXNmRC8wdFNINkY4c3NVVWkvVHp2T1FKT1MrNTNxSzU2cytKLzZYSHdZT0h6Nk13TURBUFBmSnI2ZGNrcVJHcHBDdlJaVkhUeksxZ2h4NThsV1kzZ3NnSWlLaTE0cEpGK1V2SXpBd0VDZFBuc1NaTTJmZzRlR0JzMmZQQWdER2pSdUhpaFVyd3NMQ0FnY09ITUNaTTJjTWhqMWV2SGdSang0OVF1dldyUUVBTzNic0tMQ25YSlpsZlBiWlo4akl5SUNscFNWbXpweXBuNGU1WnMwYWd5SDJXcTBXZCs3Y2dhMnRMV3h0YlkzeW1pVkowZ1lHQm02b1VhUEdGbk56YzBkSmtocElrdlNKSkVsdEFaUitlanB1N3Bma2ZiSXM5MUdyMVNJcEtVbFlXRmpJWm1abXd0emNYTVRIeDh0bVptYkN3c0pDaElTRWlOd0ZqM1RQRVlyWXNHR0R3WHp5czJmUFl2MzY5ZnFWbEovMmVKUkRRRURBcTFXdEw4REoyYlY5Y0VqSSt2WmY5Q3owNGV1VVYrNXdZR1JtWlQ2U1pORS9Jang0THdDOEJ2bjZOSkdZbUlpN2QrK2lWcTFhYU5Tb1ViNXJXV1JuWit1bnYxaFlXTURaMlJrQkFRSHZ2L1FiOUF6TTE2S1ZOMTg1ZkoySWlJaGV6UnRYbFBmdTNSdXpaOC9HNk5HajhjRUhIeUFsSlFWVHBreEI2ZHhGa2ZyMDZZTTVjK2FnZWZQbUJrWDN5Wk1ub1ZLcDlFVzVMTXNGYnIralVxbXdjT0ZDV0Z0YlkrellzZEJvTkxoNjlTcWlvcUlRSFIyTnUzZnZJam82R2lrcEtlallzU01xVktpQXlaTW5vMEdEQmtaOTdTRWhJZGtBcnVYK2JLaGF0YXFsalkxTkt3RHRBWFNVSk1udWlZSW5LekF3TUxHd1kzaDZQdm14WThmUXRHbFRaR1ptSWprNUdZNk9qb1hkNUF1N0hSNjB0MkpWVnplSWpKK256dnhQMDVPbnp4WGFRbS8wUDhrcEtaajY1UndjT0h3VVFzaC9QcjF3MXV1UXIwK0xpSWpBcGsyYjhod1BEZzVHaFFvVkRJcjAwTkJRMk5uWllmTGtmR2R0RkJybWE5RjRWcjRTRVJFUnZheGlWWlNucEtRZ0tpb3F6OVk3VDNycnJiZGdZV0VCZjM5L09EczdZLzM2OVJnNGNLQytLTGUwdEVST1RvN0JmcnJJL2RMZHExY3YvZVBldlh2bk8rd3lMUzBOZmZ2MlJZMGFOWEQzN2wzOThhVkxsOExPemc2VktsV0NwNmNuMnJkdmo3Rmp4K0tYWDM0eDZwenlmM1BqeG8wc0FQdHlmM3c4UFQyYkNpRTZBK2hZRk9zTlJFVkY0ZVRKay9EeDhjSHAwNmR4N3R3NXpKOC8zOWpOUHBmY0w5c3RIRFZ1czM0L2RIUjYwTjlYWDNxTEtjckwvM0lneGs2Y2hxam8renBKRWw5RmhBVTljNHNwcGZNVi95dzhCM2QzZDhURXhHRFJva1g0OXR0dkFRQVRKMDVFMDZaTkRSYnBVNnZWUmJaNFlYSEsxOFRFUk96YXRVcy9EZWpRb1VQWXVYTm5nYU5waXNMTDVDc1JFUkhSOHpMNW92eHhUOW14WThmdzdiZmZZdmp3NGY5YWxKY3VYUnFyVjYvR2hnMGJNR2pRSUZoYlc2TkxseTRRUXVEUFAvL0UzTGx6TVduU0pLeGF0UXBXVmxZWVBIZ3djbkp5RUJZV2h0cTFhK3Z2czJuVHBnS0hyK2RuNWNxVmVZNDkzb0xvTmFFTENBZzRCdUFZZ05FZUhoNlZqZDJnbjU4ZjJyVnJoeXBWcXVRN04vZnk1Y3VvVUtFQzNuMzNYV09IVWhBNUl1ektyTXJWWFk5RzM3dTNxWHVmUVpYSGpSb0duMEg5bjJ0MWNXT0tpb3JLczRYY3M2eGR1L2E1dGlzekpsbVdzZUxIOVZpOGJBVjBPdTFkblN5ODcxNExPdlVTdHlyeWZIM1M4ZVBIOVgvSWUyejE2dFg2blJhUXV5LzM5T25UaXpJc28rZnJpK3pQbnBTVWxPOSs5NW1abWREcGRQb3QvaDdyMjdjdit2YnRDd3NMQ3h3N2Rnd0pDUW42TFNtZnRWWkJXbG9hRmk1Y2lHUEhqc0hDd2dLZmYvNDVoZzhmL3NyejFRc3hYNG1JaUlnS1pQSkYrYlZyMXdBQXk1Y3Z4L3o1OCtIaDRWSGd1VHFkRGx1M2JzWHg0OGVSbVptSkgzLzhFWm1abWRpM2J4OENBZ0t3ZS9kdUxGaXdBQTBiTm9TcnF5dkdqaDJMbXpkdjRvc3Z2b0N0clMzZWVlZWRmTytibXBvS3JWWUxTWkp3NjlZdHVMbTVRYXZWSWlVbDVYVXJ2SitYZlBueTVVaGpOckJ5NVVyY3VIRURzMmZQTHZDY3ZYdjNvbXJWcXZEMjlqWm1LTTkwOTFyUXFTcFZhcnVKa3RwMWZvdVhkVHg3N2k5OHMzQXUzaW1mZHo1eFViRzN0OGYrL2ZzTmpzWEV4TURiMnhzSERoeklkNDkzYTJ2cklvd3dyd2NQSDJMODVCazRkK0VpaEN4K2xUUGtBWGZ2QkNjOHg2WFBZdlI4ZlpKV3E4VzJiZHVRbloyTnFLZ29WS3BVQ1FBd2V2VG9aKzdQWFJTTW5hL1B1eis3cmEydGZpL3d4eTVkdW9RdnYvd1NjK2ZPMVMraytUUXJLeXQ4Ly8zM0dEWnNHS0tpb3BDYW1wcW5nSC9hL1BuekVSOGZqOTkrK3cwUEhqeUFqNDhQM24zM1hYVHUvUEx6NjQyWXIwUkVSRVFHVEw0b0wxT21ETHk5dlRGOCtQQTg4NVdmcGxhcllXNXVqdkhqeDZOR2pScjY0MTVlWHZqdHQ5K3dhZE1tL1Jkc0Z4Y1hiTjI2RlZGUlViaC8vejRhTm14WTRIMzM3OStQNWN1WFE2ZlRvWHo1OGhnMWFoUUdEUnFFa0pBUTlPN2R1eEJmcmVuVDZYUll0V29WZHU3Y2lYWHIxcUZNbVRKQTdsenoyTmhZL1hteUxPUGF0V3RvMXF5Wmd0SCt6NTEvdm94M2NuUjJIWGJtL0lWdjIzVHNXc0p2L2h3MGI5cFlrWGhVS3BYK3ZYc3NQVDBkeUMyR0xDMHRGWW1ySU1mL1BJVUpVMmZpVVVKQ0pvUVlIeEVldEVMcG1GN1c4dVhMVWI5K2ZYejQ0WWNZT25Rb3hvNGRpNXljSEtYRE1tRE1mSDJaL2RtMVdpMVdyMTZOUTRjT3dkemNIRmV1WE1FMzMzeURZY09Hb1hIai84V1VtcHFLcTFldkFybUxiMFpIUnlNME5CU1ptWm00Y09GQ252dldyVnNYU1VsSk9IandJRFp2M293eVpjcWdUSmt5Nk5LbEMvYnUzZnZTUlhseHlsY2lJaUo2L1puMFB1V3ZNNTN1bjhXZGxlNHA3OUYzRU03LzVYOGlJaXl3dWFLQjVPN25OR3pZTU1USHgyUGh3b1Z3Y3ZyZm5zckp5Y253OGZIQmd3Y1BZRzV1anN6TVRMejMzbnRZdW5RcFNwVXFCZWsxMmplcGtxWjJiVE5KdlZVQ2F2VHIzUU5UZk1mbTJ6TmQxTzdkdTRmUFB2c01QWHIwZ0plWFY3NTdhQmUxN094c0xQQmJqSjkrM2dJQkVhSVZjdmVvc09CZ3BlTjZHVUlJc1h2M2JtelpzZ1ZyMTY1RjZkS2w0ZS92ajNYcjFpRTBOQlRaMmRrd056ZUhTcVhTTHdScGEydUxQWHYyd016TVRMSDhMY3g4ZmRIOTJaRzdTT2JpeFl2aDdPeU02ZE9uWThLRUNmRDI5b2F0clMzOC9QeGdZV0dCQ1JNbVFLUFJJQ0lpQW41K2ZnYlhoNFdGd2RiVzFtQWFpMWFyeGNXTEYzSHUzRGxjdUhBQlU2ZE94YWxUcC9URDFmLzg4MDlNblRwVnY3dkc4eXBPK1VwRVJFU213K1I3eWw5WFNoZmpyeXNmSHg4NE96dm5HZFZnWTJPRHpaczNLeGJYaTRnS0N3NnVWS25TQitwUzVaYjg5SDliQnYxMUtRQkwvQmJnUFNmbFY0NEhBRHM3TzB5WU1BRWZmZlFSZkgxOTgvU29GNVZidHlNd2VzSVVoSVNHUTVibE5WSlc4cWlvaUloTVJZSXBKQjk4OEFFYU4yNnNuMDllcDA0ZGcySFlzaXdiYlBrblNaTGkveFlVZHI0KzcvN3NRVUZCV0xod0lUSXpNekZ5NUVpMGFOSEM0SGxYVjFkczJMQUJ1M2Z2eHJCaHc5Q3VYVHY0K3ZwaTJiSmxCdWQxNk5BQmt5ZFBScjE2OWZUSEVoSVMwTEpsUzVpYm15TTJOaGJseXBVem1EOWV0bXhaWkdWbElUTXo4NWtqcUI0cmp2bEtSRVJFcG9GRk9SVXBOemMzcFVNb0ZGRlJVUmxBMU9BcXpxNkhRa0xDMTN6MmVRL2JPVE9uNGZPT255a2RHbnIwNklIbXpadGoxcXhaNk5xMUsyYk5tdld2MHkrTVllZnV2Wmoxbi9uSXlNaE0wZ2w1MEozd29KMUZHb0NSVks3ODcrdkpxVlFxeFJjQnpNK3I1dXZMN00vKzdydnY0b3N2dnNCbm4zMW04SWVKUm8wYW9VS0ZDa0R1SHkwNmQrNk14bzBiNjRldFB5a21KZ1l4TVRGd2RYV0Z2NysvL2c4ZzJkblpNRE16Z3lSSmtHVVpUKzlkLzNpazB2TXFydmxLUkVSRXBvRkZPUldaMTJrSWVtRzVFeDYwMDhuRjVXSjZodGc4Y2RwTXIxTm56bUx1N0Jtd2ZzYkNWTWJtNE9DQU5Xdlc0SWNmZnNDWU1XT3dhdFdxQWhmV0treXBhV21ZTVhzdTl1NC9DQ0hFV1VuSzdua25MTFRJRm1FenB1S1F2eSticnkrN1AzdkhqaDNSdG0xYnBLV2xHZnl4WXQyNmRmcmZNekl5c0dEQmduelhqemh5NUloKzRjdzVjK2JBMjlzYlhidDJSVTVPam40SXZxMnRMWktTa2d5dVMweE1oTFcxOVRON3lZdHp2aElSRVJIcE9XcmNqM2Z2TTFDUU1ycjNHU2djTmU3SGxjNkRONERhU2VNK3oxSGpybTNhcXAwSXZCSmM1SjkxZEhTMDhQVDBGSm1abVFiSEwxKytMR1JaTm5yN2dWZUNSZE5XN1lTanhsM3JwSEdmQjRCek9GNWZMNVd2OSsvZkYrUEdqZE0vbmpCaGd0aTNiNTlJVGs3Vy82U2xwUmxjMDdwMWEzSG56cDBDN3psaXhBaHg3Tml4UE1lenNySkVxMWF0eEI5Ly9DR0VFQ0lpSWtLMGFORkNIRGh3UUlTRmhZbVdMVnNLSVlTNGUvZXU4UFQwRk5ldlg5ZGZ1M2p4WWpGaXhBam1LeEVSRVptRTEyK2NKWkZwMHQwT0M1d3VoUGc0OGs3VXZTOTY5Y2ZxZFJzZ3krSTVMalV1ZDNmM1Y5NnYrZC9Jc3NEcWRSdndSYS8raUx3VGRRL1F0cndkRmpnZHdJdU5JYWFpOUZMNVd0RCs3TU9HRGRQL2ZQZmRkNFVTNE04Ly80d1NKVXJvZTlBZEhCenczWGZmb1VhTkdraFBUOWZ2bFY2cFVpWFVyVnNYaXhjdlJseGNIQUlEQTdGcjF5NzA3Tmt6My9zeVg0bUlpT2gxdytIclJJVW9NdnpLOFlvYWphdVVZN2xoZ2QvaXRxZk9uTWZpcitmaHJYTGxsQTdOS0dMajR1RTdaUVpPbnowUENMRS9CMWw5bzhQQzRwV09pNTdQaStSclVlN1BmdkhpUmF4ZXZSckxseTgzR1BidTZ1b0tBTGg1ODZiQkh3Zm16cDJMcjc3NkN1M2F0Y05iYjcyRk1XUEc1THRDUFBPVmlJaUlYa2NzeW9rS1dlNlgvSFpWbkYxSG56bDdidEduSGI2dy9HYkJYRFJ1MkVEcDBBclZxVFBuTUc3U2REeDY5Q2hMSjhTa08rRkJTNVNPaVY3YzgrYnJxK3pQUG5EZ3dBSVh3RXRNVE1Ubm4zK3VmM3ptekJsTW16WU5RNFlNZ2Flbko1QzdmM2xjWEJ4c2JHeVFuWjJON2R1M3c4WEZSWCtOblowZGxpNWQrcTh4TUYrSmlJam9kY1dpbk1oSTdvUUhMWEdvNm5ZcUxpNStTNzhoSTV3SDlldU5DV05Id3R6Y1hPblFYa2xPVGc3OEZpL0RtcC8rRDBLV3cyVXRldHk1RVhSWjZiam8xZnhidnU3ZXZSdW5UNS9XNzg5dVkyT2ozNS85MHFWTG1EZHZYcjc3c3o5ZWRYM3QyclVGcmx3L2N1UkkvZS8rL3Y0WU4yNGNoZzBiaHY3OSsrdVAzNzkvSHoxNjlJQVFBbXExR201dWJoZ3laTWh6dlM3bUt4RVJFYjN4dU5DYnNyalFtL0xzN2V0WU9XcmNmM0p5Y1JjZHZ2QVdFWkVGTDNyMXVvdUl2Q002Zk9FdG5GemNoYVBHYloyOWZSMHJwZDlmS2x6NTVldWRPM2RFYkd4c2dYbWgwK2xFVGs2Ty9rZXIxZXFmeThyS2V1NkZCblU2blFnSUNDancrWnljSEtIVDZaaXZSRVJFVkt4d29UY2lJN3Qzeno4OUlpeXdueEJ5ejZEZ3YxUGFkZTZPdmZzUEtCM1dDOXZ6Mis5bzE3azdnb0wvVGhGQzdoa1JkbVhBdlh2KzZVckhSWVVydjN5OUhQUTM3T3pzQ3J4R3BWTEJ6TXhNLy9Qa3Z1UVdGaGJQdmRDZ1NxV0NoNGRIZ2MrYm1aazk5ejd3ekZjaUlpSXlGU3pLaVlwSVJGalFGcTFXNTVHYW52YlgySW5UTUhIYVRLUm5aQ2dkMWpPbFoyUmc0clNaR0RkcE9sTFQwLzdTNldUM2lMQ2dMVXJIUmNiRmZDVWlJaUlxR2l6S2lZclEzUnQvMzR3SXZkSlFodnoxenQxNzVjOCs3NEdySWFGS2gxV2dxeUdoK0t4emQremN2VmVXSVg4ZEVYcWw0WjNyd2JlVWpvdUtCdk9WaUlpSXlQaFlsQk1WUFcxa2FOQWtXU2Uzdm4wNzRtSG5IbjJ4ZnVNbUNLSDhudWFQQ1NHd2Z1TW1kTzdSRjdjakkyTmtuZTZUeU5DZ1NRQzBTc2RHUlk3NVNrUkVSR1JFWEgyZFNDRjNyZ2NmZFhLcTVacU43STMvV2VEWDZ0U1o4L0JiTUFmbHlwWlZOSzVIQ1FtWU1HVW1UcHc2RFNIRTRVeXRxbGZNalN1eGlnWkZpbU8rRWhFUkZUMG5qZnRnQWZSVU9vNDNtUVJzdmgwVytLTXgyMkJSVHFTZzI3Zi9mZ0RnRXdlTnErK0pVNmYvMjZaak4vUHZGczFEZy9wMUZZbm43UG0vTUg3eWREeU1qY3VSaFpnYUdYYmxXd0N2VDVjb0tZcjVTa1JFVkxRRTBOUEd4cnBaRFkyejBxRzhrVUxDd3BHY25Bb0FMTXFKaWprUkdSYmtWN2w2elQ4ZnhNWnU2VFZnNlBzK2cvcGozS2hoTURNcm12OUV0Vm90dmx1NkFpdlhySWNzeEUyZExxZkgzV3RYTHhaSjQyUnFtSzlFUkVSRnFJYkdHVnMyckZFNmpEZFNqNzZEY1A0dmY2TzN3em5sUksrSnU5ZXVYa3lUc3QxMXNyeHB4WS9yMEwzUFFFUkYzek42dTFIUjk5Qzl6MENzK0hFZGRMSzhLVTNLZG1lQlE4L0NmQ1VpSWlJcUhDektpVjRqc1NFaHFaRmhWM29KSWZmekQ3eVMxclpUTi94KzZJalIydnY5MEJHMDdkUU4vb0ZYMG5RNnVXOWsySlZlc1NFaHFVWnJrSW9WNWlzUkVSSFJxeXVTc1lZaFllSG8wWGRRVVRSRlR3a0pDMWM2QkhvSkVXRkJHeXBxM000bHA2WnNHVGx1a21lM3p6dGgxdlJKS0ZHaVJLSGNQeU1qRTEvOWR5RzIvL0lyQkVSQWprQ1A2R3RCMXdybDV2VEdZYjRTRVJFUnZUeWpGK1VDWWw5eWNtcVJqTVUzQmtrU1pnQWdoR1M2Vyt0SVlxL1NJZENMaXc2N2NnMDFhalJ3RkdhTHR1N2NOZG8vOElxMHhHOEJOTTdWWHVtK1llSFhNZHAzTXE3ZnZDVWdpU1VSa25ZU1FrT3lDeTF3ZWlNeFg0bUlpSWpJS0R3OFBJNTdlSGdjVnpvT2VyTTVWSy85cVpQR1BkYlpyWjc0djgzYmhDekw0a1hKc2l3MmJ0NG1uTjNxQ1NlTmU2eEQ5ZHFmS3YyNnFIaGl2aElSRVJVT1I0Mzc4ZTU5QnI3dy80OVM0ZWplWjZCdzFMZ2J2UmJrbkhJaUV4QjVMZmlBVm1TNFpXVmxIWnY1bi9rWU9tbzhFcE9TbnZ2NnhLUWtEQjAxSHJQK014L1oyZGxIWlNuTE5mSmE4QUdqQmsxdkxPWXJFUkVSMGZOalVVNWtJdTZHaDkrTENMdnlzUkR5dEtQSFRtamJkdXFHdnk0RlBQTzZDeGY5MGFaak54dzlka0lyaER6dGRtaGdxOGpRMFB0RkVqUzlzWml2UkVSRVJNK0hSVG1SYVpFandvTG15MExYNU43OW1JaWUvUVpqeWZMVjBPbmtQQ2ZxZERwOHQzUTV2UHNQd2YyWW1BaFo2SnBFaEFYTkJ5QVVpWnplUk14WElpSWlvbWRnVVU1a2dpTERnczhsYTlQY2RGcmRqc1hMVnNDNy8yRGNqM21nZi81K1RBeTgrdy9CMGhVL1FxZlY3VWpXcHJsRmhnV2ZVelJvZW1NeFg0bUlpSWdLeHFLY3lFUTl1bkVqT1NMOFNsZFpKdysrY0RFZ28wM0hyamo4eDNFYy91TTQyc1pSV21FQUFDQUFTVVJCVkhUc2hndVhBdEpsV1I0VUVYNmw2Nk1iTjVLVmpwZmViTXhYSWlJaW92d1Z5VDdsUkdROGtkZUMxbFNwNm5ZdUtTbDVzOCtvOGE0QUFJRWd5THB1a2RlQ3c1U09qK2hKekZjaUlpSXlsc3pNVEpRb1VVTHBNRjRZZThxSmlvRTdONjVjVld0VDYwbXlicDBrNjlhcHRhbjFJbGpnMEd0S242K1FWMHFRVnpKZmlZaUlqRWVyMVdMUG5qMFE0bi9MdEFnaGtKR1JnWVNFQkVSRlJlSHk1Y3M0ZVBBZ05tN2NpSnljSEtQR1U3ZHVYYVNucC8vck9WOTk5UldDZzRNTGZIN2p4bzN3OC9Nek9DYUVRTGR1M1hENzl1MUNpN1dvc0tlY3FKaTRjZU5HbG9lSHgzc0FjUG55alN5bDR5SDZON241cWdHQXk2SE1WeUlpSW1QYXNXTUhrcE9UMGJ0M2J4dy9maHpUcDArSG5aMGRiR3hzOUQrbFM1ZUdyYTB0SGoxNmhKczNiMkxNbURHd3NyTDYxL3RxdFZwVXJsd1pXN2R1eGJsejUzRHg0a1dENSt2WHI0LzY5ZXMvOHg3WjJka0d4NnBWcTRZZmZ2Z0IvOC9lZlljMWRiNTlBUCtlSkV3RHVLc0lBaFlob0RLckNOcGFyYXM0U3gyNFVISFhMUTRVZDZ1aW9sTEZ2UkZRb2VLb1d0ZFByWHNnQ0NoTFZKYUt5TjZRNUp6M2owSmVJdUFFQW5wL3JvdUw1RG5QT2VmT01aTGM1MWtiTjI2VUsxZFNVb0tTa2xLRngyRVlCcDA3ZDhiWnMyY3hkZXJVOTF5UjJvV1Nja0lJSVlRUVFnajVRZ2tFQWl4YnRneGp4b3hCNTg2ZElaVkswYU5IRDZ4WXNhTFNmWjQrZlFwVFUxTWNQSGp3bmNjT0Nnb3ExMkpkNnQ2OWV4QUtoZTlOeXYzOC9MQnQyN1lLYndEMDdkdFg3cm1Ua3hQNjl1MkwvUHg4RkJZV0lqTXpFK3ZYcjBkTVRBd0FJRDgvSHlvcUtyaDY5U29Bb0VXTEZ2RDA5SHpuK1dzRFNzb0pJWVFRUWdnaDVBdld1blZydUx1N1ExZFhGMCtmUGtWaFlTRmV2MzVkcnA2eXNqSWFOR2p3U2Vld3NMQ0FtcG9hTEN3c0FBQXVMaTVvMmJJbE9uWHFKRmVQWlZuMDZORUR2L3p5QytiT25Rc0FzTGUzeDlLbFMrWHFTU1FTQ0FUeTZXcE9UZzZjbloyUmxaVUZpVVNDakl3TXBLYW1Zc1NJRVdqYXRDbWtVaW5xMTY4UEFFaEtTc0x1M2JzLzZiWFVORXJLQ1NHRUVFSUlJZVFMbFpPVEE2bFVDbXRyYTFtU2UrdldMVVJGeVUvblVsaFlpT2JObStQQWdRTnk1WmN1WGNMU3BVdWhxYWtKQUxMRU55QWdRSzVlVmxZV0ZpeFlBRjlmWHpSdTNCaHhjWEVRaVVTNGVmT21YTDMyN2R2ajRzV0w1VnJHNzkrL2orYk5tME5IUndlclY2K0drWkVSQmcwYUJBRHc4dkpDcTFhdFlHOXZqNENBQUhoN2V5TWxKUVZ6NTg1RlpHUWtkSFYxY2ZEZ1FieDU4d2JMbHk4SEFCZ2FHa0pYVjdmS3JtTjFvb25lQ0NHRUVFSUlJZVFMNWVycWlpRkRobUQxNnRVQWdJS0NBdlRwMHdjclY2N0V5Wk1uWlQvZHVuVkR4NDRkS3p4R2x5NWRjTzdjT1p3N2Q2N1MxdWRtelpyQjBkRVJhOWV1UlVwS0NuSnljdENpUlF2czJiTUhrWkdSNzQzejRzV0wrUHZ2djRHU2hMcnMrUFR6NTg5RFMwdXIzRDZsWTlwWmxzV1pNMmRnYjIrUG5Kd2M1T1RrUUNLUlFFOVBEeXpMZnZDMVVoUnFLU2VFRUZMdHVMSlR2bGF3K1YzN01nekRWSDFFaEJCQ3lOZGg2OWF0dUhUcGtteWNkVVpHQnRUVjFiRjE2MVo4ODgwM1dMeDRNVjY5ZW9WejU4NlZhLzMrV0tOR2pZS2pveU5XcjE2TnJsMjdnbUVZYUdscDRjOC8vOFNPSFRzcTNFY2lrVUJaV1JrZE9uVEFqaDA3TUdYS0ZKaVptV0huenAwQWdNVEVSS1NucCtPNzc3NERTbTRxSkNVbDRkcTFhM2o2OUNsU1UxT1JscFlHbG1YaDd1NE9BRWhQVHdlZno0ZVdsaGEyYmR1R1pzMmFmZGJycW03VVVrNElJWVFRUWdnaFg0bVltQmpaN09ZY3gySGN1SEZ3ZFhYRmxDbFQwTGh4NDg4NnRrQWd3TUtGQzNIOStuWDgrT09QQUlCZmZ2a0ZTVWxKNWJxeGw4ckx5NE5RS0VTSERoM3cvUGx6SkNjbnc5RFFFTG01dVVoT1RzYU5HemZRc1dOSHFLaW80TW1USi9qcHA1OXc4ZUpGbUpxYVl2MzY5UWdJQ0lDdXJpNVdyVnFGd01CQUJBWUdvbFdyVmxpOWVqVUNBd05yZlVJT1Nzb0pJWVFRUWdnaDVPdFFYRnlNMjdkdnc5TFNFa3BLU25CeGNVRktTZ3FlUDM4dW02Q3RJdi8rK3k5NjkrNk4zcjE3WThLRUNlODhSMFpHQmdEZzJyVnJRRW1pUG0zYU5PVGs1RlJZLzlXclYyamF0Q21FUWlIYXRHbURPM2Z1UUNBUVFFOVBEeEVSRWJoMjdScTZkdTBLQUdqZXZEbDhmSHd3ZHV4WWFHdHJReWdVNHU3ZHU0aUxpNE9wcVNrQUlEbzZHa2xKU2JDMnR2N2s2MVRUS0NrbmhCQkNDQ0dFa0srQXY3OC9URXhNMEt4Wk13UUZCV0hFaUJIbzNyMDdwazZkaWdrVEpwUmJaeHdBOVBUMHNIanhZdG1ZY245L2YvVHYzNy9DNHhjV0ZtTGp4bzFZdG13WnpwNDlpOGVQSHdPQUxLR3ZTRlJVRkl5TmpZR1NzZXVsU2YzR2pSdGhZV0dCc0xBd2RPblNCUUFnRkFyUnFsVXJ1ZjNidEdtRFFZTUdZY2lRSWRpeFl3ZVdMVnVHYWRPbWxadTV2VGFyTzVFU1FnaXAwNjVkdXlhYkViV3MzTnhjS0NrcFFVVkZSYTY4OU1PWUVFSUlJWi9uNWN1WEtDNHVSazVPRG43NzdUZTR1TGdnTEN3TXMyZlBocjI5UFFDZ1hyMTZtRFZyRms2ZVBDbTNiK3ZXcmRHNmRXdlo4d1lOR21EVXFGSGx6c0Z4SEZhdVhBbHpjM1AwNzk4ZjJkblpXTFZxRlE0ZE9nUStuMTloWERFeE1jakt5a0tiTm0wQUFHUEhqcFZ0MDlIUndWOS8vWVdPSFR0Q1EwT2owdGNtRkFveGZmcDAvUFRUVHhnL2ZqeUtpNHRsOGRTVmFXa29LU2VFRUZJamZ2amhCMXkrZkZtdXpNL1BEMGVQSHNYZXZYcy9leHdiSVlRUVFzcTdlUEVpZkgxOW9hR2hBU3NySzdScTFRcTllL2ZHeXBVclVhOWVQVm05WDMvOUZlM2J0MGZqeG8wUkV4T0RxS2dvOU9qUjQ1M0hGb3ZGc2pIYjI3ZHZSM1IwTlBidjN3OEFjSFIwaEthbUpuZzhIdExUMHlFUUNKQ1ltQWdlandkVlZWVUF3S1pObStEZzRBQS9QejlzMjdhdDNQRkw1NGt0blJXK1Y2OWVXTFJvRVRJeU1tU0pmblIwTlA3KysyK2NQWHNXWThhTWdhMnRMZHpkM1JFWUdBaFhWMWVJUktJcXU1YlZoWkp5UWdnaE5TNDlQUjJyVjY5R1ZsWVdYcng0Z2RPblR5TXNMQXhUcDA3RnQ5OStxK2p3Q0NHRWtDOUdZR0FnUEQwOTBiQmhRMnphdEFsNzkrNEZqOGNEd3pDeTMxS3BGRktwRkJLSkJJNk9qbWpYcmgxRUloRU9Iano0em1NSEJRWEJ3OE1EQU5DaVJRdHMzcnhadHA2NVFDQ1FkWFBmdW5VclRwdzRBVlZWVll3Yk53NDgzbitqcVB2MTY0ZHUzYnBCVlZVVlRrNU83MzB0NmVucHNMT3pnMUFvaEllSEIvYnUzUXQvZjMvWTI5dkR6ODlQZG9QQTI5c2IzdDdlV0w1OE9mejgvR1RuSTNXVXBhWGxGVXRMeXl1S2pvT1FEMEh2VjFKYmNTV0tpNHM1SHg4ZjdxZWZmdUwyN05uRFNhVlM3cnZ2dnVOeWMzTzV2Ly8rbS92NTU1KzVaY3VXY2FtcHFhVzd2SE81TkVJSUllUkxwaSt5dU9Mb05JNzdISVdGaFJXV3N5ekxpY1ZpcnJDd2tDc29LT0FLQ2dxNC9QeDhUaXdXZjliNWFsSnhjVEVubFVvcjNmNjVyOFhSYVJ5bkw3S285dS9XZE11QUVFSklqVGg1OGlUNjl1MkxtemR2WXV2V3JYSjN5aG1HUWQrK2ZYSHMyREZvYUdoZzBLQkJPSHYycktKREpvUVFRdXE4dCtkc0tjVXdEQVFDQVZSVVZLQ3FxZ3BWVlZXb3FhblZxUW5TbEpTVTN0a0tYbGRlUzkySWtoQkNTSjJubzZPRFAvNzRBKzNidDVjckh6aHdvT3hEVTAxTkRTNHVMdWpWcTFlbGs4SVFRZ2doaEh4SktDa25oQkJTSTZ5dHJaR1VsQVFiR3h1NWlXVUE0SC8vKzUvc2NXNXVMaTVmdmd5aFVLaUFLQWtoaEJEeUxuRnhjZkR3OElDWGwxZUYyM3YzN28xejU4NVZ1RzNpeEluWXZIbXpiS0kzbEV6aWR1Zk9uV3FMdHk2Z3BKd1FRa2lONFRnT0RSbzBxUFRER2lVZnpqU1VuQkJDQ0ttZGJ0eTRBUU1EQTZTbXB1THExYXU0ZXZVcVZGUlUwTEpsUzBSR1JpSXpNeE9USjA4R0FFeWRPaFh0MnJVRFN0WWpSOG5FYytIaDRiTGpTU1FTTEZ5NFVQWmNJQkRnOTk5L3IvSFhwVWlVbEJOQ0NDR0VFRUlJK1NBWExseEFWbFlXcmwyN2huWHIxa0ZiV3h2NzkrL0h6Smt6Z1pLVzhoMDdkbUR0MnJYSXpNeVU3ZmZQUC8rZ2QrL2U2TkNoQXl3c0xHVGxseTlmbGx2M3ZLNnNMVjZWS0NrbmhCQkNDQ0dFRVBKZVFVRkJVRlpXeHNtVEoyVmxVNmRPeGRDaFEyV3Q0NlV0NWZIeDhRZ0pDY0czMzM2TFJvMGE0Y3laTS9EejgwUFRwazJ4ZE9sU3NDd0xBSkJLcGZEejg1TWRiK25TcFFwNFpZcEZTVGtoaEpBYWxaYVdodDY5ZTFlNlhTd1cxMmc4aEJCQ0NQa3cyZG5aa0VxbG1EWnRHbmc4SHNhT0hRdUpSSUx1M2J1amUvZnV3RnN0NVhaMmR0RFcxb2Evdno4eU1qS2dyS3dNQUxoeTVRcDI3dHdKQUJnK2ZManMrRE5teklCRUlwSFYrMXBRVWs0SUlhUkdOV3JVNkwxanlna2hoQkJTKzNUcjFnM0d4c2FZTVdNR3ZMeThzR2ZQSHVUazVHRE5talZRVjFlWEcxTWVIeDhQT3pzNzVPYm13c2ZIQjFwYVdyTGpTQ1FTSERwMHFOeng4L1B6YS9nVjFRNlVsQk5DQ0treE9qbzZPSFhxMUR2cmZPMHpzQkpDQ0NHMTFiTm56M0RuemgzazUrZmo1czJiNk51M0w1eWNuREJ2M2p6NCsvc0RaVnJLYzNKeW9LeXNqTkRRVURnNE9NaDkvaXNwS1dIU3BFbmxqaDhVRkZTanI2ZTJvS1NjRUVKSWpXRVk1cXZya2tZSUlZUjhLU1FTQ1FvTEM4R3lMUEx6ODNIbHloV01HalVLalJvMXd0S2xTNUdTa2lJMysvcWtTWk5nYlcwTkt5c3J1YVM4dUxnWW16WnRLbmY4M056Y0duMDl0UVVsNVlRUVFxb2RVektWYXR1MmJiOVJWbFpPNWpoT05ydHE2ZVBjM053bU1URXhxWXFPbFJCQ0NDRVZNekl5Z282T0RpNWN1QUFuSnllc1hMa1NlL2JzZ2FHaElWeGNYSUF5TGVYdm9xeXNqRVdMRnBVckx6c0wrOWVFa25KQ0NDRTE1dEdqUjY4dExTMXZBYkI3YTlOMVNzZ0pJWVNRdXVQNjllc1lNV0lFUm93WWdYWHIxcFdiZlIwQWZ2bmxGL1RxMWF2Y3ZrVkZSVmk4ZUhHNThxeXNyQnFJdlBhaHBKd1FRa2lONGpqdU9NTXdkaHpIbFMzN1M2RkJFVUlJSWVTRHhNZkg0L256NS9EeThzS0dEUnZRcEVrVEJBY0h5MXJIcDA2ZGlxMWJ0Nzd6R0txcXF0aTRjV081OGtHREJsVmIzTFVaVDlFQkVFSUkrYnBJcGRMQTBxN3JLQmxuTGhhTGp5czBLRUlJSVlSOGtOVFVWRFJvMEFDYk4yK0dyNjh2cGsrZmpxS2lJbXpmdmgzNStmbnZUY2hMYVdob2xQc3ArLzNnYTBJdDVZUVFRbXBVZUhqNE0wdEx5NGNBTFBCZksvbjlSNDhlSlNvNkxrSUlJWVM4bjUyZEhUdzlQWkdTa29LSWlBak1uVHNYUFhyMHdLRkRoK0RrNUFTeFdBeVdaV1UvKy9mdlI3Tm16UUFBb2FHaDJMaHhJL0x5OGpCZ3dJQnl4MDVMUzRPam95TldyVnFGZHUzYUtlRFZLUVlsNVlRUVFoUWhrR0VZQzQ3andIRWN0WklUUWdnaGRRU2Z6NGRJSklKVUtzWGF0V3ZCNS9NQkFFNU9UbkJ5Y3FwMHY4REFRQUJBbHk1ZGFpeld1b0s2cnhOQ0NGR0VZeWpwdXM3ajhRSVVIUXdoaEJCQ1BnNmZ6NWUxZ0pQUFEwazVJWVNRR2hjU0VoTEJjZHdUQUkrQ2c0TmpGUjBQSVlRUVFvaWlVUGQxUWdnaENzRnhuRC9ETUJKRngwRUlJWVFRb2tqVVVrNElJYVRHR1JvYXF1UVdjOXJaQldKZFEwTkRGVVhIUXdnaGhCQ2lLTlJTVGtnZHhaVmQ1TG1DemUvYWwvbGExNXNndFVKTFEwdFRxWUE3REE1bUFCK2NRR2l0YjlUT01TNG1QRXJSc1JGQ0NDR0UxRFJxS1NlRUVGSmo5SXpNeHZNRVhKQ1dscWJaamkwYnNXUExSdFRYMGpRSG4vOUF6OWhzbktMakk0UVFRZ2lwYWRSU1hoN2YydHBhV1BxRTR6Z0JBRmhiVzJ1VmxqMTQ4Q0FYZ0ZSUkFSSkNTRjNUME5CUVU1TmZidy9EWXdaMytNNEttOWF0UXZPU0dWdmJ0VEhCN1BsdTZ2ZUNndmZvRzV2M3lwYm1qVStQamMxV2RNeUVFRUlJSVRXQldzcmZvcU9qbzh5eWJEckhjWmtjeDJVQzZBeWdjK2x6bG1YVGRYUjBsQlVkSnlFVlNVOVB4NTkvL29sMzkyd25wR2JwaWRyWmFncnFoZklGL01HenBrMkc3Lzdkc29RY0FKbzNhd2JmL2Jzd2Zjb0U4QVg4d1pxQ2VxRjZvbmEyQ2cyYUVFSUlJYVNHVUZMK2xxU2twQUlBNXl0S2Frckt6cFhVSVVUaHhHSXg4dlB6WlQ4blQ1N0UwNmRQVVZCUUlGZGUrbE5VVktUb2tNblhoYWN2TWx2SVkvalh0SnMzMC9mZHZ3c3pmcHNFUHIvOFJ3K2Z6OGZzNmIvQmQvOHVORy9XVEovSDhLL3BpOHdXQXFENUR3Z2hoQkR5UmFQdTZ4WGdPQzZReCtQOXpIRWNTdWZES24zTWNkd3hSY2RIU0tsOSsvYmgrUEhqQUFDV1paR1dsb1ltVFpyQXdjR2h3dnJmZi84OTNOemNhamhLOGpYU05UYldGdkJVdlFIbXArN2Rmc1M2VmN0UlgwdnJ2ZnZadExmRzJSTkhNZDl0dWVEUzVhdXJEVXdzdXJFb2NvcVBqSHhWSTRFVFFnZ2hoTlF3YW9Hb2dMVzF0VlpKZC9WeVNYbGhZYUZHUkVSRXJxSmpKT1R0MmRlM2JkdUd0TFEwTEZteTVMMzcwdXpycERycEdiWDdtY2ZqZXl1cktEZGV2TUFGSXh3SDQyUGZjaHpId2VkSUFGYXQzWURpb3VKVWxwVTZ4Y2VFLzFOdFFST0ZNaEJaVE9DQTRZcU80MnZHQUg3UG94N3VWblFjaEJCNStpS0xLNXFhd2g5TlJjYUtEdVdyRkJFVmplenMzS3R4VVErN1Z1ZDU2SXQ1SlN3dExhOEM2UEpXVW40NU9EajRKMFhIUmdqZVNzcHYzcnlKV2JObVFVdExDd0pCeFIxZzl1M2JCMjF0YllDU2NsSmRURTJWOVRuQk9uRE1qTmFHclpqTkhtc2hNbTc5V1llTWluNkNHUzRMOE9UcE13NE10em1Pa2N4SFJFUnhsY1ZNYWdYNjBxbFlOZldsa3hEeThmUkU1bk1ZTVAwVUhjZG40REVNVkRrTytZb081Sk14M0ttNHlOQk5pZzdqcTJSaFlUSFQwdEtTZSt0bmlxTGpJcVFVVitMQmd3ZGM1ODZkdWFsVHAzS1ZzYmUzNXhJU0VtVFBGUjA3K2ZLMEVKa2I2WnVZUHpBd3NlQVdMRjdPRlJRVVZQcCsvRmo1K1FYY2dzWExPUU1UQzA3ZnhQeEJDNUc1a2FKZkw2bGEraUtMSzQ1TzQ2cnNQVU0ranFQVE9FNWZaSEZGMGU4RFFzaVh4OUxTc291RmhZV25vdU9vN1doTWVTVWtFa21nc3JLeVoybitVdEoxL2JpaTR5S2tyUFBuejJQZHVuVVlPWElrQWdJQ01HZk9uQXJyWldSazFIaHM1T3VoTHpJYkRRWmJOWVVhOWRiOHZoVDJ2WHBVNmZIVjFGVGgvdnN5L05EWkRndVhyTFRLenMwSmJtbGs5bHRDVEpoM2xaNklFRUlJSVZWdEZNTXdYUURNVW5RZ3RSa2w1WlY0OU9oUm9xV2w1VDBBSGZCZnErU3RpSWlJWkVYSFJVaFpkKy9leFpvMWF5Q1JTSERuemgxTW1qU3B3bnFQSHordThkaklsNitKcWFsUW5WWGF3VERNQ0NzTE0zaXVYd09kRnRyVmRqNzdYajFnMXJZTlpzMWJXQy80WWRoQlBaRjV6M3llZVBJYm11ZURFRUlJcVhXc3JhMlZXSloxQktCdWFtcmFNaUlpSWtIUk1kVld0Q1RhTzNBY2Q3SjA2QzNMc3FjVUhROGhiMXV5WkFrNmRPZ0FBS2hYcng2TWpZMHIvS2xzbkRraG4wclhxRTM3ZXB6eVF6NlBOMkxLQkdjYzhkNWJyUWw1S1owVzJqaml2UmRUSmppRHorT05FSExLSWJwR2JkcFgrNGtKSVlRUThsRllsdjJPWVpoNkRNTXd5c3JLSXhVZFQyMUczOVRmZ1dYWll6d2ViMVhKVW1qK2lvNkhrTGVWbmE4dEpDUUVBd1lNcUxEZW16ZHZhakFxOG9WajlFUm1ManlHdDdwcGt5WkttOWF0Z3ExTnplYkVBb0VBODJaUFJ5ZGJHOHhaNEdhWThpYjFwcDdJZkdGOFZPaEdBRFJuQWlHRUVGSTc5QzhkQ3N6ajhmb0JXSzNvZ0dvclNzcmZJU3dzTE5yUzB2SXh3ekJGWVdGaHp4VWREeUh2WW1scENTOHZyd3EzOWVuVHA4YmpJVjhlQTRPMjMzQXFmRytHWVhyKytIMW5lTGl2Uk1NR0RSUVdqMTNIRGpoN3doOXpYWmNxWGIxK3cwTmZaTjZ6VU1JYm1Sd2JRbmVoQ0NHRUVNWGlBM0F1ZmNKeFhBY1RFNVBta1pHUnJ4UWJWdTFFM2RmZkw1RGp1Qk9LRG9LUWo1V2NuSXlrcENTRWhvWWlKU1VGYW1wcWlnNkoxR0V0VzdmckRoVittTEt5Y3M4bHJuT3hkOGRtaFNia3BSbzJhSUM5T3paamlldGNLQ3NyOTFSVFlzTmF0bTVidFRQTkVVSUlJZVNqV0ZwYVdqSU0wN1QwT2NNd1BGVlYxZUdLamFyMnF2YVdjZ09SeFFRT3FMUC9BRm1GckRxUFlhQXZzdWltNkZnK0ZRUDRQWTk2dUZ2UmNaQ2FkZm55WlJ3N2RneEtTa29ZTldvVUdqZHVyT2lRU04wazBETXhXODF3akl1QmdUNXZzOGNhdERFMVVYUk1jaGlHd1ZpbkVlanduUlZtdUxnMmV4WVhmMDdQeEd4RGZHVFlJZ0FTUmNkSENDR0VmSVhzeTY1aVZmSzRQNEFOaWc2c05xcjJwSndEaG10cUNuODBGUmxYOTZsSUJTS2lvcEdkblFzQWxKUi93ZXpzN0dCblp5ZFhObno0Y0F3ZlhtZnZoNUZhUU5ldzdiZDhKYjRmQTZiRHI3LzB3NG9sQzZGZWkzdGN0REUxd2QrQlI3QjA1V3BlNE1uVDgvUk56THV3RW5aWXdwUHdaNHFPalJCQ0NQbUtNQXpEak9jNFRtNytJNFpoN0VRaVVhT29xS2cwaFVaWEM5WEltSEpUa1RFT0g5eFRFNmNpYnhrMmVqenUzSHVnNkRBSUlYV012c2hzR0FObVp6MzFlaHAvTEhmRGdMNzJpZzdwZzZpcnFjRmp6ZS80dnBNdEZpOWYxU0V2TCsraHZvblp4TGpJc0NPS2pvMFFRZ2o1R2xoWldiVURvRnZCSm9HcXFxb2pnSzBLQ0t0V296SGxoTlJSVEFXc3JLeXVXbGxaWGExb1cxbUtqcDNVWHRyYTF1cjZJdlA5RE1Qek0ydlhWdU4wNEpFNms1Q1hOYUN2UFU0SEhvRlp1N1lhREhpSDlVWG0rN1MxcmRVVkhSY2hoQkR5cFdOWnR2ZmJaYVZkMkJtR0dhaVlxR28zU3NvSklZUUFBUFFNelMxVk5DWEJQQjV2eklTeFRnanczUSs5bGhYZDZLNGI5RnJxSXNCM1B5YU1kUUtQeHh1cm9pa0oxak0wdDFSMFhJUVFRc2lYakdHWThYaHI2ZDR5ejM4d05EVFVWRkJvdFJZdGlVWUlJUVF0amMxbThCaXNhOXk0a2NvRzl6L3dmU2RiUllmMFRvV0ZoVkJWVlgxdlBTVWxKU3ljTnh1ZDdUcGk5bnczNC9UMDlOc3RqYzNtSjBTSGJhNlJRQWtoaEpDdmlLbXBxWkJoR044eVJmMDRqak5nR0dZelNoSnpvVkQ0RFlCc3hVVlorMUJTVGdnaFg3RVdJbEVqWmFnY0JNUDA2V1RiRVo3clY2RlJ3NGJWZnQ3MDlIUWNPblFJTTJiTUtIY252U3h2YjIra3BLUmc3dHk1c2pLTzR6QjA2RkI0ZW5yQ3dNQ2czRDVMbGl5Qmc0TURMQzMvdjFIOCswNjIrT2RrQU1hT202RHk3UG56UHcxRTVqMkxVVFQ2QlUwMlF3Z2hoRlNaaUlpSVhBQXJTcDliV1ZscE13eFRQemc0ZU1XNzkveTZVVkpPQ0NGZktUMWo4NjRNR0IrQmtrQzdSV01OWkx4T2hQUFlzZVhxNWVmbjQvdnZ2OGZTcFVzQkFOZXVYY1B5NWN2TDFjdk56WVdTa2hKVVZGVGt5amR1M0lnMmJkcEFMQmJMeWs2ZVBJbW5UNStpb0tDZ3d0ajRmSDY1NDVSaUdBYWRPM2ZHMmJObk1YWHFWTGx0VXFrVWQrL2V4ZVRKazVHYW1pcUwwOHpNRE1IQndWQVJNUGltY1FPa3BXZjJZVG5WZUNWUjI3NXhVWSt1ZnRBRkk0UVFRZ2lwQnBTVUUwTEkxNGR2SUxKWXlRRUw5RnJxOFA5Y3Z3WkxsN2hoOWVyVmFOQ2dRYm5LMTY1ZFEweE1qT3o1RHovOGdNdVhMOHZWOGZQenc5R2pSN0YzNzE0MGJ0eTQzREYyN3R5SjQ4ZVBBLzlOQUlPMHREUTBhZElFRGc0T0ZRYll1WE5uVEo0OEdmbjUrU2dzTEVSbVppYldyMTh2aXlNL1B4OHFLaXE0ZXZXL2ZMcEZpeGJ3OVBURTdkdTNVVnhjak45Kyt3MTJkbmI0NDQ4L01ILytmRmhaV1dIaXhJbjQ2Nisva0ptWkNaRkpHOHllTTd0ZVhqRXVHWWdzMWo2UGVyZ1VnUFF6cnlzaGhCQkN5RWVqcEp3UVFyNGlCaVltZWh5bjdBY0dkZ1A2OU1ZZnl4ZERXSzhlQU1ETHl3dkt5c3JsOW5uejVnMUVJbEdGeDB0UFQ4ZnExYXVSbFpXRkZ5OWU0UFRwMHdnTEM4UFVxVlB4N2JmZnl1cE5talFKa3laTkFnQnMyN1lOYVdscFdMSmtTYVZ4NXVUa3dOblpHVmxaV1pCSUpNakl5RUJxYWlwR2pCaUJwazJiUWlxVm9uNzkrZ0NBcEtRazdONjlHd0J3OE9CQnJGKy9IdTNidHdjQWhJZUhBd0Npb3FLd1o4OGV2SG56QmhLSkJIZnUzSUdxc2hJc1RIWDVvWkd4aS9SRjVqOHlUUEh3NTVHUjhaOXhlUWtoaEJCQ1Bob2w1WVFROHBWb2FXdzJDQnh2ajdxYXF0YktwWXZ3NjhCK2N0dkhqeDhQTFMydGN2dmR1blVMY1hGeGNtVmlzUmorL3Y3WXYzOC9oZzBiaHJGang4TEd4Z2FEQnc5RzQ4YU5NWDM2ZEhUbzBBSFRwMDlIbzBhTlpQdmR2SGtUKy9mdmg1YVdGbTdldkZsaG5QdjI3WU8ydGpZQ0FnTGt4cFJIUmtaQ1YxY1hCdzhleEpzM2IyUmQwdzBORGFHcnF3dVdaYUdzckl5REJ3L2k0TUdENk51M0wwNmNPSUhKa3lmRHlzb0tJMGVPbExXVUR4bzBDTk9tVFlPUGp3LytPbjRLeTM1ZlkxZFF3SVMyTkRZYm54QWQ5bGNWWFhKQ0NDR0VrUGVpcEp3UVFyNXdPam82YXZ4NkRUZnplTHp4cGliRzJPemhqbFlHK3VYcTdkKy92OEtXOHBTVUZCZ1pHY21lbnp4NUV0dTJiY08zMzM2THJWdTN3dGpZV0xhTllSajA3ZHNYUC8zMEU3WnQyNFpCZ3daaDNyeDVzTGUzUjNCd01GeGRYV0ZqWXdNdkw2OEtZKzNUcHcrazB2Szl5Q1VTaVN6eFBuUG1ESll2WDQ2Y25CelpkajA5UFFDQXA2Y24xcTVkQzFOVFU3UnUzUm9QSHo3RTRjT0g4ZVRKRTF5NWNrV3VwYnpVb0YvNnc4ckNERFBtdW1wRlJFWUg2SW5NZGpPRjJUUGk0dUlLUCtwQ0UwSUlJWVI4Z2pxZGxCY1ZGVlU2RVZCVis5RGxkd2docERiUkViVnJKMkQ0UnhqQWRNeW9ZWEIxbVNXWGVMOTQ4UUxwNmVrWU1HQUF6TTNOSysyK25wbVppZkR3Y0RSbzBBQTZPanI0NDQ4L1pGM0VTdzBjT0JBQ3dYOGZLMnBxYW5CeGNVR3ZYcjNBNS9OeC92eDVyRnUzRGlOSGprUkFRQURtekpsVFlid1pHUm15eHdVRkJVaEtTc0sxYTlmdzlPbFRwS2FtSWkwdERTekx3dDNkSFNqcFBzL244NkdscFlWdDI3WWhLQ2dJTDE2OEFJL0hnNUtTRWdJQ0F1RG41NGRHalJwaHg0NGRzcFp5WjJkblpHWm15czdWeWtBZmdZZTk0ZTdoaVFNK2h5ZHdhbHAyT3FKMnc1S2lTdnEvMXlDTzQ3aFAzWmQ1MTFUMnBNclU1UGNQUWdnaFg3NDZtNVRuNStkajZOQ2hPSERnZ0Z6WHlGSlNxUlRMbHkvSGxDbFRvSzJ0TGJkdDFhcFYrUGJiYitIbzZGaHV2NWt6WjJMZ3dJSG8ycldyckN3eE1SRlRwMDVGWUdDZzdBdG5LWTdqTUhqd1lQajQrRlNZdEM5Y3VCQkRoZ3lSVzVvSEFLS2pvN0ZwMHliczJMRkRWbmJ6NWsxb2FXbWhvS0FBdDI3ZHdzeVpNei95cWhCQ3lQL1ROemFiQWpBYkc5YXZyK3F4WmlXNmR2bStYSjI3ZCsvaTl1M2JBSURJeUVoWitiVnIxMkJyYXdzbEpTVloyZTNidDJGalk0TkJnd1loS1NrSk5qWTJxRmN5SHIzVS8vNzNQOW5qM054Y1hMNThHVUtoRUFFQkFWaXpabzJzbGJwMGZQbmJIajkrREFCNDh1UUpSbzhlRFJVVkZWaGFXbUxseXBVUUNvVVlQWG8wSms2Y2lFNmRPZ0VBbkoyZE1XblNKTmpZMkFBbGlieEVJa0Z4Y1RHZVBYdUdaczJhUVNLUjRObXpaNWc4ZWJLc3BUd29LQWd0V3JTUUc5ZXVyS3lNcFl2bTQvdE90cGk3Y0dtYjlJeU1lL3JHNXJQam9rTjNWQmdzcVJQaTR1Snc1ODZkQ2ovelEwSkNzSGp4WXB3NWMwYXVQREl5RWhvYUdsQlZWY1hFaVJNUkdCaUllL2Z1b1dYTGxsQlRVMFB2M3IxeDVjb1Z1Yy85UjQ4ZTRjMmJOK2phdFNzS0N3dHg1Y29WL1B6enowQkpMNVNYTDEvQ3pjME5LUG4vWldscENRME5EWnc1Y3daUlVWRndjWEVwRjE5c2JDem16NStQd01EQVlJek1YZ0FBSUFCSlJFRlVhcmd5aEJCQ2FvdGFuNVNMeFdLTWZXdUpuZ0VEQmlBbEpRWHA2ZWx5eStIMDY5Y1BJMGFNQUVxVzAybmR1alVtVFpxRXZYdjNvbW5UcHJKNkhNZUJ4K045Y0F5NnVycFFWMWZIL2Z2M1lXdHJLN2N0S2lvSzllclZRMjV1TGg0OWVvUURCdzRBQU5xMWE0ZVFrQkE4ZmZvVWlZbUpFQXFGNk5telo2VXpEUVBBN3QyN01YSGlSSmlZbUdEeDRzV1lObTBhK0h6K0I4ZEpDQ0VBMExKbHV3WThOZDQraHNjTXRMUHBnQTFyLzhBM1RadFVXTmZCd1FFT0RnNjRjT0VDWHI1OGlURmp4Z0FBdW5YcmhybHo1OHFOTVZkV1ZwYTFEbkljaHdZTkd1RGN1WE9WeHRHeFkwZVVOdm91V2JJRURNUGcxcTFicUZldm5seVg5N0pLYjN3MmI5NGNQajQrdUhIakJsSlNVaUFVQ25IMzdsM0V4Y1hCMU5RVUtMbTVtWlNVQkd0cmE5bitnd2NQUmxKU0Vpd3NMQ0FTaVRCdjNqd29LU2xoMnJScGNyT3ZqeDgvdnRLNHUzYjVIbWRQSE1YcytXNnFkKzRGYmRjM051L0ZGckRPQ1FuaEdaWHVSR1FNRFExVlltTmp4UUJZUmNjQ0FFcEtTdGk5ZXpkNFBCNkdEQm55UWZza0pDVGc4T0hEV0x0MkxRRGcxYXRYV0xGaUJYYnMySUh3OEhBWUd4dVh1eEd2b3FLQ1ZhdFc0YzJiTitqUm93ZTh2THlRbnA0dSsxNVNLalEwRkFzV0xNREdqUnRoYTJ1TDR1SmlGQmIrLzBnSmIyOXYyTnZiVjdpS0FTR0VrQzlUclUvS2xaU1VzSDM3ZGh3NmRBajE2dFdEZzRNRHdzTENFQkFRZ011WEwwTkZSUVhSMGRHWVBYdTJyT1drbEpPVEUrTGk0bkQ0OEdHNVZtZXBWRnF1eGJ1NHVCaloyZGtvTGk1R1RrNE9Nak16TVdIQ0JObjI3T3hzYk55NFVmYThaOCtlbURCaEFpNWN1SURrNUdTTUd6Y096czdPY0hOenc4U0pFN0ZtelJwTW1qUkoxbEtlbHBZbW13VzRJcTlldmNLclY2OWdZMk1EUHA4UEl5TWpYTHAwQ2IxNjlhcWlLMGtJK1Jyb0dwbDl6K2N6dm55K1FIZjI5Q21ZUEg3c0I5MkV2SERoQW43NDRRZTVzcmx6NThyOXJTeE40RDlGMlY3VklTRWhHREJnUUlYMTNyeDVBd0FRQ29VUUNvVzRjZU9HYkZ1Yk5tMHdhTkFnREJreUJMLysraXV1WHIyS2FkT21sZnQ3anBKVytxU2tKSHo3N2JkNC92dzUvdjMzWDV3OWUxYXVwVnhKU1FsYnRteXBNSTV2bWphRno3NmQyTDU3UHp5OXRnK1U4aVRXdWtabUl4Smp3cTUvMGdYNGlnaUZRaWRMUzh2bEFIN244WGhuSHp4NDhFS1J5ODIxYU5FQ2E5YXN3Wnc1YzlDdFc3Y1BTblo3OWVxRjlQUjBTQ1FTb0dTR2Z4Y1hGK2pxNnNMYjJ4dkt5c3I0NjYvL253L1F4TVFFYmRxMGdaZVhGeFl2WG95K2ZmdkN3OE1ENDhhTmc3bTV1YXhlUVVFQjVzK2ZqeGt6WnFCRGh3N0l6TXhFUVVFQmlvdUxrWm1aaWZyMTY0UGpPRGc1T1dIRGhnMXlQVlVJSVlSOHVXcDlVZzRBR2hvYXVILy9QbGFzV0FHSlJJTGZmLzhkVFpvMHdlTEZpd0VBWVdGaDBOVFV4TmF0VzJGcmF5djNwWEhSb2tYbFdwc0xDd3RSVkZRa1Z4WWNISXdOR3pZZ09Ua1pDUWtKZVBIaUJSSVNFckJueng2a3BLUkFVMU5UZGxmODBxVkxTRWxKUVc1dUxzNmRPNGRqeDQ1QktCUUNKYk1HOSt2WEQrdlhyMGRLU29xc3BWd3NGaU0zTnhkR1JrYll0V3NYaW91TGtaV1ZoUUVEQm1EU3BFbDQ5dXdaN08zdFpiRTZPanBpOCtiTjZONjlPN1dXRS9JVk1ETXo2eTBRQ0theUxIdWt1TGc0SUNJaW92Z2pEOEhURjVrdkF4aTNGdHJOK1o3clY4UGEwdUtEZGt4SVNFQklTQWlTazVQUnMyZFAyZCs2SFR0MnlKWWRxMHFXbHBidm5PaXRNa0toRU5PblQ4ZFBQLzJFOGVQSG83ajR2MHZFY1p4YzBoOGZINCtqUjQ5aThlTEYwTlRVUkg1K1BteHNiTkMvZjM5Y3VuUUpPVGs1K09XWFg5NGJKNC9IdzlSSjQ5Q3hnelZtelZ1a20vVGkxUlVEWS9NVno2TkRWOVZVSy9EWnMyZmg3dTVlNGZyeEFKQ2NuSXhUcDA3aG0yKytxWWx3UGhqRE1Ob0F0bk1jQnlzcnExUUFLeVFTaVg5WVdGaWFJaEwwRGgwNjRQang0eCtVa0V1bFVnd2VQQmdBY09USUVTUW5KMlBObWpWQXlZU0RaOCtleGNDQkEvSDY5V3ZFeE1UZ3hZc1htRGR2SGlRU0NVUWlFWTRlUFFvZWo0ZFdyVnBoNzk2OWFOV3FGZTdjdVFPV1pjSGo4YkJpeFFwWVdsb2lPVGtaTGk0dXlNN09SbUZoSWFLam8zSGd3QUdNSGowYVRabzBnYmUzTjhhTkcxZnQxNFlRUW9qaTFZbWtQRE16RXk5ZXZFQmFXaG95TWpLd1pjc1d6SjA3RndzWExzVERody9CY1J5Y25aM3g0TUVEUkVaR0lpUWtSTFpVenFSSmsyQnZieTkzdkRkdjNpQW1Ka2F1ckdQSGpnZ0lDSkNOS2UvU3BRdHNiR3pRcmwwN09Eczc0NWRmZmtHL2Z2OHRIL1ROTjkrZ29LQUEyZG5aYU55NE1WeGRYUUVBRXlaTXdJa1RKK0RuNXlkTDB0OXVLZS9UcHcvNjlPa0RmMzkvWEw1OEdUdDI3TUNiTjIvZzRlRUJmMzkvV1R5ZE9uWEM3dDI3Y2VUSWtYSmQzd2doWHg2QlFLQU9vQytQeCt1cm9xS3l3OUxTOGpiSGNRRXN5L3FGaFlYbHZXdmZGb1ptT2tvQytEQU0wK1hubnQyeDV2ZWwwTlRRK0tEelNpUVNyRml4QWdzV0xFQjRlRGdtVDU1YzZTUnNiMHRMUzBQdjNyMHIzUzRXaXovb09Nbkp5WkJJSkVoTFMwTktTZ3JVMU5RZ2xVcGw2NU9YM3BpTWpvN0czMy8vamJObnoyTE1tREd3dGJXRnU3czdBZ01ENGVycUtsdExQVFUxRldQSGpzVjMzMzJISTBlT3dNUERBNjZ1cm5CeGNVSDM3dDAvS0theXJDMHRjT2I0VVN4Y3NwTC96NFZMSy9WRlpqK0pKUmo1SWpZczZhTVA5Z20rLy81N3VhRmFaVTJlUExrbVF2aFlIRXB1bHBSb0RHQ0xRQ0RZWW1WbGxjMnk3TEtDZ29LOTBkSFJoUUFrcGZXcmcxUXFSVkJRRUZCeWc3OUpreWFJaTR1VDNaaFBURXlFUkNKQmRIUzBiQjhORFEwRUJnWWlORFFVYTlldWhaYVdGdnIyN1l1UkkwZkMwOU1UaFlXRkdEQmdBSXlNakxCdjN6N282ZW1oZmZ2MkdEdDJMTHAwNllMUm8wZmo2ZE9uR0Rac0dEVGUrbjk0NWNvVm9LUW54ODZkTzNIa3lCRWNQMzRjRVJFUmNITnpRMzUrUGw2K2ZBbDdlM3ZZMjlzak5qYTJ1aTROSVlTUVdxUk9KT1duVHAxQ2ZuNCs5dTdkaS9Ed2NQejc3Ny9nOC9rd05UVkZXbG9hbmo5L0RsTlRVN3grL1JvSkNRbG8xNjRkZkh4ODhPZWZmOG90bVZNcUpTVUZlWG52L0k0THNWaU0xcTFiSXpvNkdzK2VQWU9kblozc1dHcHFhbEJYVjRkUUtNVDI3ZHN4YnR3NC9QSEhIM2o4K0RIRVlySHNMbmpwak1HbExlVWRPM2FVSGYvMDZkTmdXUmFQSGozQ21UTm5NR0RBQURSdTNCaUJnWUV3TURDQXBhVWw1czJiaDRrVEo4TE16QXp0MnJXcmhpdExDS2x0U2hJWklZQWVQQjZ2QjQvSCs5UFMwdklleDNISHBWS3BkM2k0L0xobUEyT3ovaHlQMmErbXF0cHcyYUw1R0RybzQ3cVhMMSsrSE5yYTJ1alpzeWQ2OXV5SkV5ZE9ZTjI2ZFNndUxzYUFBUVBBNC9IQTQvRWdsVW9oRm92eDQ0OC9ZdFdxVlFDQVJvMGF2WGRNK1llNGZQa3lqaDA3QmlVbEpZd2FOUXFOR3pkR2VubzZldlRvQWFGUUNBOFBEK3pkdXhmKy92Nnd0N2VIbjU4Zm1qVnJCcFNNdi9YMjlzYnk1Y3ZoNStjSEhvOEhOemMzaUVRaVRKOCtIUk1uVG9TK3ZqNldMbDJLUC8vOEU4K2VQUVBETUpCSUpPQTRUaloyL24wME5UU3cxWE05amdRRVlzWHFkVjFRVkJocVlHdzI5bmwwMktrUHZkYWY2dUhEaDdLeHpXOUxTMHQ3dTRpbm82T2owcUJCQTFXcFZLckNjWnlLc3JLeWlsUXFWUlVJQkNvY3g2bndlRHdWanVOVU9JNVRMWDNNNC9GVVdKWlZCYURDTUl3S3gzRXFETU9vQWloOXJBSkFCWUJjbmRMblpjcFVTOTYvd0Z2REZrcDZOR2p5ZUx4TjllclYyMVF5QWVyT2tKQ1FpdTg0VkFHcFZJb1RKMDRnUFQwZFlyRVkrL2J0dzZGRGgvRGl4UXVnSkRuT3pzN0dwazJiWlB1WW1KZ2dLeXNMY1hGeFdMSmtDZHpjM0tDdXJnNW5aMmVZbUpqQTF0WVdUNTQ4Z1pHUkVaNDhlWUlPSFRxQXgrTmh5NVl0V0x0MkxRNGZQb3lPSFR0Q1YxZTMwZ25hbkoyZEt5d1BEUTNGa2lWTHNIanhZdno0NDQvVmRGVUlJWVRVTnJVK0tTOHFLb0t2cnkrYU4yOE9MeTh2V2RmMHJLd3NPRG82SWk4dkQzbDVlUWdQRDBkdWJpNXNiVzBoRUFpZ29hRlI0VmlzVjY5ZUlUczdHK3JxNm5qOStyVmNsNy9VMUZTa3A2ZkQwOU1UeDQ4ZlIxSlNFcEtUazZHcHFTa2JYLzd5NVVzMGF0UUkydHJhMkxoeEk4NmZQNC9jM0Z6Y3UzY1BPam82MkxWckZ4WXRXZ1I3ZTNzTUh6NWMxbEp1WW1JaUc1c1dHaHFLMTY5ZlF5Z1V3czNORGRPbVRZT05qUTA0anNPdVhidXdldlZxb0dUOHBKdWJHM1IxZFd2b2FwTXZSQXR6Yy9OcGlnNkNmQnlPNHl4S0V4aUdZY0J4WEdtQ3JnYWdDNC9INjhJd3pGcExTOHNiTE11ZXljdkw4NUVJNm8wRHc2d1JHUmxpeTRaMU1Qelc0S1BQTzJUSUVObkVhU2haMW16Z3dJR3k1MUtwdEd5THAyeDh1bzZPRGs2ZGVuYytXbll0OEZKMmRuYXdzN09US3hzK2ZEaUdEeDh1Vjlhd1lVTThlUEJBOXR6Q3dnSmp4NVlmSDgvbjh6RjI3RmlNR2pWS3RzM0V4QVFvNmFuVW9rVUxBSUNCZ1FFOFBUM2ZHZStIY0J6c0FDc0xjOHljNTlvd09pYjJwRkViODExQ0ZmN0V6ejd3TzdScjE2N1NpZWxtejU0dDk5ekt5a3JXTmJ6c1orRGJ3NkRLSnN1bGo4dGUyNHEydjYyaTh0TDNibVgxeTI0cjJYK1NsWlhWaituNTB0d0tkL3BNeXNyS1dMTm1EWUtDZ3JCdDJ6YWdaTkxCVXFXenI1ZGRDYVd3c0JEbno1K0htNXNiVnExYUJUYzNOMWhiVzZOMzc5Nm9YNzgrVHAwNmhhQ2dJUHo4ODg4SURnNldyU1NncWFrcHUyRVZHeHVMeE1SRWRPdldyY0s0Y25QL2U3a1NpUVN2WDcvR3ZYdjNNSERnUUp3NGNRTHIxNi9IdkhueklCYUxZV0R3OGYrbkNTR0UxRDIxUGltL2YvOCtiR3hzNUpicUFRQXRMUzBjT1hJRTE2OWZ4N1ZyMStEbTVvWXJWNjdnMXExYkZSNG5JaUlDcHFhbXVIRGhBbXhzYk5DeVpVdWNQSGtTRXlmKzkxM3EyTEZqV0xkdUhaU1ZsVEZtekJpTUhqMGF1Ym01K1BYWFgzSGt5QkhVcjE4ZmVYbDU2Tk9uRHdJQ0FxQ3VybzZzckN6azUrZURaVmtVRkJRZ09EZ1lyVnUzaGxnc3h0OS8vNDJiTjIvS3piN2V0V3RYREI0OEdHdlhyb1dqb3lQdTNyMkxtVE5uNHZidDIralJvd2R1Mzc2Tit2WHJ3OHJLU2hiMzIxM3ZDWGtYanVNeWVEemVqM3crditMWnEwaXQ5WFlpODNZTFkwa3Jvd3FBbi9oOC9rK2FtcG9qczR1a3Q2VXNvQ1JRK3VRZXdHWm1adS9jWHRtY0ZnekRWTGltZVhWNTM0UlhGVTMyVnBxUVZ6V0dLYjNtQU1BeEhNZUpBUlNWL0JSekhGZkU0L0dLT0k0ckFsREVNRXdSeDNIRlpSN0w2cFh1d3pCTUVjTXdSU3pMRmdGWVhmWjhqeDQ5a2lXVWJ5dTdydnQvc1RIMU16SXl3T1B4Wkc4SVBwL1BsZjB0RUFnNC9IZE5PUUI0L2ZxMXJHN3B0dExmeXNySy85MFpVbFBqQU9EQmd3ZGwzMmhjUmI4dExDekdNd3l6UzFhcGZDSU9qdVBDV1phZGtabVplU2N1THE1UVgyUng1Y1AvQmFwWFRrNE9idHk0Z1lzWEx5SW9LQWc1T1RrNGN1UUkxTlRVc0hMbFN0amEyc0xEd3dNZE9uU0FVQ2lFdnI2K2JOOWp4NDdCMU5RVVNrcEs3MjBwajQrUHg2eFpzeUFRQ0dCa1pDUWJkbWRwYVFrZkh4L1VyMThmU1VuL2paREl5OHZEeTVjdllXQmdVT0Y3blJCQ1NOMVc2Lyt5ZCs3Y1dkWkNVa29pa1NBL1B4OUJRVUY0OHVRSjNyeDVnNkNnSUR4OStyVGMvaXpMWXV2V3JiaC8vejYyYnQwS2YzOS9MRisrSE0yYU5jT0VDUk13ZE9oUWFHbHB3Y2JHQm1mUG5zWEtsU3ZScWxVckNBUUMrUHI2d3REUVVMWU83OG1USjlHK2ZYdW9xNnNESlRjR25KeWNjT0hDQlF3ZE9oVFhyMS9IL3YzN0lSQUlNR3JVS0l3YU5hcmNPdVh4OGZIUTB0S0NuWjBkN3Q2OUN4TVRFMW1yenJGanh6QnExQ2dBd0lvVkt6QjE2bFJhRW9WOGxNek16T0dhbXByMHBxbURlRHplejI4bk1tVmJGa3NlaDNJYzV5ZVZTdjhKTDFuT3djRFk3RUo0Uk1UKy9vT0hmMUwzOVpwVVdGaFliaG1wdXFhayt6b0tpd3JUR1pZYkd4TVpkZ3BBVmJlVXI1WklKSWlNaklTS2lncWNuWjNSdW5YckNpdTJhOWNPaVltSlNFbEpnVWdrd29NSEQ3S3FPSlpQSWN2QzMzci8zcEpJSks3NStmbWhzYkd4MllvTThGM3ExNjhQSnljbnpKMDdGMXUyYkVHREJnMFFFaEtDQ3hjdUFBQ2FOR21DSDMvOEVTdFdyQ2czOU9HdnYvN0NiNy85aHViTm13TWwzMWNxMDZSSkUvajQrQ0FvS0FnUkVSSFEwdEpDY0hBd2twS1NrSlNVaEJjdlh1RFpzMmVJajQ5SDc5NjkwYUpGQzJ6ZnZyM1NTZjhJSVlUVVhiVStLVWZKakx0bHhjWEZnYy9uNC96NTgwaE9Uc2FyVjY5dy92eDV2SHIxU3ZaQmlKSXZnRHQzN29TTmpRMjJiOStPVFpzMm9XWExsbWpmdmowQW9IMzc5bGkxYWhYV3JWc0hIUjJkY3VmdDM3OC9FaE1UNGVEZ0FFZEhSK3pac3dmNzkrK3ZNTWE0dURpMGJ0MGFlL2JzUVpjdVhiQmh3d1k4ZWZKRXJxVzhUWnMybUQ1OU90emQzWkdjbkN5M2YzeDhQR0pqWStIdTdnNEFhTnEwS2ZidDI0ZjU4K2RYeVRVa1g0ZTR1TGhDQURVeStSU3BXbFpXVnJMQndXKzFtajlnV2RhWFlaalREeDgrZlBMMmZzK2p3MDYxTURRekIxZmdzM0RwNzEydTNiajlVUk85VllkT25UcmgzTGx6Y3BOYy9mMzMzN2gxNjVac0Z1dTZKanNuQnd1WHJNUS9GeTZCNDloL3EzdWl0NEtDQW5oN2U4dWUzNzU5R3loWm1pcy9QeDlHUmtheWJSRVJFUUFnVzVHa0ZtRHcvNG40T1FEdVJVVkY0WThmUDA1WGRHQW8rYnhXVjFkSDA2Wk5LOXl1cEtRRVBwK1BCZzBhNE5xMWEramV2VHVPSERtQ1AvNzRRMVpIUlVVRllyRlliZ2hjWVdFaG5qNTlpclp0MnlJdExRMUpTVW5vMjdkdmhlZkl5TWlBdXJvNmRIVjFaUlBSdlh6NUVqdDM3b1NPamc1YXRHaUJMbDI2NFB2dnY4ZXVYYnNxYlhFbmhCRHlaYWdUU1RsS1prZ2RQSGd3MU5UVWNPL2VQZlRzMlJNelo4NThaL2YxNTgrZlkvanc0Wmc0Y1NJT0hEaUFmLy85Rjc2K3ZyTHRjK2ZPeGJCaHc3QjgrWElzV3JTb1hGZE1YVjFkdUx1N3c5L2ZIMnZYcmtYanhvMlJtWmtwVjZld3NCREp5Y21ZTldzV2R1N2NDUzB0TGNUR3htTFRwazBRQ0FUWXZIa3pldlhxQldOalk5aytXbHBhNVpMeUxWdTJZUExreVJBSUJKQklKTEMzdDRlVGt4T2NuWjJwdFp5UXIwaEpJbk1mZ0k5WUxENGRIaDcrN0gzN2xDU0gzZlJGNXN2T25yL2tGdmJvOFVjdGlWWVQ3T3pzNE9IaGdkemNYTGticlN0WHJzVDU4K2MvK0RpZE9uWEN1blhycWluS2lqMEllWWhaOHhZaDZjVXJLY053SytLaXdxcDlTVFFORFEyc1g3OGVBREJseWhTNHU3dERTMHNMUjQ4ZXhaTW5UekJ6NXN4eTlXdVJoeXpMZGhXTHhXRzFKUkhuT0E0U2lRUjc5KzZGbjU4ZmR1M2FWV2xTRGdDbXBxYnc4ZkhCZ2dVTDRPenNEQ01qSS9CNFBIQWNCeTh2TDl5NmRRdXpaOC9Hd29VTHNYcjFhdnp3d3c5NDlPZ1JtamR2amdZTkdpQXRMUTA2T2pvZk5kRmJxMWF0c0hQblRya3ltbjJkRUVLK0RuVW1LWjgvZno0Y0hCeFFYRnlNd1lNSFk5NjhlZVhxNU9mbnk0MjE4dkx5Z2xBb2hKK2ZIdzRmUG93dFc3YklKYmhhV2xyWXZIa3pac3lZZ1R0MzdxQmp4NDdJeXNxU0pjYjM3OTlIWUdBZ3dzTENzSDc5ZWhRV0ZtTEJnZ1d3c2JIQnpKa3owYWhSSXhRVkZhR2dvQUFiTm15UXRaWi85OTEzY0hWMXhkeTVjekZqeG96M3ZyYmp4NC9qeXBVckNBME54Y2FOR3lFVUNxR2xwWVdtVFp2QzE5ZTMzSmN2UXNpWGgyWFpaQUNMZUR4ZVFFaEl5S2Q4RTJmam9rS1g2UnFaWFhyeDhxV3ZvOU40M2RuVHAyRHkrUEtUbzFXWHZMdzhGQlFVQUFEUzA5TVJHUmtwU3l3QlFGVlZWVzRvMHV6WnN5djhPN2wyN1ZvMGJOaFFOc0ZtV1RVNW5wWmxXV3pmdlIrZVh0c2hsVW9TcFN3M0lqRW03SHFOQlFEZ3laTW5TRWhJZ0phV2xxenN5cFVyaUlxS2txdm40K05UazJHOTA4T0hEKzhyT29hM1BYbnlCSThmUDRhbXBpWjhmWDFscy9kWEpEVTFGVWVQSHNYLy92Yy9HQm9hSWpBd0VIZnYzc1hKa3llUmtKQWcxNkt0cWFtSitmUG5ZODZjT1VoTFMwUGJ0bTByUFc1R1JnWUVBZ0VLQ2dxUW5Kd01KU1Vsc0N5TG5Kd2NHaWRPQ0NGZnVUcnpLVkE2NjNwMmRqYUVRaUZzYlcyQmtpOTU5ZXZYeDh5Wk14RWNIQ3liS0FWbHVyM2IyOXVqVzdkdUZYNElsMzdnWHI5K0hiYTJ0dERSMFVIYnRtMHhmZnAwWkdSa1lNQ0FBVmk1Y2lYVTFOU0FrdlZpM2QzZHNXUEhEcmk1dVVGTFN3dTdkKzlHcTFhdE1HVElFT3pldlJ2ZmZQTU4xTlRVc0dEQkFtUm1ab0xqT0VpbFVyQXNpOW16WjZObno1NXlNZnp3d3cvWXQyK2YzUGgxQUlpSmljR2hRNGVxNllvU1FtcVRodzhmM2dKUThVeVZIeUV4SnV4Nnk1YnR6RGsxeVQ0UFQ2K0J0MjdmdzRhMWYrQ2JwazJxSnRCM09IcjBLUDc1NXg4VUZSVmh6cHc1Nk5TcEUrclZxd2NYRnhja0pTVkJXMXRiZG9QQXk4c0xPVGs1VUZkWGw4M1RVVXBaV1JrcUtpcW9YNzkrdGNkY21kY3BLWml6WURGdTM3MFBqdVZPc0FXc2MyS0MvSEowTmNIYjJ4djUrZm00Y09HQzdMT2paOCtlV0xCZ1FVMkhVcWUxYk5rU0N4WXN3SkFoUTk1YlYxMWRIUm9hR3RpMmJadnNlNE9lbmg2a1Vpa09IejRNQndjSDJYdTJmLy8rYU4yNk5SbzNib3hEaHc3SlRkVDZ0blhyMXVIbXpadmdPQTZtcHFabzJiSWxiR3hzb0tTa1ZHZUhkUkJDQ0trajlFVVdWeHlkeG5GVktTY25wOEp5bG1XcjdCeUZoWVh2M0M0V2k4dVZKU1VsVmRuNXE0cWoweml1TnMxcVN3aXBPZnJHWmxQMFJlWUZWclkvY3BldlhxdXh2enQyZG5aY2RuWTJsNW1aeWNYRXhIQzV1YmxjNTg2ZDVmNUd4c2JHY21scGFSWHV2M1RwVW03V3JGbmNxbFdyS3YxN1g1MHVYNzNHV2RuK3lPbUx6QXYwamMybTFQUy9XMmtjTjIvZTVJWU9IY3JGeGNWeHZYcjE0ZzRjT01EdDNMbVRjM2QzcnpUMm1vNjFxbFRIZDRXNlFDd1dWK2wzbDA5RjN4VUlJZFhGeXNwcXA1V1ZGWTNGZVk4NjAxSmUxdHNUdjVXcWJDM1ZUNkdpb3ZMTzdUVzUvQTRoaEh5S3VPaXc3VHFpZGpmU016T1BqSnN5dzNUTXFHRndkWmxWWTB1WktTc3JvMW16WmpoOStqVGF0bTBMVFUxTjVPVGtBQ1dUV2I1cm1UTVZGUlhFeHNiaTExOS9oYXVySzdwMjdWcnQ4UllYRjhQZHd4TUhmQTZEQXhjaEFldVlGUDNmTFBjMUxUbzZHaXRXck1DZmYvNEpQVDA5N051M0R6dDI3TURkdTNlUm01dUxmLzc1UjliclFDS1JRQ0tSMUtvdTdPVERVTGQxUWdnaHFLdEpPU0dFa0ErVEZCVWVycU9qOHgyL1hzUE5CdzRkSG44dktCaWJQZHpSeWtEL0EvYitlRStmUG9WVUtzV29VYU5nYUdnb1c5SkpWMWNYbzBlUEJzdXlTRXhNaEo2ZUhycDA2VkxwbkJuYTJ0cFl2WG8xZkgxOXNXalJJdlRvMFFQejU4K3Y5S2JzNTNyMlBBNHo1cm9pSWpJYUxNdnVZWXF5cHlmOXQ1cUJRdWpyNjJQVHBrMFFpVVJBeWZWWXVYS2xiRHZIY1dCWlZtNm1ma3J3Q0NHRWtMcUpQc0VKSWVRTGw1U1VWQUFrVFdocGJIWStJaUo2VDc5ZmgybXRYTG9Jdnc3c1Y2WG5jWE56dzQwYk55Q1JTTEJreVJKWVcxdmo1czJiMkxsenAyeDVyN3QzNzJMbnpwM1l0Mi9mZTQvSDQvRXdhdFFvZE9qUUFmUG56NGVMaTB1NTJhbXJ3bC9IVDJIWjcydFFVRkNZSmVYWThRblJZWDlWK1VrK2tvcUtDa3hOVFN2ZHpqQU0rSHgramNaRUNDR0VrT3BSTTFQeUVrSUlVYmlFNkxDL3dCU1o1eGNVM0pxM2FDbG16VnVJM0x5OEtqdStrNU1UenA4L0R4VVZGZGs2Mm52MzdvV05qWTJzanIrL1AzcjE2dlZSeHpVMk5vYXZyeS9tenAxYlpiRUNRRzVlSG1iTlc0ajVic3VRWDFCd0MweVJlVzFJeUpuUG9PallDU0dFRVBMeHFLVzhqQUVEQmlBcEtlbUQ2bzRlUGZxRGxqc2poSkRhNUhsa1pEeUFId3hFRml0UG5qNjM0R0hZSS82ZjY5ZkEzS3p5cFp3K2xMR3hjYm15S1ZPbVlQUG16UWdPRGtiNzl1M3g3Tm16VDVwcFdpZ1VvblhyMXA4ZFk2blFzRWVZT1c4aDRoT1NwQXl3Tmk0cWRDa0FhWldkZ0JCQ0NDSGtBMUZMZVJtbGE1R2VQbjBhUXFFUWQrL2VsZjM4ODg4L2NtWFRwazFUZExpRUVQS3BwTStqSHJweEhOY2pQaUhwNWVDUlk3RnIzMEd3Yk5WUDN0MitmWHQ0ZTN1alNaTW0yTDE3TnhvMWFvVDA5UFFxUDgrSFlsa091L1lkeE9DUll4R2ZrUFFTa0hSL0h2WFFqUkp5UWdnaGhDZ0tKZVZsOFBsOENBUUMyWXkyQW9GQTl2TjJXZWx6UWdpcHErS2pRNitJVVdnbUVZdlB1SHQ0WXZTRTM1RDJHUWx6WVdFaHNyT3pJWkZJd09memtaZVhoOU9uVDhQSnlRbUppWWs0ZE9nUXJLMnQ0ZWpvaUgzNzlxRzR1TGhLWDgvN3ZFbE53NWlKdjhIZHd4TVNzZmlNR0lWbWNWR1BydFpvRUlRUVFnZ2hiNkhNa2hCQ3ZtSXZvcUxTbmtlRjlwV3k3TXlidDI0WC9UeGdNSzdmdlAxSngvTDA5RVMzYnQxZ2Eyc0xqdVBRdjM5L25EbHpCbVBIam9XUGp3OU1UVTB4WmNvVTdOKy9INWN2WDhhVkt6VzNMUEwxbTdmeDg0REJ1SEh6ZHBHVVpXYytqd3J0K3lJcUtxM0dBaUNFRUVJSXFRU05LUzhoa1Voa3JUYUZoZit0Z3BPZm55L2JYbEdadXJwNmpjZEpDQ0hWSVNFNmJMT2VvZm4xMU5TMHcyTW1UalVlUDJZVTVzNmE5czYxeE4vbTZ1b0tWMWRYMmZPelo4OUNSVVdsWEQwREF3TWNPSENnMGlXOFZxeFk4WW12b2p5eFdBd1BUeS9zT1hBSUhNdEdzeElNUzRnTkM2bXlFeEJDQ0NHRWZDWkt5a3VjT25VS0d6WnNrRDB2TEN4RWp4NDk1T3E4WFhibXpCblVyMSsvUnVNa2hKRHFFaDhiR3FLdGJXMmxyQ25kdG51LzkraTc5eC9nVDQ4MTBHdXArMG5IcXlnaEwxVVRhMnJISnlSaTV0eUZDSHYwR0J6SDdTL09Ga3g3K2ZKQi9nZnNTZ2doaEJCU1l5Z3BMK0hnNEFBSEJ3Y0FRR0ppSXB5ZG5YSHg0a1haOXRUVVZQejY2Ni80OTk5L0ZSZ2xJWVJVcjVjdkgrVGpKY2JvaTh6T2g0VS8ydG5Yd1ZGajFZckY2Ti9uWjBXSDlsRk9uajZMeGN0WElTOHZMNGNETnlrdUt1eXdvbU1paEJCQ0NLa0lqU212UUdwcUtobzFhcVRvTUFnaFJHSGlvc0lPU3lSU3k5ejh2SHV6NWkzQ3ZFVkxrVjlRb09pdzNpdS9vQUR6RmkzRjdQbHV5TTNQdXllVnNoYVVrQk5DQ0NHa05xT2t2QUloSVNGVnVoNHVJWVRVUllteGo1N0dSWVoyWXNHdS8rdjRLYmJmcjhQd09DSlMwV0ZWNm5GRUpQbzVPT0t2NDZkWUZ1ejZ1TWpRVGdsUHdwOHBPaTVDQ0NHRWtIZWhwUHd0eWNuSjhQWDFSYjkrL1JRZENpR0UxQWFTK01pdytheVU3Zlg4ZVZ5S3c3RFIyTy90QzQ2citqWE5QeFhIY2RqdjdRdUhZYVB4UEQ0K21aVktlOGRIaHMwSElGRjBiSVFRUWdnaDcwTkplUm5Cd2NGd2RuYUd2YjA5T25Ub29PaHdDQ0drMWtoNEVuNEpSVkt6NHVMaUM3KzdlMkRjNUJsSXo4aFFkRmhJejhqQXVNa3o4THU3QjRxTGl5OFVpSGxtQ1U4ZVhmeUFYUWtoaEJCQ2FnVkt5a3VrcDZkandZSUZHRFZxRkZ4Y1hCUWREaUdFMURyUG56OTZIUmNWMnB2bDJIbFhyOThRMnc4Y2l0dDM3eXNzbmx0MzdzRis0QkJjdlg1RHpITGMzTGlvME43SnNTRnZGQllRSVlRUVFzZ25vS1M4Uk1PR0RYSG16QmtNR3phc3d1Mk5HemVtbWRjSklRVGc0cVBDUENSU2NhZlhiOTQ4SGVrOENlczNiWUZFVW5NOXhTVVNDZFp2Mm9KUjR5Ymo5WnZVcHhLcHVGTjhWT2oyKyttTUFBQWdBRWxFUVZRR0FMV25UejBoaEJCQ3lBZWlwTHdNWldWbFJZZEFDQ0YxUW1MTTQvdDVUTEdGbEdWOXQrL2VCMGVuY1VoNjhiTGF6NXYwNGlVY25jWmgrKzU5a0xLc2J4NVRiSkVZODFoeHpmV0VFRUlJSVorSjFpa25oQkR5U2Q1RVJPUUNHS2t2TXJ2NDRHSG8xajYvREsyMzV2ZWxzTy9WbzFyT2QvYjhSU3hjc2hMWnVUbDVySlQ3TFNFbXpMdGFUa1FVSWlJcUdzTkdqMWQwR0YrbGlLaG9SWWRBQ0NGZk5VcktDU0dFZkphNHFMQ0RMVVRtdDdOemN3NVBtejNmYXVpdnYyQ1oyM3lvcXFwV3lmRUxDZ3F4WXZWYStCODdBUTVjc0pqRHNCY3hZVEZWY25CU0szRGcvczdPenNXZGV3OFVIY29uNGZOUUR3Q2tMUElVSGNzblk3aFRpZzZCRUVLK1ZwU1VFMElJK1d3dm9rSmpZR3BxcTg4SjFoMzVLM0RHZzRlaHpHWVBkNGlNVzMvV2NhT2luMkNHeXdJOGVmcU1BOE50am1Nazh4RVpVVnhsZ1pOYUlUNHFkQ09BallxTzQxTlpXbHBlQVlDUWtKQ3VpbzZGRUVKSTNVTmp5Z2toaEZTTmlJaml1TWl3V1J6TDlvbU5mWlk2Y09oSStCejIvNlExelRtT3c2SEQvaGc0ZENSaW56NVA1VmkyVDF4azJDeEVVRUpPQ0NHRWtDOExKZVdFRUVLcVZIeE0rRDhTcnNDOHFLam84dExmMTJEUzlEbkl6TXI2NFAwenM3SXdhZm9jTFB0OURZcUxpeSt4VEpGWmZFejRQOVVhTkNHRUVFS0lnbEJTVGdnaHBNb2xSa2UvaklzSzdjRng3S0pMbDY5Syt2d3lGUGVDZ3QrNzM5MzdEMkEvY0NndVhiNHE0VGgyMGZQSWh6M2pJeU5mMVVqUWhCQkNDQ0VLUUVrNUlZU1E2c0xHUllXdFlUbnBEeTlmSmNjTkh6TUJtN2Z0Z2xUS2xxc29sVXF4YWNzMmpCZzdFYStTaytOWVR2cERYRlRZR2xwN25CQkNDQ0ZmT2tyS0NTR0VWS3Y0cVBEYjJaSThjNmxFR3VEcHRSMGp4azdBcStUWHN1MnZrcE14WXV4RWJObStHMUtKTkNCYmttY2VIeFYrVzZGQkUwSUlJWVRVRUVyS0NTR0VWTHYwMk5qc3VPalFJYXlVblhEM2ZuQ0IvY0FodVBDL0s3and2eXV3SHpnVWQ0T0M4MW1XSFI4WEhUb2tQVFkyVzlIeEVrSUlJWVRVbEJwWkVpMGlLaHJEUm8rdmlWT1J0MFJFUlNzNkJFSUlrWW1QQ2R2VDB0RDhkbFpXdHQrVTZiUE5BSURqbURDdzBxSHhNZUgveDk1OWh6VjF2WEVBLzk0azdLbTRBVVZGUVN3alFVc3JXbkZieGIzM3R1NVJIRmpjZStLbzFsM2NXOFE5YXV1dW8wSUFLNGhTQk1TRmdtd0NHZWYzQitIK0NBUlVISEc4bitmeGFYTHVlcm5TbVBlZWM5NXpUOWZ4RVVJSUlZUjhiQjg4S1dkZ3g5UFNNbkRqVnZDSHZ0UUhJUlRBQkFDVUttVHFPcFpTNDlneFhZZEFDQ0g1NHFQRDd0cmIyMzlyYkdMMkFBQ3lNdE8valk2T3p0RjFYSVFRUWdnaHV2REJrL0s0ZTJIK0FQdy85SFUrRkxGWWZBRUFwRkpwRTEzSFFnZ2hYNHJvNk9nY3NWajhYLzVyWGNkRENDR0VFS0lyTktlY0VFSUlJWVFRUWdqUkVVcktDU0dFRUVJSUlZUVFIYUdrbkJCQ0NDR0VFRUlJMFJGS3lna2hoQkJDQ0NHRUVCMmhwSndRUWdnaGhCQkNDTkVSU3NvSklZUVFRZ2doaEJBZG9hU2NFRUlJSVlRUVFnalJFVXJLQ1NHRUVFSUlJWVFRSFJIcE9nQkNDQ0dFRUVMSSt5VVdpOGNDNkt6ck9NaEg4VklxbGZZQW9OSjFJS1IwcUtlY0VFSUlJWVNRTHd6SGNiMEJ1T2c2RHZKaGNSeG54WEZjVnljbkp4dGR4MEpLajNyS0NTR0VFRUlJK1RMZGtrcWxQK282Q1BMaHVMbTV0UlVJQkNkMEhRZDVOOVJUVGdnaGhCQkNDQ0dFNkFnbDVZUVFRZ2doaEJCQ2lJNVFVazRJSVlRUVFnZ2hoT2dJSmVXRUVFSUlJWVFRUW9pT1VGSk9DQ0dFRUVJSUlZVG9DRlZmSjRRUThzRXh4bGhKbTBzNmx1TTQ3djFIUkFnaGhCRHlhYUNlY2tJSUlZUVFRZ2doUkVjb0tTZUVFRUlJSVlRUVFuU0VrbkpDQ0NHRUVFSUlJVVJIYUU0NUlZU1FqK0x5NWN1WVBYdDJrZmFNakF6bzZlbkJ3TUJBbzkzZjN4OXVibTRmTVVKQ0NDR0VrSStQa25KQ0NDRWZ4UTgvL0lDLy92cExvMjNQbmozWXYzOC90bTdkaW5MbHl1a3NOa0lJSVlRUVhhR2tuQkJDeUVlWG5KeU1oUXNYSWpVMUZZOGZQOGFKRXljUUhoNk8wYU5IbzJiTm1yb09qeEJDQ0NIa282RTU1WVFRUWo0YXVWeU8zYnQzbzN2MzdxaFRwdzQyYnR3SWp1UFFyVnMzTkczYUZHUEhqc1hzMmJPUmxKU2s2MUFKSVlRUVFqNEtTc29KSVlSOEZFZVBIb1czdHpldVhidUdkZXZXWWNpUUlSQUk4djRaNGpnTzN0N2VPSHo0TU16TXpOQzFhMWVjT25WSzF5RVRRZ2doaEh4d05IeWRFRUxJUjJGalk0UDU4K2VqZnYzNkd1MGRPM2FFU0pUM3o1R1JrUkY4Zkh6UXFsVXJDSVZDSFVWS0NDR2ZIM2QzOThxTXNlSDU3eGxqTmdES1NTU1NXZmx0Q29WaWZYaDRlS0xPZ2lTRWFFVkpPU0dFa0kvQzNkMGRDUWtKOFBEd2dJbUppY2EyUC8vOGszK2RrWkdCdi83NkM2YW1wanFJa2hCQ1Bsc3ZHV01UT0k2emhIb0VrdHBzNUNYcHllSGg0UXQwR0I4aHBCaVVsQk5DQ1Bsb0dHTW9VNllNenB3NVUrdyszMzMzSFJoakh6VXVRZ2o1M0FVSEI4dkZZdkV4eGxoL0ZFaks4ejlQR1dQN0FDaDBHeVVoUkJ1YVUwNElJWVFRUXNnWGdERVdXS0NIbktkdUM5SkZUSVNRMTZPa25CQkNDQ0dFa0M5QVJrYkdHY1pZaHBaTmFibTV1WmQwRUJJaDVBM1E4SFZDQ0NFZlZWSlNFbHEzYmwzc2RybGMvbEhqSVlTUUwwVjBkSFNPUkNJNXhSanJYbkFha0VxbENveUlpTWpWYVhDRWtHSlJVazRJSWVTanNyS3lldTJjY2tJSUlhV2pWQ29EaFVJaG41UnpIQWVWU25WWTEzRVJRb3BIU1RraGhKQ1B4c2JHQnNlT0hTdHhueHMzYm55MGVBZ2g1RXNqbDh0UENvVkNHUUJEZFZNMlkreUNqc01paEpTQWtuSkNDQ0VmRGNkeDBOZlgxM1VZaEx3VHNWaGNuakhXdGtCVEpRQndjM01ibU4vQWNkeEpxVlQ2UWljQmtxOWFSRVJFaGtRaU9RT2dJOGR4WUl3ZERROFB6OVIxWElTUTRsRlNUZ2doNUlQanRKUURGb3ZGRndCQUtwVTIwVWxRaEpUU2l4Y3ZNc3FYTDcrVzR6aVRndTBjeHdVZ3J3SjI1b3NYTC9ickxFRHkxV09NSGVFNHJxUDY3U0VkaDBNSWVRMnF2azRJSVlRUThoWVNFaEt5QVp4aGpFSGJINDdqVHFuM0lVUW5HR1BIR0dNcUFNclUxTlR6dW82SEVGSXlTc29KSVlRUVF0NVN3ZldnT1k1RHdkY0FxS2dXMGFuUTBOQVVBRmNZWXlkaVltSlNkUjBQSWFSa05IeWRFRUlJSWVRdFpXZG5IemMyTnM0RlVMaElna3dtazUzVVVWaUVGSFNNTWZaTTEwRVFRbDZQZXNvSklZUVFRdDVTVkZSVU9zZHg1NURYYTQ3ODVhY1lZMmNqSWlJeWRCMGYrYnJaMjlzYnBHWXBhNlprcXp6czdlME5kQjBQSWFSa2xKUVRRZ2doaEpST1lNRWFodXJYZ2JvTWlKQ3E5bUlucGNqMEZoTUlSbkVDd1RpRnlQU21YVzFuUjEzSFJRZ3BIaVhsaEJCQ0NDR2xrSk9UY3hTQW9rQ1RYQ0FRSE5WaFNPUXJWNjIyeTFDQmlOMjJzREIzMmZDclB6Yjg2ZzlMQzNOWENJWEIxUnhjaHVnNlBrS0lkcFNVRTBJSUlZU1V3dDI3ZDVNWll4ZWc3aVZualAwUkhCeE1SYlhJUjFmVzN0N2N6c0gxZ0VBbzJPeFJYMkowS21nL1dqWnJncGJObXVCVTBINTQxSk1ZQ3dTQ0xYWU9yZ2ZLMnR1YjZ6cGVRb2dtU3NvSklZUVFRa3F2NEJCMkdycE9QcnBxanM3Zm00dE13b1FpWWJjSlkwWmdkOEJtVks1VWlkOWV1VklsN0E3WWhMRWpoMEVvRW5ZekY1bUVWWE4wL2w2blFSTkNORkJTVGdnaGhCQlNTbks1L0FqTG84ck56VDJpNjNqSVYwVmc1K2d5VGNBSkwxZXBYTWx1ZDhBbWpCdjFFNFRDb2wvdmhVSWhKbzRkaGQwQm0xQzVVaVU3QVNlOGJPZm9NZzBBcC9YTWhKQ1BpcEp5UWdnaGhKQlMrdmZmZjU5ekhIY1Z3SVc3ZCs4bTZ6b2U4bld3ZFhDb1VyMk82em1PRXl4czN0UkxkUExJZm5qVWQzL3RjUjcxM1hFcWFEK2FOL1VTY1p4Z1lmVTZidWVxMWFsVCthTUVUUWdwRmlYbGhCQkNDQ0h2UUtsVUhnQndTTmR4a0s5RHRkck9QNG80b3pCOWZZTm1jMmRNdzhaZi9XRnBZZkhHeDF0YVdHRGpyLzZZTTJNYTlQWDFtd3VZUVhpMTJzNC9mdENnQ1NFbEV1azZBRUlJSVlSODNhbzd1ZzFqUUc5ZHgxRmFxVG5RNThDWW5hTmJEMTNIVWxvY3NPZmh2ZEROdW82RGxNREpTZCtPaVphQ2NlUHM3YXR6YTVZdmdhTkRyVktkaXVNNDlPdlZIZlVsWW96em1WcnV3WDh4SiszcXVLeUo1UlJURUJHUis5NWpKNFNVaUpKeVFnZ2hoT2dVQTNxYm01dDZPVGs2NkRxVXIxTEV2U2lrcFdVQUFDWGxueWhyUjlmYWVneDdPWENTN2wwN1lyYmZWQmdhR3I3emVSMGRhdUhvd1QyWXMzQUpkK0J3MEhnN3B0ZEk3dWphNi9HOXNQdnZKWEJDeUJ1aHBKd1FRZ2doT3VmazZJQzkyN2ZvT295dlVxOEJRM0hqVnJDdXd5REZzSE4wR1FBTzY4eE56VXdXelp1Sk5xMWF2TmZ6R3hrWll2RzhXZmloWVFOTW16RlhrcGFSSGxLMXRzdW8rUHZoTzk3cmhRZ2h4YUk1NVlRUVFnZ2hoSHhpeWpzNW1WWnpkTjNGY1lKdDdtNnVKaWVQN0gvdkNYbEJiVnExd01raisrSHU1bW9pRkFxMlYzTjAzVlhleWNuMGcxMlFFTUtqcEp3UVFnZ2hoSkJQaUczdHV2Vk5tSDZvVUNEb00zTFlZT3pic1JVMjFsVSsrSFZ0ckt0ZzM0NnRHRGxzTUlRQ1FSOVRwaSsxclYyMy9nZS9NQ0ZmT1VyS0NTR0VFRUlJK1lqYzNkMnJ1cnU3RzJ2WnhGVnpkSmtrRXVwZHExaStmTTFkdjIvRTVJbGpJUktWYnNhcFFxR0FRcUY0cTJORUloRW1UeHlMblZzM29FTDVjdllpb2Q2MWFvNnVQclNtT1NFZkRpWGxoQkJDQ0NHRWZFQk9UazZWSkJMSnkvejNLcFZxajFLcC9MYmdQdFdyZjFQUnp0SDFqSUFUTFBOcTFGRHZWTkIrZk8raHZaTzZhZE9tZVBtU1B4MGlJaUxRczJmUEl2dk5temNQUjQ4ZTFYcU93NGNQSXlBZ1FPdTIyTmhZN05qMk8wNEZIWUJYbzRaNkFvNWJidWZvZXFhU3ZiaThXQ3dPY25OemMzdUxINThROGhwVTZLMFFkM2QzQzZWU0tTN1FaQWtBYm01dVh2a05RcUZRR2h3Y25LcVRBQWtoNURNbEZvdXJNY1ltNXI5bmpOa2o3L04xVlg0YngzRXJwVkpwbks1aUpJUVFYYWhheTdrNWhJTGRlbnA2RmI2cFZRMW1oZ0xNbVQwYkFMQmd3UUtZbXBadWFyZVhseGQyN05pQkxsMjZGTmwyNWNvVmVIdDdJems1R1Z1MmJFRjhmRHkrK2VZYjNMbHpCNW1abVlpTGk4TXYwNlpCbndPbStZekg4alcvdGVTNDNIQVY0Mkx5dTh6Rll2RjBBQ08wWFRzOVBiMW1kSFIwVHFrQ0orUXJRMGw1SWE5ZXZZS2xwZVU1QUhvRjJ6bU91NEM4TDVHNXIxNjlxcUN6QUFraDVETWxsVW9maThYaUFSekhXUmJhTkI1NW42OHBVcWwwa202aUk0U1E5MDhpa1V5V3lXVHJTOWhGVk5QSmRiT0JpQnRRc1VwVmJ1RnNQMHlaUEFrVEo0d0hBUGo1K2IxMitIbEtTZ3BTVTFPaFZDcng4dVZMbkRsemh1OGRWNmxVeU1yS1FyZHUzZmo5TjIvT1cva3VMQ3dNRHg4K2hMbTVPZGF2WDQvdDI3ZUQ0emlzVzdjT3NiR3hXTHg0TVRaczJJQnUzYnFoVDYvdXFGOVBnb2xUL0NxOWZQNjRVbzVTTmNuZTNuNlVWQ3FkRDJEK2U3bFpoSHpGS0NrdkpDWW1KbFVzRnA4SDhDUHlrbkVnNzh0aS9pN25ZMkppcUplY0VFTGVub0xqdUpPTXNUN2FObkljZHhMQTIwMStKSVNRVHhoamJEeUFuZHEyeWVYS0tyWHF1a2FZNkFscTFYSndSTUR2V3lEUHpZVklKRUtqUm8wQTlmenVnSUFBQkFVRmFSeWJrWkdCenAwN3c4cktDalZxMUVCMGREUVNFeE14Y3VSSXVMbTV3ZDNkSFczYXRFRkNRZ0pzYlczNTQ4YU1HUU9GUW9IRGh3K2pSNDhlR0RFaXI1TTdNek1UNTg2ZHc3aHg0ekJpeEFqSVpETEV4Y1ZoeElnUmVQTGtDYVpQbjQ1YXRXcWh2S1V4TXBLRkVITG9vekl4YlYrMWxyTmIvSU03TVIvMkxoTHk1YU9rWEF2RzJCR0JRUEJqZ1VRY1VDZm9qTEhET2d1TUVFSStmNEVjeC9WaGpHazg5RlMvRHRSMWNJUVE4Z0ZaaWNYaURQVnJrVkFrMm1FaTRJUURCdzNHK0xHakFRQXB1YmxGRGhvMGFCQW1UcHlvMGRhMGFWTWNPSEFBNWNxVkE5Unp5dWZPbll0OSsvWWhJU0VCSXBFSWNYRngyTEJoQTRLQ2dpQVE1SldSV3IxNk5Td3NMS0JRS0NDVlNqRm16Qmc0T0RqQTBOQVFiZHUyUmJObXpkQ3NXYk1pUGVYejU4K0hzYkV4QmcwYWhHYk5tbUhvOE1INGRjTldNNUVvSzZ5bW8vUFBsaWI2UndySG5aMmRMWXVJaU1nbzNFNElLWXFTY2kyRVF1RVJ4dGg2QU1KQ214UzV1YmxCeFJ4R0NDSGtOWktUazArVkxWczJHNEJSb1UzWnljbkpwM1FVRmlHRWZBeEp6NThMcXVxYks5YVpHUWdHV2xoWVl0UEc5YWpqNktDeGsxS3BoRlFxNVY4RFFGQlFFTHk4dkdCcFdYajJENG9jVzdac1dTaVZTZ1FGQmNIYjJ4dVptWm44OXBvMWF3SUFSbzhlaldQSGprRXFsYUozNzk0WVBIZ3diR3hzY09EQUFWeTZkSW1mVTU3ZlU1N3Y1czJia01sa0tHTmhoaDFiZnNQSWthTk1aVExaSnJsQ3VWZ280RXdBL0FkQURnQUdCZ2JIQU14OG56ZVFrQzhWSmVWYUJBY0h2NVJJSkpjQU5DM1l6aGk3Y1BmdTNXVGRSVVlJSVorMzJOaFlXWmt5WlU0QzZGcXduVEYyS2pZMlZxYTd5TWlYS2ljbkJ3WUdCcm9PbzFneW1ReUdob2E2RG9OOEJJd3hvWUc1TW9RVENCd3FWYXlBdVhObUYwbklvZjZkMkxsekovOGFlZDlORVIwZGpVbVRpcGJkVUNxVitPKy8vL0RreVJPMGFkTUc5ZXJWZzFRcVJYSnlNcUtpb25EbXpCbGtaV1VoUFQwZEZTdFd4S2hSbzJCbVpvYUlpQWc4ZmZvVUZ5NWN3SW9WSzNELy9uM2N1WE9ueUp6eXBLUWtHQm5sUFVjOWNlSUVhdFdxaGR1M2IrUENoUXU0OE5kNXJGNjNFVnUyN1N4cnBvL2NUSm5xNStoN1lXYy8rTTBrNUF0RFM2SVZRNlZTQmFxSHEvTkRLem1PbzZIcmhCRHk3b3A4dmpMR2FPZzZlZS91M3IyTElVT0d2UEgrNmVucDJMRmp4MXV0NjN6a3lCRytWN01rbnA2ZVNFOVAxMmc3ZnZ3NDVzeVpvM1gvMk5oWWpCa3pwdGp6dFc3ZCtvMWpKTHFYcVJRTllZQmx1WEpXRHRzMnJZT05kWlZpMXg0M01UR0J2NzgvL1AzOVlXSmlBZ0FZTm13WUFnTUQ4Zno1OHlMN3QyM2JGdjcrL2pBek04TzJiZHV3WU1FQ3RHclZDcjE2OVVKZ1lDQUNBd1BScmwwNzlPN2RHNEdCZ1dqZXZEbHljM09SazVNRGhVS0JWNjllUVNxVlFpZ1VRaVFTWWNTSUVaZzllemFpb3FJd1lzUUkrUG41SVRNekU1R1JrWGoxNmhXcVZLbUNJVU9Hb0V1WExubTk2QW9adG0xYUI0RlFxSzhDTytyaUtnNTNjWEdob3NpRXZBWHFLUzlHZG5iMkVXTmo0elVGSGx3b0ZRcEZrZmt5aEJCQzNrNTZldnBKYzNOemVZRlZMdVFaR1JrbmRCd1crWXlGaDRkajZkS2xHbTFUcDA3RnlwVXI4Zno1YzQzMW02ZE9uUXF4T0cvbDA4SkpjazVPRG9LQ2dwQ2RuWTNldlh0cmJETXlNb0pJSkVKV1ZoYmZwbEFvOE91dnY4TGYzMStqdlNCRFEwTitQbTloRFJvMHdQTGx5NUdSa1ZGa3lhdXJWNitpZXZYcWVQbnlKUzVldklpTEZ5L0N3TUFBVmF0V1JXUmtKRkpTVXZnaVhhTkhqNGF6cy9NYjNpM3lrUW15VmNLZEFnSFhYRStraDlOSEQ4S3FiRmtFYk4yc3NkT21UWnZRcWxVcldGaFlhRDFKMWFwVjBhTkhEeVFuSjZOaXhZb2EyNVl0V3dhQlFJQjU4K2FoY3VYS1NFdEx3NkZEaDdCczJUSUFRRlpXRms2ZVBJblZxMWZ6eCtRWGtydDU4eWFHRGgyS0hqMTZvRzdkdW1qY3VERjhmSHcwZXNyekhUcDBDTDE3OThhSkUza2YxODJiTjhmQ2hRdFJxVklsTlBMOEhyYldWVkRid3NyZzN6Q3BNMk9DdjYwZEhUMGUzN3VYOUI3dkpTRmZMRXJLaXhFVkZmVkVMQlpmQitDSnZDRkhWOFBEd3hOMUhSY2hoSHp1b3FPajA4Umk4UjhBMmlEdjgvVjhkSFIwbXE3aklwOHZKeWNuckYrL0hqNCtQaGc5ZWpScTFLaUJQWHYyd05iV0ZyLy8vanNBSURBd0VFRkJRWEIwZEFUVWlZcVhseGZLbHk5ZjVIeEhqaHpCa1NQL2Z3NmZucDZPWmN1V3djWEZCVjI3ZHRWb0Z3Z0U4UFgxTFRZMmYzOS9WS2lRMTJtWW5KeU15TWhJUGxtQ09ta2ZOR2dRLzM3aXhJbG8wS0FCenAwN2g5VFVWRnkrZkJsTGx5NUZsU3BWRUJBUWdQSGo4NWJLYXQyNk5UWnMySUFsUzVZZ0pTWGxIZThnK1JDcU9iZzJVYWxZUlpGSXYvTEk0WU54L01naHBLZWw0Y2IxNjhqSjBWeSsrL1RwMDNCM2QrZVQ4c0xiQWZCLzk0VTVPenNqSWlLQ2YyOWlZb0tmZi80WmMrZk9oYnU3TzFRcUZlclZxNGRhdFdvVk9WYWxVdUh5NWN2bzI3Y3ZGaXhZZ0xadDJ4YXB2ZzcxdzZ4dTNickIwZEdSVDhwVFUxUHg1NTkvNHZEaHZJR2tRcUVRSzVjc1JNQ09YVGk0ZjA5TmZibmhIVHZIYjNySDN2djM0anZkeUhja0Zvc1BBdmhMS3BYeVM5TkpKSkpCQU5xRmhJUjBmdDN4RW9ta05XUHNGSURSQmM5UnpMV2FjeHozSzhkeDdzSEJ3ZHFmMUdudVg0L2p1RmtoSVNIdDFCMkJLdlUxb3ptTzh3NE9EcjczNWo4cCtaeFJVbDZ5UUk3ajhwTnlHcnBPQ0NIdnoyR080OXBBUFYxSTE4R1F6NXRJSklKUUtNU3paOC9nNnVxS1c3ZHVZZGV1WFhCMmRzYmt5Wk1CQUpjdlg0YXJxeXRtenB5SlBuMzZvSGJ0MnREVDA4T1pNMmRlZS82NWMrY0NBRXhOVGZuOWs1S1MwTDkvZjZ4YnR3NTJkbmJGSHZ2Nzc3L2o5T25UeU1uSndjOC8vd3hQVDArWW1KakF4OGNIQ1FrSnFGS2xDdCtUdm5idFdxU25wK1AyN2R2UTE5Zm4xNXFHdWplODRCSlcrVDNsY1hGeGtFcWxxRm16SnFwVXFmS09kNUs4SjhMcWptNXpPWTVORllxRWdoKzlHdUtPOURaU1UxTXhldlJvMUsxYkY0d3hKQ2JtOWZXa3BLVGcyYk5uL05KbHFhbXA4UGIyNWwrLzljV0ZRblRxMUFuTm1qWERnQUVERUI4ZmoyN2R1aUU3TzV1Zkd3NzFGSW5Bd0VCa1oyZWpjZVBHc0xTMFJIWjJOalpzMklBblQ1NGdJQ0FBZm41K3hWNW4xNjVkYU42OHVVYnhPWUdBd3k5VEorRnVlQ2hpNGhJcVAwdEtQVi9kMFczSnczdWhNd0VvMy9xSFVaTklKTjZNc1MxdmNVaXdWQ3B0NitMaVVwM2p1RTRBSENVU3lSQ29hNWd3eGxweEhGZEpJcEhjTG5ETXdwQ1FFSTEvajV5ZG5Xc3d4bllBU0FTd3dOblorZXlkTzlxWGdITnpjN01FRU1BWTAyZU0zY29ma1ZQQWNhbFVPcTFRV3hmR1dJejZaNXdISURNa0pHVGhXL3ljNUF0QlNYa0oxSE1jbDZ2ZlVsSk9DQ0h2U1c1dWJwQyt2djRXNUJVeW9xbEI1SjNkdkhrVHRyYTJrRXFsTURFeHdheFpzM0RreUJFTUdqUUllL2Z1eFU4Ly9ZVHZ2dnNPdTNidHd2UG56MUc5ZW5XTUhUdFc2eHpkd2hvMGFJREtsU3Z6N3hVS0JYeDlmWkdjbk13bnlZVTFiZG9VVTZaTXdlREJnekY0OEdCNGVucGkyN1p0VUtsVVNFeE1SSlVxVlRCcTFDanMyN2NQMXRiV0FJQXBVNmFnVEpreUNBME5oVktweEpneFl5QVFDREJvMENBb0ZBbzBiOTRjelpzM0J3cjFsRGRvMElBUzhrOUU5VHAxcWpHbXZ3Y2NHbFN0WEE1MTZ6aWlycE1Ubkp5Y1VMZHVYWlFwVXdaUVYxT2ZNMmNPbGk5ZnpvL2FxRkNoQXRMUzBtQnZiNC85Ky9jRDZwRVQrWFBQVTFKU1lHWm1oaWRQbmlBOVBaMVBzR1V5R1pLVGsvbjluajkvampObnptRC8vdjF3ZFhYRjh1WExzWG56Wm5UcDBnVS8vL3d6L3p1VWxKUUVzVmlNcVZPbll2anc0ZGl5WlF2bXpadUg3T3hzTkczYXRNU0VIT29DYy8zNjlZTkNvVUJ1Ymk2U2twS2dyNjhQQUJnM2Jpd2lJaU1SZGpkS2VPemttVi9zSEYyOU9DNjM5OFBJeUxqUzNGZVpUSGJPeU1qb204THRqTEU1QUZvckZJcnY5ZlQwVkFVMnlaSDNnR0lPZ0FtTXNUSWN4MGs1anJzQjREc0FIZ3FGWXFSUUtKd2dFQWgrVnQ4UGplWGJ4R0p4TlFCL0FZakl5Y254TmpRMDNDa1NpZjUwZG5adXBpVXhGM0FjdHdWQUdZN2plaVVuSi8rUnY2RnMyYklOR0dQN0dHTi9GVHBHQ0tDdlNxWHFwWDdmU3FWU1ViWDZyeFFsNVNVSURRMk5sVWdranhoalNxbFUrdVFORGlHRUVQSUc3dDY5bXl3V2l5TUJDTzdSbkVQeUhodzVjZ1N4c2JGWXQyNGREQTBOTVhic1dKaWJtOFBKeVFsbHk1YUZ0YlUxL3hvQVRwNDhpY09IRC9ORGIvTWxKU1ZCSkJJVm1kdmJvVU1IVks5ZW5VL0lRMEpDc0czYk5xMXp1WThkTzRaYnQyNXBqVk5mWHgrVktsWENpUk1uOE0wMzM4RGMzSnlmMjE2aFFnWG82ZW1oYWRPbWNIQnd3TGh4NDdCMjdWcHMyYklGNmVucFdMUm9FWXlOalRYbWxNZkZ4YUZCZ3didjhVNlMwcXJxNE5JVlRMREYyTWpRWXU3TVg5Q2xZN3RpOSszWXNTTzh2YjJSbTVzTGtVakVKN1BtNXVaOFFnNEFLMWV1NUYrUEhEa1M5Ky9maDFBb2hMZTNOMThFcm0vZnZuajA2QkZHamh3SnFWU0tjZVBHd2N2TEM4dVhMNGVUa3hNQVlQSGl4Ymh5NVFvV0wxNE1KeWNuVktsU0JkMjdkNGV4c1RIMjdkc0hzVmdNVzF0YitQdjdZL1hxMVZpM2JoMmdmZ0FGQU9YTGwwZEFRQUE0anVQakdUZHVIRlFxRlR3OVBhRlNxZURoNGNFL2RQRHc4SUNIaHdjQW9HR0Q3ekZyM3FJRzJkbGNXRlVIbDZIeFVlR0gzdmJlUmtSRTVBSjRXYkROemMzTlRTQVFERmVwVkFPMVRUR1ZTQ1I5R1dQdUlTRWhneVFTU1FzQXk1S1NrdXFYTFZ0MkFZQ2ZGQXJGdnlLUnlGV2xValdYU3FYN0NwM2JrK080UTR5eE8rbnA2VjJqbzZNejdPM3RlNXFabWUzUzA5TzdKaGFMKzBtbDB2TUZycldlNVduSmNkd3hTMHZMSWFHaG9VZkZZbkZQQUdzWll3TkNRMFAvS0JSZmV3Q1Z3OExDcm9uRjRpcU1NVEhIY1p2RVlyRUNnTFZLcGZwVExCYkwxWDhQN2U3Y3VYUG5iZThiK1h4UVV2NGFLcFZxTGNkeHBSNXVRd2doUkR2RzJHKzZqb0Y4R2U3ZHU0ZnIxNitqYTlldTZOZXZIeFl1ekJ2OStmZmZmNk5uejU1NDhlSUZ6cDgvajRDQUFMeDQ4UUxPenM3bzNiczNldmZ1amNURVJHUm1acUo2OWVvQWdBVUxGcUJpeFlvWU9uUm9rZXVrcHFaaTZ0U3BzTFMwaEpPVEUxYXZYZzF6Yy9NaSt6MTc5Z3cxYXRUZzMvLzMzMzk4cjZLOXZUMWlZbUlRRnhjSFcxdGJEQmd3QUNxVkNvOGVQVUsxYXRYUXVIRmp0R3ZYRGpkdTNFQldWaGF1WGJzR2IyOXY5Ty9mSDVNblQ4YUJBd2VBQWozbDZlbnBmRUpIZE1QR3hzWklhRkoyalVBZ0dPcFV4d0ZybGk5R2plckZUMm5JSnhLSmlxM0FyczNldlh2QkdBTUFqZVQ0MENITkhQZjgrZk5hbHdGczFLZ1J2di8rZS82YSthTXJ2TDI5K1VLRHBxYW1yKzBoOS9mMzUxOExCQUpjdjM2OXhQMjdkbW9QaVpzTHhrM3l0WWlJakRwWXpkRmxNeWRMRy9jdXkyQTZPRGlZY1J5M0MwQndhR2pvSG0zN01NWTZNTVlHdXJpNFdBRm9wbEtwcHBxYm05c0RpQWtKQ2JtQnZONXdINVZLRlpsL2pKT1RrNzZob2VFMEFINEF6Z0h3TXpZMnJ1cmk0Z0xralE2WUl4S0pmQUdjazBna1d4aGpzMVVxbFExalRDd1FDTHlDZzRPekpCSkpkNDdqRGtza2tuOFpZM2FNc2RhaG9hRzN0WVE0UFQ5VWp1TkdBOWdlRWhJeUdPbzU1UUtCZ09hVWYwVStlRkplM2RGdEdBTjZ2OEd1bjZUVUhHWW9BSmlkbzF2eGp6cy9jUnl3NStHOTBNMXZzQ3NoNURQeXVYKytwc2hnQUFCMmptNWRYNy8zcDRrK1h6OE5aOCtleFk4Ly9xalJwbFFxMGFoUkk4eWZQeDhyVjY2RWs1TVRXclZxaGVYTGwydnNkL3IwYVR4OCtCQ3paOC9tMjdLeXN2RHk1Zjg3NVRpT2c1V1ZGVjY5ZWdVakl5UE1uejhmUTRZTVFhZE9uV0J2YjE4a25rdVhMaUUrUGg0QTRPZm5oNnRYcjBLaFVHREdqQmx3ZDNmSHRXdlhzSEhqUnV6WXNRTlFENzNmdUhFalg2bmJZN01BQUNBQVNVUkJWSlR1L3YzN2tNbGtVS2xVeU1yS3dvVUxGOUN2WHo5WVdWbGg1c3laU0V4TTFLaSsvdE5QUDBITC9GWHlFZGc0T2p1TE9PRStEbkFhMks4WGZIMG1mTkNISkFXVDhlSm9TOGp6YVhzSVVLNWN1WGVPNjNWcVZMZEQ0TjRkV0x4OEZiYnQyanVNR1ZrMHNIRjA3cFZ3cjFTOXZ3SVRFNU05QUt3QVZIUjFkYTB2RUFpcUtwWEswK0hoNFpuNU8wbWwwdTRBbUVRaTJRUWdOelEwOUpSNlU3Y0M1NW9Od0JmQVkrUVZYdlFIOEQyQXNZeXhiZ0JXQ0lWQ2pZdXJINHgwQnpDUU1UWStMQ3hzcXJ1N3UyZHdjTERDeGNYRmd6SFdDVUFXQUFiQWhPTzRDV0t4K0NSajdIcG9hR2dzMUwzNEFFd0tuTE1QZ0E2bHVCZmtDL0hCazNJRzlEWTNOL1Z5Y25UNDBKY2lXa1RjaTBKYVdnWUEwSmRHUXI0dzlQbXFXL1Q1K3VrWU9uUW9JaUlpOE5kZi81K3ltWjZlemhkTmUvNzhPUXdORGZuWEJZZWMzNzkvSHhLSlJPTjhSNDhleGNXTC95OFlMUlFLY2ZEZ1FkaloyY0hmMzU5UGpLcFdyUW9IaDZMLy8wVkZSZkZKZWYvKy9URmp4Z3cwYTlZTXRXdlhCZ0JzM2JxVkg5b0xBQWNPSEVDclZxMzQ5N1ZyMTRhTmpRM09uVHVIL3YzN1krN2N1ZGl5WlF2czdlM2g0K01ERk9ncEo3cGo1K0F5RXVEOHkxcGFHaTVmTkJkTkdqZjZvTmZUMWt2K09kSFgxOGZNWDZhZ2tlZjNtRFJ0WnQza1Y2OXUyVG00VG95TkNudWJYMlNoUkNMWkJ1QjdoVUxoSlJRS1R3aUZRZ1BHMkNDaFVMaGNJcEg4RkJJU2NsYTlMNU5JSkUwWlkwTTVqbXNnRm91ZkZUNFp4M0ZsQlFMQlViRllMT2M0YnBwQ29aZ2FIaDZlbjFCdmZFMHNod0J3Ym01dWZWUXFsYk5ZTEM3UGNWeThVcWtNek16TTlETXpNL3MyS3l2cnBvbUpTV01BRFFRQ3dRQ3hXR3dMWUJSanJMOUtwUm9xRkFvdkl1OGhZc1B3OFBDRXQ3cWg1SXZ5VVlhdk96azZZTy8ydHltWVNONlhYZ09HNHNhdFlGMkhRUWo1UU9qelZYZm84L1hUWVdKaVVpUlJpWTJOUldwcUtzNmVQY3UvVGs1TzVwTmxxT2ZMWHJ0MmphOTZuYTlYcjE1YWg2K2pVRUkwWmNvVXJiMmltWm1aK082Nzc0QzhZYlpGdG84Y09SSnIxcXhCU0VnSTZ0ZXZqNWlZR0N4YXRFanI5YTVjdVlJK2ZmcWdUNTgrV0xwMGFaSHE2d0RRcVZNbmphU2VmRmhWcXpxWEVSZ0pmdWNFWE1jR0h0OWl4Wkw1cUZpaDZOSjZ4ZW5idHk4bVRKaUFldlhxRmJ2UHpaczNzVzdkT240MEJRQXNYYm9VbHBhVytPbW5uMG84djF3dVIyWm1wa1pWOURlUlA0cGswcVJKYjNWY1lVMmJOc1dCQXdlSzdZRnYwcmdSVGdYdHg4UXBmb1kzYnQxZWIrZmcya3FWclJvY0gzL25WVW5uZFhGeE1SR0pSRHNCTkdPTU5Rc1BELzlYUFVKRUxwVksyNHJGNG42TXNYMWlzZmhZYm03dVJKRklaQVJnRzhkeENvN2pvam1PczFVb0ZKM0N3c0lPNUo5VExCWmZWYWxVdm1GaFlWY0xYa3NzRmtkeEhHZFZRamlwSVNFaE5RR3dqSXlNUTJabVptMDRqbk1BNENvVUN0dVptWm1KT0k2cmEySmlFZ2JOejQxUlVxbjBrcXVyYTNSWVdOaHppVVFDWjJmbk1rS2g4RWFoMFM2VlZDclZSZlg4Y25BY3R5Y2tKR1RLYTI4KytXelJuSEpDQ0NHRWZCSE9uRG1EMjdkdnc4M05EVGR2M3NTd1ljUGc2ZWxaN1BEMUV5ZE93TXJLQ2tGQlFXamV2TG5Xb2VnbFdicDA2VnNYZWdPQSt2WHJZOGVPSFpnMmJSbzJiOTRNc1ZpTTVPUmtWS3BVaWQ4bkxpNE9EeDgreE5xMWE3Rml4UXFVTDE4ZUlTRWhmTy80Nk5HaitXSmNSRHRIUjBjckV4T1R0T0RnWVBuN09xZHRiWmRHUWlHM1d5Z1UyVTRjT3hJamhnN2lsN1I3bjg2Y09WTWthZS9hdFN2NjkrK1BWcTFhYVN6RDkrKy8vK0xHalJ0NDlPZ1JvcU9qOGVMRkMzVG8wQUVqUm96Z0M3VVZWTkx3OXBKa1pHUVVtVysrWU1FQ2ZqNzYyNmhZb1FKMi9iNFI2emNIWU5YYTlSMlZBb1c3YlcyWFBvL3VoMS9SdHIrTGk4czNRcUh3QUFDbFFxSDROanc4UEtyd1BsS3BkS2U3dS9zbHh0Z3VBd09EOHdBeUFTd0JNQWQ1VmVsRkZTcFVXQ2lSU05KQ1FrSktYQXVSNHpncm1VejJUVVJFUkpIZWRYZDM5M0tNc2VqODk5SFIwVGt1TGk0VEFlZ0QwQU1nNXppdXZFQWdPS3RVS2pzeXh2UTVqc3NGZ0xTMHRKY0FFQllXOWpnL0Q3dHo1ODRyQURZRnIwRnp5cjgrbEpRVFFnZ2g1TE5uYlcyTmhRc1g0dnZ2djBkc2JDejY5T21ET1hQbUZOa3ZNek1UUXFFUWlZbUorTzIzM3pCOStuVGs1T1JnMUtoUkdERmlCREl6TTRzY28xUXFvVlFxUzV3ckxKZkxFUjhmRDBORFE5eThlUlBHeHNhQWVybXEzTnhjS0JRS0NJVkNaR1ptNHNLRkM5aS9mejlVS2hWMjd0eUpTNWN1b1dmUG51amZ2ei82OXUwTGZYMTl2SHo1RW1YS2xNR2FOV3V3YmRzMmpCMDdGbEtwRk92WHI4ZUFBUU1vSVg4RFJrWkczVlFxMVVLeFdIeWNNWFlrSlNYbHpEc1VGeFBZT2JyT0FqZy82eXFWaGF1V0xZUzcySzNFQS83NDR3K3NXTEdpU1B1clY2OHdkZXBVNk9ucGFiVGIydHBpOCtiTmtNdmx1SERoQXRhdVhWdGt5VDFyYTJzc1hyeVlmKy9oNFlGNjllckJ6TXdNbHBhV3NMT3p3KzdkdXdIMWlnVExsaTNqcTdRRFFISnlNczZlUFZ1cWVlUUtoUUpTcVJRTEZpd0ExUFVTdENYOWIwb2dFR0QwVDBQdzNiZnVtREQ1Rjl1RXgwOHZWSGR3bmZNd0ttd0JBRldoZlYwNWpydVptSmc0S2lFaElidTRjd1lIQjhjRDhISjJkcmJqT0s1OGVIajRUWWxFTWdjQUVoSVNzc3VYTHo4V3dHOEFhZ01vZmZDRmhJZUhKMG9ra2pvQVRpZ1Vpc1p5dWZ5cGdZR0JLanc4UEVFc0ZoL2lPTzVaWW1MaTVJU0VoRklYdHlOZnRzOCtLWmZKWkRBME5OUjFHTytOU3FYNklFOWNDU0hrYlgxcG42L2t5MWE1Y21WK0xmR0VoQVMwYk5rU1ptWm1BQUFMQ3d0d0hJYzJiZHBBSnBOaDJMQmhXTDkrUFNRU0NYNzQ0UWRBdlJ4WlFFQUFJaU1qOGVlZmYyTGp4cnpwcEl3eE1NYlFzbVhMWW9lWTU1czZkU29ZWXloVHBneW1UcDBLQUZpMWFoVU9IVHFFaGcwYmdqR0c5dTNibzNidDJoZzBhQkNhTkdrQ2p1UGc1T1NFMXExYlk4YU1HYkMydGthclZxM1FvRUVEckZxMUNvbUppWWlJaU1Da1NaUFFva1VMN055NUUvMzc5NGRjTG9kS3BlTC9CQVFFYVBTMGt6d2N4NVVCMEovanVQNWx5cFRKS0Z1MjdHa0Foek16TTA5RlJVV2x2OGs1ck8xZGJQUkUyTVZ4WE9NZld6Ykhvbmt6WWE3KzNTcEppeFl0MEtKRml5THRyeHUrZnU3Y09SZ2JHOFBSMFJIanhvM1R1ZzlqREJ6SHdjTENBdGJXMW5CMmRzYlpzMmZ4OTk5L2Erelh1blZyekp6NS82V3Ztelp0K2dZL2NmRkVJaEVhTldyRXZ3NElDRUJRVUpER1Boa1pHZWpjdVRPc3JLeHc1TWlSMTU3VFhleUdrMGYyWTlxTXVjTFQ1ODdQdFhOMGFTWlhvTy9qNlAvUHNRNE5EZDBOWVBjYmhxbFNyeU5lZUMxeFNLWFMweEtKcFBmN1RNaVJ0NFJhZlFCSFZTclZ0UER3OEFRbkp5ZitmMGE1WEQ1YVQwOXZaL255NVc5WHJGaXhDL1YrRTIwK202UjgvUGp4Nk5peEk1bzBhY0szUFhyMENLTkhqMFpnWUdDUmFwS01NWFRyMWcyN2R1M1MrcVZ5MnJScDZONjllNUZxcFZGUlVkaTRjYVBHY2c5djY4cVZLOWl4WXdjMmJ5NjU5cytJRVNQUW8wY1AvbWQ2K3ZRcFJvMGFoVTJiTnFGOCtUZWZtMFFJSWU5aXg0NGRTRXhNMUpoSHlCaERqeDQ5c0dyVktuNnBxSUptekppQnpwMDdhNjM0Zk9qUUlhU2twR2lkazN2aXhBbGtaV1doZS9mdWZOdkdqUnVocjYrUFFZTUdhZXlyVUNodzh1Ukp0Ry9mbnArUHh4aURUQ2FEVENaRFptWW1Ycng0Z2VmUG55TXhNUkc5ZXZVcTB2TkV2azROR3phRW05di9lekVIRHg0TUFHalpzaVhmTm16WU1INU5aUUJ3ZFhYRnFsV3JOTTZqVk9hdGlNcHhYSkVINXR1M2I5ZDRyNmVuVjJScEtnRHc5ZldGcjY4di8vN1VxVk5haHc5WHIxNGQyN1p0NDcvUENJVkNPRG82UXFsVVlzbVNKY2l2QU4yL2YzLzA3OS8vamUvRjE0empPSVlDQmRJQW1ETEd1bkVjMTgzRXhFUW1Gb3YvWUl3ZFZpcVZ4OVJEaUl1bzd1RFNuZ200QUNORHc3S3pmcG1DSGwwN2Y5Q1k1WEk1MXE5ZkQ0N2pJQktKWUdabWh0V3JWeGRaTmVEQWdRT1FTcVZZdEdnUnBrMmJob2lJQ0tTbHBVR2hVQ0EwTkJRQU1IRGd3TGUrL3NHREI0c2swai84OEVPeEQ2UUdEUnFFaVJNbmFyUzliazY1TnVabVpsaTNhaG4ySFF6RW5JVkxHeU5IRmxiZHdXWFF3Nmp3WTIvOVE3eEdTRWpJTFh0N2U0UG82R2dGeDNGV0hNZmxhTnZQd01BZ1hDd1dxd3EzcTFRcXJtQnRDVGMzdDQ0Q2dXQXpZMnhJYm03dVh5NHVMaVlDZ2NBZFFEYnlwaGM4QjlCS0lwSE1Zb3pkY25kMy81WVNjMUxZWjVPVWEyTnJhd3RqWTJQODg4OC8rUDc3N3pXMjNidDNEeVltSnNqSXlNQy8vLzZMYmR1MkFRQ2NuWjBobFVyeDMzLy80ZEdqUnpBMU5VWExsaTNSdVhQUkQxbVpUSWFPSFR0cXZYYjM3dDM1ZitSTDQ5bXpad2dQRDhleVpjdjR0c3FWSytPYmI3N0JxbFdyK0tGQmhCQ2lDeHpIb1dIRGhqaDE2aFJHang2dHNVMnBWT0xtelpzWU1XSUVYcjU4eVM4bDVlTGlncENRRUx4NDhRSUtoUUszYjkrR25aMmRSa0x5NTU5L29rV0xGcGcyYlJyZkZoMGREYUZRaVB2MzcvTnRyVnUzaHFlbkp3NGVQSWkwdERUMDY5Y1BGeTVjZ0orZkg4cVZLd2R6YzNQK2o1bVpHU3dzTEpDY25Jei8vdnNQNDhlUDU0Y09GMGVoVU1EVzFoYjc5dTE3ajNlTmZFcGVOODgxZjQzbWtoUmVDdWw5ZU52bHFvUkM0VWZwQVJkeU1CV0x4UmMrK0lVK0lzWllsZnprcWVDRFBYV1Nic2h4WER2MUg1VkVJcmtHWUhkdWJtNlFPb21DbmFPckx6aHVrV050ZS95NllpbnNheFo5UVBrNmx5NWRRbUJnb0ViYm8wZVBzSGJ0V2xoWVdQQnRaY3VXeGF4WnMzRGd3QUVZR0JoQUpzc2I1Vnk1Y21VRUJ3Y2pJU0VCTmpiL24zWjg0OFlOT0RrNUFRQ2ZNUGZzMlJNT0RnNzh0STAzNmFVdXJFT0hEaGc3ZHF4R1c4SGZTNlZTQ2FsVXlyOEdnS0NnSUhoNWViMTFZVGx0ZW5ickRJbWJLOFpQOWkwYmRmL0JVUmRYdHhpaGdJc3Y0WkNLakxGMVlyRTRyYmdkR0dQbWpMRWdzVmdzVjc4WGNSelhVQ3dXTThaWUpvRGxCWk52eHRndEFNakp5WEY1a3pubGpMRTRwVkxaTWl3c1RDcVJTSG9BMk1jWXkrVTRydUQ4R1JZU0VqTGIxZFgxVWxoWTJQM0M1eVRrazAvS2MzTnprWmFXaHR6Y1hLU25weU1sSlFYRGhnM2p0NmVscFduMGFyZHMyUkxEaGczRHVYUG44T3paTXd3Wk1nU0RCdytHbjU4ZmhnOGZqa1dMRnVHbm4zN2llOHFUa3BKdzU4NGRNTWFRbloyTm5Kd2NmbDFRZlgxOW5EbFRZaDBJREJ3NEVNK2VhZjcvbXB1Ymk4ek1UTFJ1M2JySS90T21UVVBqeG8xeDl1eFpORzdjR0tkT25jS0ZDLy8vTnpBN094c2N4Mm5NSVpvM2J4NzFuQk5DM2p2R0dKS1NrcENWbFFXWlRJYVVsQlFzVzdhTVQ0NnpzckpnWUdEQUx3MWxiVzJOVmF0VzRmcjE2OGpOemNXb1VhUFFvRUVEeko4L0gxT21USUZFSXNIdzRjUDVudkt1WGJ0aXpKZ3gvUFZTVTFNUkV4T0RwazJiYWhRcENnd01oSjZlSHRxMWE4ZTNWYWhRQVNLUkNMTm16Y0xBZ1FQUnNHRkRLSlZLdEdqUlF1czg0WHovL2ZjZm5KeWNpdlJpRm5iNzl1MGlQVStFa0s5TGdSNTBqakZteEJnelZDcVZSZVlRNm9uMDFDdGt2VDFYVjFkWVcxdHJYRE1wS2FsSUwzTCtLSjg3ZCs1Zzh1VEptRGR2SHFCT2lMMjh2SER1M0RtK015ai9vV2ZCejlmcjE2OGpMaTRPMmRuWldMbHlKU1pNbUZDcWVQWDE5ZmxwSDlySVpETHMzTG1UZjQyOGVkeUlqbzUrNTZydCtUZ3UvNTYva1J1djI0RXhkaE9Bb3NBREdnVUFmczNEUWlzMzJBc0VBbkZJU0lnVkFLVzI4d1VIQjc4RXdEK0JDQXNMaythL0Rna0oyUS9nb1BvWHBzZ3ZUVmhZV01FSFg0cVFrQkN0VCtsQ1FrTGVydW9rK2V4OThrbDVTRWdJVnF4WWdXZlBuaUUrUGg2UEh6OUdmSHc4dG16WmdzVEVSSmlibS9QRDA4K2ZQNC9FeEVSa1pHVGd6Smt6T0h6NE1QK2svUGZmZjBlN2R1MndiTmt5SkNZbThqM2xjcmtjR1JrWnFGR2pCdmJ1M1l2TXpFeWtwcVppOE9EQkdEeDRzTVpRTjIzeWUrQUxldDN3ZGFWU2lhQ2dJQXdjT0JBZUhoNWFLN2VpMEh3aFFnaDUzekl5TWpCeTVFaWtwcVpDb1ZEZzFhdFhlUG55SmZyMDZZTUtGU3BBcVZUeVBSOEpDUW44WjlyMjdkdXhiTmt5MUs5ZkgxQi9pWVI2aE5LV0xWdjRudkliTjI0Z0xpNE9telp0d3ZEaHczSGl4QW5VcTFjUGhvYUdTRXhNeFBuejV3RUFEeDQ4Z0VBZ1FIcDYzdlRPaGcwYjhqMUF0V3JWd3VMRmkyRnJhNHYvL3ZzUE1wa016NTgvTC9LejZPdnJhd3hGSnVSRCtWSnJMU2daTXFSU2FaTTMyUFd6SVJhTFJ3QllEODBFUEQ4Smt6UEdMZ0lJbE1sa1J5TWpJNThXUGo3Mlh0amk2ZzR1RVhjaUlnTGFkK3RkcXVIcmxwYVdHajNJMTY5ZngvcjE2N0Y5KzNhdDY0My84c3N2VUtrMFIweDdlWGxoOCtiTmZGSWVGaGFHOHVYTG8wYU5Hb0Q2ZStXNmRldlFxVk1ucEtXbDRkR2pSNWc1Y3lZa0VzbGJ4Zm9tVEV4TStNNncvUG5wdzRZTlE4K2VQZEd2WHo5VXJGanhuYzZ2SHI0T1dZNHNtVk94UWVGaFllOTkrSHBKSkJLSlA0REJ4U1hrYjZqSWtQY1N2TXQxeUJma2swL0t2L3Z1T3h3OGVKQ2ZVOTY0Y1dNK2tSMDhlREE2ZGVyRTk2NVVyRmdSMmRuWlNFdExRN2x5NWZnaGs4T0dEVU5RVUJEMjdObkRKK21GZThvN2RPaUFEaDA2WU5PbVRiaDM3eDc4L2YyUm5aMk5sSlNVWW1Nek56Y3ZWVkcybzBlUElqNCtIaHpIb1ZLbFN0aS9mei9xMTYrUEJnMGE4UHN3eHRDeFkwY3NXclNveEdxdmhCQlNXbVptWmpoNDhLREduUExJeUVqWTJ0cGkrL2J0ZVBIaUJUODAzZDdlSHJhMnRsQ3BWTkRYMThmMjdkdXhmZnQyZUh0N0l5Z29DQ05HaklCRUlrSGZ2bjJMOUpRUEh6NGNjcmtjdTNidGdwZVhGNkFlc201cGFZazJiZHBveEhUeDRrVkVSa2FpZGV2V1NFOVBoMUtwaEx1N096OTg4dSsvLzhhOWU1cFQ4V1F5R1NwWHJsemtJZW41OCtjeGMrWk1tSnViQStvdnJwYVdsamg0OE9BSHZhL2t5MUNhV2d2azA2Vk9nTE1BbkdPTUJTb1VpaFBGelNNdjZHRlUrREZyZXhkWHNPeGQwMmJPYTN6NTZ2VTNMdlFHZGRFMmxVb0ZTMHRMS0JRS05HellFTC8vL2p1T0h6K085dTNiQStyaDMybHBhZWpmdnovTXpjMkxmUGY4OXR0djRldnJpOFRFUkZTb1VBRlhybHpSS05pMmMrZE9sQ2xUQnE2dXJ2ajc3Nyt4Wk1rUzNMcDFDNG1KaVc5OW4wcWphdFdxNk5HakI1S1RrMHVkbEtlbHAyUGFqTGs0ZmU0OEdGTmRLbHpvalpBdjNTZWZsQmNtbDh0UnExWXRSRVZGSVNZbUJnMGFOT0I3VjR5TWpHQnNiQXhUVTFPc1g3OGVRNFlNd2Z6NTgzSDM3bDNJNVhMTW1UTUhZckVZbHk5ZjF1Z3AvKzY3Ny9qelg3cDBDV1hLbEVGNGVEaisrZWNmL1BISEh3Q0E5UFIwWkdWbGFYelkvUHJycnloZnZqeW1UWnVHckt3c3ZqMDVPUmtKQ1FrWVAzNjhSdXg5K3ZTQmk0c0xObTdjcURGMHMyelpzamg5K3JSR1VuNy8vbjBrSlNXaFpzMmFIK2hPRWtLSXB2eDUxaXFWQ2lkUG5zVHMyYlA1ejFjQXFGYXRHcUN1SnIxa3lSSTRPVG1oVnExYUNBME54ZDY5ZS9IZ3dRTmN1SEJCbzZjODMrN2R1NHM4eEF3T0RrWlNVcEpHVzBKQ0F0Kzc0K3ZyaXdjUEh1RGJiNy9GL1BuemtaMmRqYlp0MitMSEgzK0VxNnNyZjh5U0pVdUtIVkhVdUhGamZyNWxiR3dzSmsrZS9GN3VGZms2RlZkcklTRWhBVDE2OUhpcmMyM2R1aFdPam80ZklFcFNFR01zaGVPNEV3Q09LQlNLcytIaDRVWFh2SHNOZFhMWTFNN1JkZGFwcytmOXd2KzkrMFpMb2tFOVBhZFRwMDc0OTk5L2taT1RnNFlORzhMSHh3YytQajVvMjdZdEdHUHc5UFJFNzk2OTBiUnBVNDE1NC9tTWpJemc0ZUdCeU1oSVZLaFFBUmN2WHRSWUZ1M3g0OGZ3OC9ORFdGZ1lvQjRLNytucFdhbzU1VzhpSjZkb1hiVEMzM25mUnJBMEZCTW0vNEtFeDArVkhNZm14TjRMTDdJa0dpRmZ1czhpS1gvNThpV1NrNU94YXRVcUhEbHlCQWtKQ1hqMjdCbk16YzM1K2VWUG5qeUJsWlVWcWxTcEFuOS9mNXc5ZXhZWkdSbTRkZXNXYkd4c3NHblRKdnp5eXk5bzA2WU5ldmZ1emZlVTE2bFRoMTlqOGNHREIyQ01JVDA5SFRObXpNQ1VLVk13Wk1nUUFNRFpzMmR4OCtaTmpXVWw4ZzBmUHB3dmRnRUFMMTY4MERvSHZHTEZpa2hJU0lDenM3UEc5dWJObTJQejVzM0l5Y25oQzhEY3VIRURucDZlSlJhRUlZU1FkNVdkblkyRWhBVCtZZVhMbHkrUmxKUUVsVXJGZitsTFRrNkdVQ2lFaFlVRmZ2dnROOXkrZlJ1UEh6K0dRQ0NBbnA0ZURoNDhpRDE3OXNES3lnb2JObXpnZThvSER4N005L2hFUkVSZzhPREJpSTdtYStQZ3UrKytRNGNPSFRUaU9YLytQUDhnWU4yNmRUaC8vancvcC8zVnExY3dOamJHdW5YclVMRmlSVXlmUGgxUG56N0ZtVE5ucVBlYnZEZWxxYlhnNysrUGt5ZFBhcHpuMmJObjZOT25EMDZmUHExMXhOdnJDdEdSZDVlZG5YM1F4TVJrYTNCd3NQdzluRTRWZXk5c2xtMXRsL09Qbnp6WjNiUC9VTnVKWTBkaXhOQkJ4WTZhVEVsSjRZdjY3dCsvbjI5M2RIVEU5dTNiSVJRS01XalFJUGo2K3FKZnYzNVl0R2hSc2V2UDU2OE1FQlVWQmFWU3FmRkFaOXEwYVJBSUJIeFNYdENwVTZmNDMxV29hM3RBWGYrb2NIS2RtNXNMcUR1aUNzc2ZhcCthbWdwdmIyK05jNVdXU3FYQytzMEJXTFYyUFpSS3hTT2xpdlY1ZEQvOHlqdWRsSkRQMUNlZmxCOCtmQmhMbHk2RnZyNCtCZzRjaUFFREJpQWpJd05kdW5UQnZuMzdZR2xwaWN6TVRMUnQyeFlIRHg2RXNiRXhVbE5Ua1pXVkJaVktoZXpzYklTRWhLQldyVnFReStVNGZ2dzRybDI3cGxGOXZVbVRKdWpSb3dkKysrMDMvUGpqajVCS3BaZzFheFlBWU9uU3BSb1YySzljdVlMSXlFZ01IejZjYnlzOGhHMysvUGtZT25Rb0dqWnNXT1RuTVRNenc4eVpNN0YrL1hxK3JYTGx5ckN4c2NHdFc3ZjR0Uit2WGJ1R3JsMjdmcEI3U2dnaFVEK0lIREJnQUF3TURDQVdpekYzN2x5WW1wcGl3SUFCR0Q1OE9EdzlQUUgxY2xJLy9mUVRQRHc4QUhVaXIxQW9rSnViaTVpWUdGU3FWQWtLaFFJeE1URVlNV0tFUnZWMWEydHJ6Smd4QS9QbXpkUDRZZ2dBbHk5ZlJreU01akt5ejU4LzU2OVQyUDM3OStIcDZZbVJJMGRpenB3NUdESmtDQlFLQlVhT0hQbFdTKzhRVXBMUzFGb1FDQVJGS2svbmo2Q3pzTENnQit3NmN1L2V2YVEzMk8ydFBMb2ZmcVZxVldkWFpxVDRmZm1xdFIzL3ZuNExLNWJNUjhVS1JUdGpYcng0Z1I0OWVzRE16QXo2K3ZwNCt2VC8wOWJMbFN1SFo4K2U0Y0dEQjdDeHNVR05HaldLTERINTExOS9GU2xzcVZBb0lKZkwwYmh4WTBEOVVHalBuajNGeHR1bVRSdXQ2NVFmUG53WWE5ZXUxWHBNNFFkTUFHQmxaWVZkdTNiQjN0NmVmOEF3Y2VKRWZtcFJTa29Lek16TThPVEpFNlNucDhQSXlLalltQURnZVdJaWZwNDZIZGR2L2dPbVlrR3FiTlhnUi9Hdm4wNUF5SmZxazAvS1BUdzhjT3JVS2N5ZE94YzFhdFNBU0NUQzd0MjdZVzl2RHhNVEUwQTlSN3QrL2ZyOEVqZ1dGaGJvMzc4L3pwMDdoeDQ5ZXVES2xTc0lDQWlBU0NSQ3YzNzkwSzlmdnlMcmxDY21KdUxwMDZlb1g3OCtwRklwYXRTb2djVEVSSnc5ZXhianhvM0R3NGNQQVFCMmRuYjQ1WmRmMEwxN2QxaGFXa0tsVW1IbXpKbVlQbjA2ZnZ2dE4weVlNQUdqUjQvR2dnVUw0T0hoQVQwOVBiNUs4Y3FWSzJGbVpzYlBieXpJMDlNVGx5NWRRcU5HalpDZW5vN0l5RWl0U1QwaGhMd3ZsU3RYeHE1ZHUzRDE2bFVrSmliQzFOUVVOMi9lUkd4c0xGOW9MU29xQ2drSkNYQjNkK2VQNjlhdEd4SVNFdURtNWdaSFIwZE1uandaZW5wNi9QeHhiZXVVYTB0S21qVnJoaTVkdW1pMG5UMTd0c2lRZHFoN2NLNWZ2NDR4WThaQVQwOFBQajQrNk5HakIxSlRVelhXb3k3czBxVkwvRW9ZQlpNcFFvcFRtbG9MSmZuMTExL1JvRUVEalNscTVQTVduNWM4ZHJKemNCbDU3Y1pOL3pZZHV4c3VYelFYVFJvMzB0aXZWcTFhL0xEdUgzNzRBYU5IajRhWGx4ZmZzNTZUazRPK2ZmdnkzMmNMRi81dDJyU3B4dHp4OTZsWHIxN28xYXZYV3g5WHNNZC81Y3FWL091UkkwZmkvdjM3RUFxRjhQYjI1bjhtYlM1Y3VvSkowMllpK2RVckdSajdPVFlxZkgyeE94UHlsZmprazNKdGMydmF0MitQUjQ4ZW9YUG56dWpac3llMmJObUNnSUFBcmNmSHhzYWlWcTFhMkxKbEN4bzNib3dWSzFiZ3dZTUhHajNsZGV2V3hkaXhZekY3OW15TlNwZ0hEeDZFdDdlM1JwVlZXMXRiMUs5Zkg3dDM3OGJvMGFNUkZoYUdpSWdJR0JvYVl1L2V2UmczYmh6cTE2K1BHalZxOEVVODlQWDFVYmR1WGF4WnN3WitmbjVhNC9UMDlPU0hKbDI5ZWhYMTZ0Vjc3VHE3aEJEeUxreE5UV0ZxYW9xclY2L3liWFhyMWtYWHJsM1J2WHQzZE9uU0JSY3ZYc1NZTVdPMHJwK2NrWkdCaElRRTFLeFpFdzhmUHNTbFM1ZHc2dFFwalo1eVBUMDkvUHJycjFxdmYrYk1HWDY5MjN3dlg3N0VEei84VUdUZkF3Y09vRTZkT3FoVXFSSnUzNzZObVRObm9ubno1cWhVcVJLR0RSdUc1Y3VYODlYZzgxV3JWZzNUcDAvbmk4bTlldlVLSjA2Y0tQWDlJbCtuTjZtMW9GS3BpaDNDWEs1Y09VeWFOQW5ObWpXRGo0OFBQUmo2Z3NSR2hhKzNjWFMrbXB5U3NtL0l5SEZPQS92MWdxL1BCSzNURmV6czdMVDJRR3RqYVduNXh2c1cxS3BWSzdScTFZcC8zNmxUSjNUcTFFbGpuNy8rK3V1dHovc205dTdkeTFlNDExWlZIdXFIcTR1WHI4SzJYWHZCd0NJVVVQVk1pRkl2MzBISVYrNlRUOHExc2JXMXhlTEZpM0hnd0FFc1diSUU1Y3FWSzFLcFVpYVQ0ZG16WjVnd1lRSTJidHdJQ3dzTFJFZEhZK1hLbFJDSlJGaXpaZzFhdFdvRkJ3Y0gvaGhIUjBkRVJVVUI2bmt5aHc4Znh0NjllNHRjdjIvZnZ2RHg4Y0hnd1lOeC92eDVmZ2hSUVRObnpvU3BxU211WDcrT0V5ZE9ZT2JNbWVqY3VUTzh2YjAxQ2hUbGMzTno0eXNILy9ISEgyaldyTmw3dVZlRUVQSTJURTFOTVhic1dEUnIxZ3hEaHc3bDV4am1MOUdZTHk0dUR2djM3OGYwNmROaGJtNk9yS3dzZUhoNG9IMzc5dnk4OE1KZkJndHIzNzU5a2VKWUowK2UxQmppK2VUSkUrVG01aUk5UFIyalJvMkNqNDhQd3NQRE1YSGlSRDdaTmpFeHdZUUpFM0QwNkZHTmM5V3FWUXUxYXRYaTM1Y3BVd2I5K3ZWN3h6dEV2Z2FscWJWUXFWSWxyZWZxMWFzWG1qUnBnbG16WnFGNzkrNllOV3NXUHpXRWZQNFM3dDI1WTJOalUwOW9VbmJOdHAxN2g5NjZIWUkxeXhlalJuVzdOemo2eTFKY01nNEFNUTlqTVc2U0x5SWlvNkJTcWJad09XbGpFMkpqWlI4MVFFSStZWjk4VWk2WHk4RVlRMnBxS2tRaUVSUUtCZjc1NXg4RUJnYnl4VE5rTWhtbVRwMEtEdzhQakI4L0hsWldWc2pKeVVGMmRqWldyRmpCOTViWHExY1B2cjYrbURScEVzYU5HMWZpZFJNVEU5R25UeDlZV1ZrQkFPTGo0L2tubnhLSkJLMWJ0OGFyVjY5Z1lHREFQNVhVMTlkSFVsSVNLbGFzQ0V0TFN6REdjTzNhTlZoYlc4UEV4QVFyVjY3azE1VE0xNjlmUDhUSHgydTBaV1ptNHRhdFcxaTJiQmtBd00vUDc3WHJwUk5DeU50U0twWDhuRm1oVUFpb2g2c2ZQMzRjcDA2ZHdzQ0JBL0g5OTk5ajhlTEZDQXdNaEsrdkwxOWM2T1hMbHhnMGFCRHExYXVIZmZ2Mllmbnk1ZkQxOVlXUGp3K2FOMi8rUnRmWDE5ZUhXYUZsOUVsQ0pnQUFJQUJKUkVGVWhRb09jLy9qanord2UvZHVtSm1aUVNLUm9FYU5HbWpkdWpYbXpwMnJNVFN5UzVjdXFGKy9Qc3FWSzRmNzkrL2ozcjE3YU5HaVJZblhsc3ZseFNaUjVPdFcybG9MSmFsV3JScTJiTm1DZGV2V1lmejQ4ZGk0Y2FQR2xCRHllVXRJU01nR0VvWlZkWEE1R3hFUnRhVmRsMTRXYzJmK2dpNGQyNzNUZWVWeU9YSnljdDY1S0dEQlFzSzZjT2pJTWN5YXR3aloyYkpVSlZNTmpZOEtQNlN6WUFqNVJIM3lTZm5GaXhmaDYrc0xHeHNiZlBQTk54ZzdkaXhldlhxRkRoMDZZTzdjdVh3aGlVYU5HbUh4NHNYWXNHRUQvUHo4WUdGaGdjMmJONk5HalJybzNyMDdObS9laklvVks4TEl5QWhUcDA1RlNrb0tHR05RS3BWUXFWU1lPSEdpUnVLYjM4T3lkZXRXYk55NEVVWkdSbnlTREFCVHAwNEZBSTNrdm5Qbnp1amF0U3YwOVBRQTlZZHArZkxsK2FHYitYTTBDOXE1YytjSHZIdUVFRks4MU5SVXRHalJBcWFtcGxpK2ZEbTJidDJLQXdjT29FMmJOdGl6WncrZnRPN1lzUU03ZHV6QTdObXpzV2ZQSGdnRUF2ajUrY0hSMFJGang0N0Y4T0hEWVdkbmg1a3paMkwxNnRXSWlZa0J4M0ZRS0JSZ2pLRnAwNllhYXoxUG16WU5OMjdjQU1keE9IejRzRVpNR1JrWlVDZ1VHcXR1bEMxYkZpdFhyc1RXclZzaEVBakFjUnovWDZWU3lUOWM2Tm16SjV5ZG5mbkt4aVc1ZmZzMmxpOWYvb0h1TFBtY2xiYld3dXVJUkNLTUh6OGVqUnMzMWpwaWpueis0cVBDRDFXdlUrZWZyR3kyWi9Jdk14dGN1ZlkzNXMrZUR0TVM1bGVYWk9QR2plQTRUbVA1dllKYXRHaUJnd2NQUXFWU0lTWW1CdlhxMVVQbnpwMnhhZE1teUdReUpDWW1RaUtSWU1DQUFaZzRjYUxXQjBqeDhmSFl0R2tUNXMrZno3ZmR2bjBiMjdadEs3WVEzSnZLeU16RTlObnpjZXprR1RERy91YTQzTjd4OXlMajN1bWtoSkRTc1hOMHU5Q3oveEQydnNoa3NoSzN5K1h5SW0wSkNRbnZkRTJWU3ZWT3grdFN6LzVEbUoyajJ3VmQveDRRUXQ2LzkvMzVtcHVieTVSS1piSGJQOFRuYTBtSys3eFhxVlJNTHBjem1Vekdzck96V1haMk5zdkt5dElhMzRkRW42L3Z6L3YrWFg0ZnRtL2Z6cFl0VzhZWVl5dzlQWjJ0V2JPR05XL2VuSzFmdjU3MTZOR0RIVDE2dE1Uakh6OSt6Q1FTeVd1L3Qzd0s2SGY1dlJOV2QzUmJZT2ZvcG1qYzBwdUZodDBwMWQ5TFhGd2NhOWV1blVaYlRrNE9TMDlQWjR3eDFyeDVjL2JxMVN2MjZORWoxcXBWSy9iczJUUFdxVk1uOXZUcFU5YXZYejkyOXV4WmxweWN6TDc5OWx1V2xaV2w5UnE3ZHUxaUd6ZHVaUFBteldPK3ZyN00xOWVYRFI4K25MVm8wWUovNyt2cnkzNy8vZmUzaWowMDdBNXIzTktiMlRtNkthbzd1aTBBSU5UMVg4cWJrRWdrL2hLSkpPVU5kdjFrdUxtNXRaVklKTXpKeWFtcXJtUFJSaUtSYkpSSUpORnZzT3RYN1pQdktTL3NkY052dEJVanNyYTJmcWRybGpSSGhoQkN2aFQ1bzN5Szh5RStYMHRTM09jOXgzRVFpVVJhNHlIa1EzalRXZ3VFcUNrZjNndjFxK2JnZWo0dVBtRlh0NzZEcWt5YU1BWkRCL2FIUUZEeTcwdFFVQkEyYk5qQXY4L096dVpYa0xDd3NNQ3dZY1B3OTk5L2F5eHpabU5qZzU5Ly9obEtwUkpRRjdYMDh2SkN5NVl0Y2ViTW1TS0Y0OHFWS3djdkx5OEF3T25UcDdGdzRVTElaRElvRkFvQVFHUmtKSTRmUDY1UmcrTk5oOUNyVkF4YnR1M0E4bFZySVpjcm5nQ0tQZy92L1h2eERRNGw1S3RHMzJnSUlZUVFRdFRlcGRZQ0lRWEZSWVZkc0haMGRPSGtCdHNYTDEvVjlzcTFHMWkxYkFHc3lwWXQ5cGgyN2RyaHh4OS94RysvL1lhc3JDeE1talFKV1ZsWk1EWTJCc2R4dUh6NWNwRmovUHo4RUJrWkNRQjQvUGd4ZkgxOUlSUUtJUlFLY2Y3OGVkU3RXeGZQbno5SGVubzZqaDgvRGg4Zkh5QnZIWGVrcDZlamF0V3FpSXVMdzQ0ZE93QUFTVWxKZVByMEtiLyt1YlcxTlVhT0hQbmFuL2ZGeXlUNCtFN0gxYjl2QUl5ZGxDTm53T01Qc0ZZOElWOGk3ZXQzRUExbno1NkZURmEwUU9TZmYvNkp4NDhmYTdUbDVPUmc5ZXJWL0ZQME4zSG56aDBFQndkcnRGMitmQmtUSjA1OGg2Z0orUjk3ZHg1WFUvNy9BZngxN3UyMmFCTlppbFJFQzlxczA5aG03TEptRUVPV01XU0xLREdXaUlSQnlsYVdTYUVZeHI0enN2NG1TOXBNaFZacFFVaWJXOTE3eisrUHVaMXZWeUdwYm5nL0h3OFAzYy81bk05NW42dTVjOS9uc3hGUy9ZS0NncENkblYzcjF4MC9manhTVWxKUVZGUWtVejV0MnJSeW44OWR1M2F0NWVqSTErVE5temV3c2JIQjBhTkgwYTFiTit6WnN3ZE9UazRRQ0FRSURnN0d0R25UMEw1OWV3UUZCYUZuejU1WXNXSUZKQktKdk1NbWRWUjZmUHpMNVBpb3dXS0paTzZ0Ly91bmFPQ3dVYmh4NjUvMzF1ZnorWGp4NGdVdVhicUVPWFBtUUNBUXdOSFJFYkd4c1JWdXRRWUFucDZlOFBQemc2NnVMaFFVRk5DdFd6ZnMzTGtUZW5wNmlJMk5SY2VPSFRGcjFpd01IRGdRQmdZR3NMT3pBd0FFQkFSd2JiNTY5UXFabVprWU4yNGM1c3laQTI5dmI0d2JOdzY5ZS9mR3JWdTNQbnFmTjI3OWc0SERSdUhtclgrS3hCTEozT1Q0cU1HVWtCTlNlWFd5cHp3dkx3K0RCdzlHNTg2ZEFRQmhZV0hjbDZ5b3FDZ1lHeHREV1ZrWmlZbUptRGx6cHN4S3Y0V0ZoZkQzOTRkUUtNVGl4WXMvT3hhV1pYSHo1azBjT25RSVBqNCszRXJCaVltSldMNThPVFp2M2l3emZGTlJVUkhKeWNsd2QzZkgwcVZMMzd0cWVuRnhNYnk4dk5DblR4OUlKQklzWGJvVUlTRWhpSW1KUVY1ZUhrNmVQQWsxTlRXY1BYdFc1anhEUTBPWW1wcCs5bjBSUXVvZVUxTlRuYmk0dU14S1ZKV2J6TXhNQkFZR2NqMHRGVm02ZENteXM3T2hwYVZWNGZHNHVEZ2NQMzZjZTIxdmI4OXRneVlVQ3VIbjU0ZVFrQkF1K1M5ZG5Pank1Y3NvS2lyaUZqMktqNDhIQUJ3OWVoUXhaYmE2RllsRU1wLy9DZ29LV0xWcTFXZmVlYlhoV1ZsWjZVVkVSTkJpUjNWVWd3WU5aQjZVVzFwYVl2TGt5ZVgySWVmeitaZzhlVEltVEpoUTRSN2x1cnE2NVI2NGsyL1hrNGZSdnZwR0ZqZXlzMStHVEpvMnkzanFwQWx3bVRlNzNMUWhzVmlNVmF0V3dkYldGaytlUE1HZE8zZWdvYUVCS3l1ckN0dVZTQ1Q0NDQ4L2NPYk1HU3hkdWhTclZxMUMrL2J0TVdQR0RIVHQyaFVEQnc3RTQ4ZVBBUUFKQ1Frd05EUUVwQjFDLy83N0w3ZGdNdjViUmI3Y0FzU0ZoWVVmdksrU2toSnMyTHdWdS9mdUF5dVJQSlNJTVBaSlFuUkVsZDhvUXI1UmRUSXBoM1RlVE9rZXR3OGVQT0IrZnZic0dmcjE2NGVHRFJ2aTVNbVRNdWRzMjdZTlI0OGVCUUQ4K09PUDFSSUh3ekJZc1dJRmxpeFpndHUzYjZOUG56NFFpOFZ3ZDNmSHJGbXowS2xUcDNMMVY2OWVqZG16WjZPd3NKQjd1bGhZV0FpQlFNQjkrTHE2dW5MbldGaFlvSC8vL2dnS0NvSzJ0alllUDM2TW1KZ1lqQmt6QmdrSnN1c2l2THQ5RUNIazY2R3NySnhzWldVVkR1QW95N0ovUlVaR3BzZ3Jsdno4ZlB6MDAwOHlaUzlldkVDalJvMEFBTUhCd2R6UHBZNGNPY0xOTzFSV1ZwYjVzdmN4Zi8vOU4zZzhIcmNDc0llSEI5ZjdxS0NnZ0pzM2IyTGd3SUZZc0dBQnBrMmJCb0ZBZ0hQbnptSEFnQUhvM0xrekxDMHR1YmF1WExraU14ZXlEc3o1VmJDMHRQeUJ4K01OWjFsMk9JQi9BUHhVaWZOSUhWQ1Z0UllJcVVocVFsU0VybTRIYTBVTjhmWmRBVUVUYjk4Tmg4OEdMK2kzME9QcU1Bd0RWVlZWcEthbVl1dldyWWlKaWNHQkF3ZXdZOGNPR0JvYWx2dDk0L0Y0YU5Tb0VRSURBM0g4K0hGTW1EQUJmZnIwUWRldVhhR3BxWW1NakF6TW1ERURMTXZpM3IxNzNJNEJ0Mjdkd29JRkM3QjkrM2F1TFgxOWZVeWZQbDJtL2N6TVRHemJ0cTNpKzNtU2hya3VpeEg5NEYrd0xCdFFuS3N3T3lNai9NTlpQQ0drUW5YeS95UThIZys2dXJyYzA3a0ZDeFlnUER3Y3VibTVjSEJ3QUtSSnJycTZ1c3pDRThYRnhkaTZkU3NPSGp4WUxYSGN1M2NQYytmTzVWN2Z1SEVEdi8zMkc3ZkkwTFp0MjdnUHFxMWJ0OExLeWdxalJvMkNsNWNYQWdJQ1pMNElidGl3QVRZMk51L2R2M2ZtekpsZ0dBWUNnUUErUGo2d3M3T0RrNU1UUEQwOVlXZG5SNzNqaEh3REdJYmhBYkNSL3ZuZDJ0bzZBc0JmSlNVbFIyTmlZdUpyTXhZMU5UV2NQMzhlQUpDU2tnSWRIUjF1MFNDUlNJUnUzYnJoL1BuelNFbEpnWUdCUWJuelZWUlVQdWtoWWtwS0N2ejkvYUd1cmc2SlJBS0dZYmo1dkN6TEF0SWVwTkp0MFlxS2luRG16QmtFQndlamNlUEdXTDU4T1pmRWk4VmliaTRrQUprRmtXcEw4K2JOVlJvM2Jqd1F3QWlXWlcwWmh0R0M5QXMzVzNwRGhKQnZUa1pHZUNFeU1NbkF4UHhDZE13RC84RjI5dXFlSzVkaXFPMUFRUG9kZU5PbVRjakt5c0l2di95Q0pVdVdRRmxaR1ljUEg4YWZmLzZKeU1qSWNtMUdSa2JpK3ZYcnVIWHJGcXlzclBCLy8vZC9BQUJuWjJjMGE5WU1pb3FLT0hmdUhKZUlBOERreVpPUmw1Y24wMDVTVWhLOHZiMWx5aXFhdmdrQUowNmZ4ZElWbmlnb0tNaGp3VTVQaVk4T3FiWTNpWkJ2VUoxTXlqZHMyQUFGQlFXWjRZM1BuajFEVVZFUk44U3gxUDc5KzlHNmRXczBiTml3MnVkZ2QrellzZHc4bXVYTGw2TjE2OVl5dlRBVm1URmpCbDYrL045VW1oY3ZYaUFzTEF6Ky92NFlPblNvVFBuTm16Y0JBTDE3OTBaQlFRR09IVHZHUFZoSVRFeEVRVUZCdGQ0WElhUnVlaWRaWTFpV3RRWmdMUkFJUEsyc3JHTEw5S0NYLzFaV1EvejkvUkVlSG80dFc3YVVPNWFUazROWnMyYkIwZEVSUTRZTXdkbXpaM0g3OW0yY08zY09hbXBxYU5pd1lZVnRwcVdsd2QzZEhVMmJOcTF3OGFBYk4yNlUrMktZa3BJQ0Z4Y1hLQ29xWXNxVUtjak96c2JyMTYrNStaQ2hvYUh3OS9jSEFJd2JONDQ3ejhuSkNTS1I2TDF6TWF1VHBhVmxmWVpoaGpJTU13SkFmd0FxcGYra3BYOUxIOWJLdmV1ZUVDSmZLZkhSSVhwRzdlN2tGeFlFejNQOXJmT05XLzlnNWJMRnFLZWlna2VQSG1IQmdnWDQrZWVmTVdEQUFNeWVQUnZUcDArSHRyWjJoVzFObURBQksxYXNnSk9URXpwMjdJaTh2RHdzV3JTSWV6RHE0T0FBRHc4UC9QREREMXdiU2twSzVaSnlJeU1qL1BiYmJ6SmxHUmtaMkxoeEkvZTY4TzFidUsveXdsL0hUNEVGZTBjaWxveDk4amdtcVFiZUlrSytLWFV5S1hkM2Q4ZnIxNi94NE1FRHJ1eWZmLzdCNjlldk1XalFJSzVNVzF1NzFudVFXWmF0Y083WXU3eTh2TGl0S2U3ZHU0Y2xTNVpnN3R5NTZONjlPMVJVVkJBZEhRMUluMENtcGFYaHhJa1RhTisrUGU3ZXZRdEZSVVhzMmJNSGtNN3YyYjkvUHk1Y3VBQUE2TkdqQjdwMzcvNUpNZk1acUZsWldWMTk5NHNnSXp1bVUrWVl5N0x2Zm1uODRHdW0vUGpRVDJudms5cjYxRmcvMGw2VjdydE1rNThWMnp2aGZYWmJueEZiamQrbnpJdGEvTjM3bFB1dWpkODlsbVY1MGg3eGN0NUozTGd5YWJrWkFETWVqN2ZVMnRvNkQ0Qi9ybENzVVpPZHJnRUJBYmh5NVFwMjdkcFY0Zkg2OWV0ajI3WnRtRFp0R2twS1NqQm8wQ0IwNzk0ZGd3Y1B4cHMzYjk3YkxwL1BSOGVPSGN0OWxwYmVkOCtlUFRGdjNqd0F3SysvL29wZHUzYkIwZEVSTGk0dU1ESXlRbjUrUHNhTkd3ZE5UVTN1WEpGSVZHNHVKQ294SC9Kek1ReXJZR2xwK1N2RE1GTUFkSlgyaEplN0o4aisrNDYwdHJhdTFkN3k0dUppaXdjUEhrVFg1alVKSVIrV2x2QWdFY0QzK3FibWE0NGNPN25nZm1RMDc2ZWhBM0JnLzM0NE9UbGg5T2pSMkxwMUs1S1NrdURyNnd0SXAxTW9LeXZMdE5Pd1lVTW9LaW9pUER3Y3hzYkdDQWdJd0MrLy9NSWw1VXBLU2lncEtVSGp4bzAvR00vRGh3K3hkT2xTbWJLeWkyditHeHNIcHdXTGtKU1NLbUVaZG1OcVhQUnZBRVRWK0pZUThzMnFrMGs1cEFzQjdkMjdGNE1IRHdZQXRHN2RHZ0M0aFgvUzA5T1JtcHFLMzMvL3ZVYXVMeGFMMGFOSGozTGxKU1VsdUhqeG9zd2NuRkpsZTlWTEZ6akt5c3FDajQ4UFRFeE1vSzZ1WHU0cHA1NmVIcHljbkhEanhnMEFRUGZ1M2RHOGVYUHVlRVJFQk16TnpibjdiOUdpUlZWdmlaWCtBY013NzM0WkxQZjZuUytXSDZ4Zm1mWXFlYXpTYlZVeHR1cHM2NlAxMytuMWZHOWQ2VDYzbjlMV3A3WlhuVzE5Vm52eStOMHJIZEw4c2JxVi9mZXRiSHRsMzVxeWRhVkpXb1Z0TVF5em1HVlpQajZ1UUNLUnFJQ3R1UjdYL1B4OFJFZEhZOGVPSGREUTBJQllMTWJNbVRNQmFWTHQ0dUlDQURBd01NRDI3ZHNSR0JpSTRjT0hRMWxaR1h2MjdJR3BxU2swTkRRQTZZaW1zV1BIY3NQUlEwSkNjUEhpeFhMWExMc3ZlZCsrZlhIcDBpVmtaR1FBQUZSVlZmSDI3VnNBUUd4c0xPenM3R1RXRlJFSUJPWG1Ra0w2VUxRV0ZBTjREcUNJWmRtS04xY3ZrNkN6TEJ2TE1NeWZ0UkdZMURLQlFHQUJnSkp5UXVvZVVXcGM5TUlXcmR0ZlRFNU9PYkRGYjNkais1L3NNR3JVS0d6YnRnM2g0ZUd3c3JLQ3A2Y24zTjNkMGJOblQvVHMyVk9tQVhWMWRlemN1Uk9CZ1lHWU9uVXExTlRVOE5OUFA0RmxXVnk3ZGcyclY2L0d3b1VMNGUvdmozcjE2dUhYWDMrdHNJT3BiZHUyOFBMeWtpbExUMC9INnRXckVSQjBBR3MzK3FDa3BEaExJaFk3UEhuODRGS052ek9FZkVQcWJGSU82ZER1TzNmdVZIZ3NKeWRIWmo1NWRlUHorZVdHcnI5OCtSSkRodzVGZ3dZTmNQanc0WEpQS3QrVm41OFBGeGNYT0RvNklpb3FxbExYYmQ2OHVVeFNIaEFRQUhOemMzVHMyTEdLZHdLSVdlUkhSRVQ4VU9VR0NDRzF3dHJhMmcwQS85M25ITkprTGhIQU1ZbEVjaXd5TXZJZkFLeUJpV1ZvVFMxaXBxYW1CbTl2YnpnNk91TGh3NGNvTEN5RWxwWVdBZ0lDdURxK3ZyN1ExOWZIdm4zN3lxMXVucFdWeGZXV2kwUWlQSDM2bFBzU1dEcUtxS3pDd2tLb3FLaEFKQkxKMUhuejVnM3M3ZTNSdEdsVDVPVGtBQUE2ZE9nQWEydHJtYVM4dUxpNDNKQjNTRCtIYXhMTE1xTEl5TWhBQUlHNnVycjFHamR1Yk1zd2pCM0RNTFlBMU4vemJ4bDMvLzc5bFRVYVdCbFdWbGEvVmFJYUlVU09uanlPdVd4bzJNNzhMUkFVR0h5NDM5V3JWOUZjdHlsMjdOZ0JSVVZGekpneEE3Nit2cGc1Y3liNGZENWV2bnlKM054YzhQbDhIRGh3QUtHaG9SQUtoZGkxYXhlRVFpRk9uVHFGKy9mdjQ5aXhZMWk3ZGkyKy8vNTdtSnViWTk2OGVVaE1UTVQ2OWV2THhjRG44OHV0QlZJaUVpRWw5UWxXcmQwQWxtVXZDa1c4OFZrSlVTOXE4YTBoNUp0UXA1UHlwazJidm5lbzl0T25UN2t0SG1xTHY3OC8rdlhyQjdGWURHOXY3dzl1dWZieTVVdk1uajBiSFR0MnhMQmh3eXFkbEk4WU1ZTHJEUUtBMTY5Znc4M05qVnY5VlU5UDc3MURTUWtoWDdiU3J2VXlpWFkwZ0dNc3l4NkxpSWlvM0lkSU5mUHo4ME4rZmo0bVRKZ0FWMWRYMk5qWUFBQ1NrNU14ZS9ac3pKNDl1OEx6Qmc0Y3lJME11bjM3TmthTUdNRjlqdDIrZmJ0Yy9aY3ZYMEpIUndkcGFXa3k1WnFhbWpoNDhDQjI3TmlCRnkvKyt4NVkydU5lbHFLaVlybTVrSkRPdGF3dEdSa1poUmtaR1ljQkhEWXlNbExTME5Eb3h6RE1DSlpsaHpBTW8vMkJFU0NFRUlMazVBZlB6TTNON1hoOFh2cXo1eS9VQzRwWlh2U0RXSHpYcFJQV3IxOFBQejgvM0xsekIvUG56d2ZETU9qWHJ4L1UxZFVoRUFnd2YvNThtSm1aY1czWjJOamc5T25UT0hEZ0FOZlpZMnBxaW9NSEQrTHAwNmN5MXoxdzRBRDI3ZHVIdkx3OERCczJqQ3NYQ291US9mSWxXSWtZbXNyTXk4aUl5QUgwK1VWSXphalRTVG1mejMvdmxqcGxoemxXbGtna3dxbFRwekJ3NE1DUDluSy82NDgvL3NETm16Y1JHQmdJQlFVRlRKbzBDYi8vL2p1Y25aM0xiVS94K3ZWcnpKOC9ILzM3OStmMjA2MnNZOGVPeWJ5ZU1tVUtaczZjK1ZrOTVZU1FMd1lMNEIrSlJIS014K01kdTMvL2ZrSWx6cWx4YW1wcVdMZHVIUllzV0lENTgrZERKQkpoOCtiTmNIVjE1ZllRTDZ0bHk1YUlqNC9uUG1lRlFpSHUzNy9QSmRNdFc3YVVxYjk4K1hLY1AzOGVEeDgreFBMbHl5dGNJRTVQVHcrUEhqM2lIbkJhV0ZqSUhDOHFLaW8zRnhMU25uWjVTRWhJS0FKd1N2cUhiMjF0M1pObFdUc0F3Mm1oTjBMSSswUkhSeGVZbVptWjVJa1l2Y0xzN0pEeFU2YTNjcHc2R2M1elpuQVBIc1BDd21UT0dUMTZkSVZ0bFU0QkxVdExTNHViWXFtdHJZM0RodzhEQUg3KytXZXVqa2drZ3ZlV0hmRGJIUUFKeXlhS3hTVmoweDc5ZTdkYWI1UVFJcU5PSitYcDZla1Z6anRFRllldlAzejRFTHQyN2VMMlBLK016TXhNckZtekJrK2VQTUgyN2R1NWZYbjkvUHpnNU9TRWNlUEd3ZG5aR1YyN2R1VjZ0K3JYcnc4WEZ4ZjA2TkVERVJFUndIOGZzdS9kRHUzZXZYdkl5TWhBZEhRMGpJeU1QdW1lQ0NGZkQ2RlFhQmdYRjVkWmlhcTFyblRYaWRLNTVHdldyRUd2WHIzSzFWdTVjaVdFUWlGZXYzN05sUlVYRnlNK1BwNGJ2cTZtcG9iRml4ZkR4Y1VGRFJzMmhJR0JBZTdjdVlNT0hUcGc4K2JOV0x0MkxYZXVSQ0xCalJzM29LQ2dnSC8vL1JjR0JnWW9MaTR1bDVRckt5dGowNlpONWVKNWQ2OTFPUkhmdjMvL0NvQXJBSnlzckt6MEtuRU9JZVFiRlJzYm13VWdxNUdabVdVOWljQnZ4NjQvZnI1OTl4NDIvKzZGNXMxMGEvVGFUOU16TU05MU1lNUhSa1BDc2djS2VTV09MeDdGMXV3OElFSkkzVTdLTzNicytONzlaV05pWWhBVUZGVGhzWlVySzU2cUZ4VVZoUjkrcU56VTZ2ejhmS3hldlJvM2J0ekEwS0ZEc1g3OWVwbGVleDBkSGV6ZnZ4ODdkdXpBZ2dVTDBLSkZDK3pkdXhlUURqMHRYU1R1OU9uVGVQNzhPVHAzN296V3JWc2pQejhmZkQ0ZmFXbHBVRlZWeGF0WHIrRHU3bzd0MjdmRHc4TURhbXBxNk4yN045ZWp0SDM3ZG03SUp5SGs2MWFYRW5LV1paR2VubzUvLy8wWDkrN2R3ODJiTjZHcnF3c3ZMeSs4ZXZVSzI3ZHZ4ODZkTzlHcFV5ZTBhZE1HdXJxNk1EYzNoN3U3ZTdtMjdPenM0T0hoVWVFSUo0bEVnclZyMTJMWXNHRVlNMllNTm03Y2lPUEhqNk9nb0FDREJ3L0c2OWV2NGUvdmp3VUxGaUFyS3d1M2I5L0dnQUVES295NW9uM1JhMnJPL1dlUVJFUkVwTW83Q0VKSTNmY2lOallmd0hnREUvTkw0WkZSMjJ4SGpGSDFXclVjZy9yM3JaSHJuYjF3Q1l1WGVTQTNQNjlBSW1ablBua1VYZkVYYlVKSXRhdHpTWGxHUmdZOFBEenc1czBidkhyMUNvNk9qaFhXS3lnb1FHWm1KaHdkSFdGdmIxOWhqODI3SWlNajN6dkU1MTFxYW1xd3NiR0JzN016bWpScFVtRWRKU1VsekpzM0R3NE9Ebmo1OG1XRlErS1hMVnZHL1J3VUZBUWZIeDh3RElOMjdkckIydG9hcWFtcDZOZXZIeXdzTE9EdDdZMTE2OWJCeThzTFBCNFBBb0VBZkQ0ZkpTVWxFSWxFRUlsRU1EUTBSR0JnWUtYdWdSQkNxdXJObXplWU8zY3VXclJvZ1M1ZHVtRHk1TW5RMWYxZkQ0Mjl2VDBlUEhpQXNMQXdYTDkrSFN6TElpNHVEakV4TWVYYWV2NzhPZHpjM01xdDlxdXRyUTFIUjBjb0tTbkIzdDRlRE1QQTFkVVZrWkdSY0hOemc2bXBLVnEzYnMxTkVabzZkU3I4L1B4azF2T0lpb3JDcGsyYlVGQlFJRE1Yc3RUTGx5OWhiMjhQVDA5UHRHL2Z2cHJmSlZLZFl1TWZZdXpFcWZJT28wcEVKU1VBQUlVdjlDRjZiUHhEZVlkQVBpQWxQanF3bVluRlA3bjVlU0d6blJkYWp4azVBdTVMRm43eVZNejNlZnRXaUpWcjF1SFB2NDZEQlh1L2hNWFk5RWZSajZxbGNVSklwZFI0RjRLQmlXVm8xODRkZW9VRTdxN3BTMzBSU3ZjY0x2dmxWQ3dXbDF1NGlHVlpGQmNYUXlLUmdNZmpnYy9ubDV1N1hobGpKMDVGMkozd3F5bnhrYlQ2T2lGZkdmcDhsYTh2NWZQVnlzcXFDTURVaUlpSThodTUxeEg2SmhiekdUQkQ1QjFIVldrb01aWUFrRnZFUnNvN2xpcGoySk1wY1ZIbHR6QWdkWWVabWFJQnE3QWVMT1BVMnFnVjQ3dGhMVXlNVzM5V2svRVBIOE5wZ1JzZUp5YXhZRmpmRkVhMEVMR3h4ZFVXOHhmRzJ0cDZFNEFwOSsvZnJ5L3ZXQ3JMMHRMU2xzZmpuUllLaGZxeHNiRlA1QjNQdTZ5dHJmMEI5TDUvL3o3TjBmMkFPdGRUL3JWakdLYmNjTXFLVmhKbUdLWktpOWtSUWdnaFg1clUrS2hOQU1vdkN2Q0ZzTEt5Q2dXQXV2NkFobnpoWW1PTFU0QjUrbTNhWDBoSVNBb2FQbWE4OWxLM0JmalpmdFFuVDlWaFdSYjdEeDZHNTdxTktDNHF6bVlsRW9mVVJ6SG5haXgyUXNnSDhTcFJoMVJDWGw2ZXZFTWdoQkJDQ0NGZnVkUkhNZWRFN0Z1TG9xS2lLOHRYZVdINm5QbkkrWVNkSm5MZXZNSDBPZlBodnNvTHhjWEZseVZNa1RrbDVJVEkxMWVkbEI4OGVCRHIxcTM3NVBNOFBEenc4S0hzL0twMTY5YVYyNjZzVkVwS0NvWVBINDZYTDE5eVpTZFBucFJaOENnbEpRWFBuei8vNUZnSUlZUVFRZ2dwSyszaHc0eVUrS2krTEN2NTdmS1ZxeUxiRVdOdzU5NzlqNTUzKzI0NEJnMGZnOHRYcm9wWVZ2SmJjbHhrdjlRNnRNZ29JZCtxcnpvcEw1MlBYZGJUcDA5eCtmSmxtVDlsRTNDV1pYSDc5bTBZR0JoVTZob3N5MkwxNnRWWXNHQUJBR0R6NXMweXg5UFQwK0hwNllrcFU2WWdNdkxMbldwR0NDR2Y0cmZmZnNQUm8wZTUxOGVQSDhmZ3dZUHgzWGZmWWV6WXNiaDE2NVpNL1QxNzlxQmZ2MzZ3c2JIQndvVUxrWnViQ3dCNCsvWXR4bzhmajdpNHVGcS9CMElJcWVNa0tmSFJYaEpXM0NNak15dGwzS1JmNGJ0OUo4UmlTYm1LWXJFWTNsdTI0K2ZKMDVDWmxaVWlZY1U5VXVLanZRQ3djb21jRUNManE1eFRucGFXaGcwYk5pQTlQUjFGUlVWNCt2UXBBS0J2Mzc0b0tDakE0Y09IWVc1dURnQklTa3FDcWFrcDNOemNBQUQzNzk5SHk1WXQ0ZWJtaHVUa1pLN05uSndjWEx4NGtkdjJETkt0MS83KysyL282ZWxoMEtCQllGa1dzYkd4M043cTE2OWZSMWhZR01hTUdZTmp4NDRoUDUrMmVTU0VmUDNPbkRtRDdPeHMyTm5aQWRJVjBFTkRRK0h0N1EwZEhSMmNQbjBhTGk0dU9IcjBLSFIwZEhEczJERWNQbndZTzNic2dKYVdGdWJQbjQrMWE5ZGl6Wm8xVUZGUmdZdUxDeFl2WG93alI0NVVhY0ZMUWdqNW1xWEd4L3pUd01qSVFvTlYzYjE1NjQ1Ui94ZDJHOTdyMTBDbjZYKzdCMlZtWmNGNTRSTGN1WGNmcklROW5Dc3VtUG9xSVNGWDNuRVRRdjducS94MjA2QkJBNHdiTnc1Ly8vMDMzcng1QXpzN081dzlleFpwYVdsbzBLQUJPblhxeENYaGh3NGRRa3BLQ25mdW1UTm4wS05IRDR3YU5VcW16WFhyMXFGTm16WVlNV0lFVjVhWm1Zbmc0R0RvNnVxaWYvLytFSWxFVUZWVmhZK1BEOGFQSHc5VFUxTjRlM3REU1VrSjJkblptREpsQ2k1Y3VGQ0w3d1FoaE5RdWlVU0NuVHQzWXZueTVWeVpwcVltdkwyOXVaRkw5dmIyMkxkdkgySmlZcUNqbzRPUWtCQTRPRGlnVmF0V0FBQkhSMGZNblRzWEJRVUZVRlZWaGFXbEpYUjBkSER1M0RrTUdmTEZMdEJOQ0NFMTVsVkNRdTRyWUxSK0cvT3B0Ky9lOXgwMGZMVEtPczhWQUFDM0pTdVFrNXRieUVva1Rxa1BvL2ZJTzFaQ1NIbGZaVkt1cXFxS0xsMjZJRDQrSHVycTZ1alNwUXNpSWlMS0RXVi9WMDVPRHM2ZlA4L1YvKzIzMzZDaW9nSkllM3IrL3Z0djdOdTNEeVVsSmVqZnZ6OW16NTZONE9CZ2FHaG9vRUdEQnR4cTZTZE9uRUJCUVFIRVlqRUUwajFMSXlJaTBMeDU4MXE0ZTBJSWtaL1kyRmdJaFVKMDZOQ0JLM3UzZDFzb0ZPTE5temZRMU5SRVlXRWhFaE1UWVdscHlSMXYxNjRkUkNJUmtwS1N1TDNGKy9idGkwdVhMbEZTVGdnaEg1RDZLSHAzQ3lPTGYzSnozL3c1MDJtK21WakNnZ0VURFlsNFRPcWptSGg1eDBjSXFkaFhtWlNYZXZ2MkxaZFVpOFZpS0NvcWZyQitZR0FnbDdnWEZ4Y2RDenpEQUFBZ0FFbEVRVlNqVFpzMjhQSHhBUUI0ZVhuQnpNd013NFlOdzdGangvRG8wU01Bd1BuejUzSHAwaVdvcWFrQkFBb0tDdkRERHovZ2wxOStRV2hvS1BjRlVsbFpHVTVPVGpWNnY0UVFJbStSa1pFeUNmYTdXSmJGeG8wYjBhUkpFM1RvMEFFWkdSbUFkSVJUS1RVMU5TZ29LT0JObWRXRXJheXN1TTlqUWdnaDcvY2tJZXBmUzB2TEF6d2V6L05WZ2NpSEx5NXdTMGhJS0pKM1hJU1E5L3Vxay9LOHZEem82K3NEQUVRaTBRZm5Jb3BFSWx5N2RnMjJ0clpjbVZnc1JtRmhJUUNncUtpSWUxMVNVc0xWS1NrcHdiaHg0ekJ1M0RnQXdKRWpSNUNZbUFoTlRVM3MycldyQnUrT0VFTHFudXpzYkRScTFLakNZMi9ldk1IeTVjdVJrcEtDclZ1M1FrRkJBUkpKK1FXSklFM2V5KzY3cTYydGpmejhmQlFWRlhHamtnZ2hoRlNNWVJneEFLQW9kMUZDU2dvbDVJVFVjVjkxVXY3eTVVdHVRYmVQSmVVS0NncllzR0VEVHB3NEFVaUh3T2ZrNUdEYXRHa0FnQ2RQbmlBcUtncEhqeDdGNjlldjBhTkhEKzdja0pBUVhMNThtYnVtalkwTnpwNDlpNGNQSDhMWjJSbXBxYWs0Y3VRSWxKV1ZNV3ZXckJxK2EwSUlrUit4V0F3K24xK3VQRGs1R2JObnowYjc5dTJ4Zi85K3FLdXJBOUw1NXBCT0gycmF0Q2tnZmFBcUZvdlJzR0ZEN3Z6U0JKMWxhYUZnUWdnaGhIeGR2dXFrUEM0dURyLysraXNnN2VrV0NBVHY3WlVCZ0pZdFczSS90MnZYRHAwNmRZS3BxU242OWV1SFljT0d3Y2ZIQnkxYXRDalhXejUyN05oeVBlVkZSVVc0ZmZzMkhCd2NvS21waVo5Ly9obGR1M2F0MGZzbGhCQjUwOUxTa3RtNUF0SnBQVE5uem9TZG5SMzNtVnkyZnVQR2pSRVZGUVVURXhNQVFGUlVGT3JWcThjdC9BWUFyMSsvaG9xS0NwU1ZsV3ZwVGdnaGhCQkNhc2RYbTVTL2ZQa1NyMTY5Z3FHaElTQ2RJeTRRQ0ZCVVZQa1JQUDM2OWNPc1diUHcrUEZqbEpTVVFFOVBEd0JRcjE0OW1Yb1Y5WlFEZ0tLaUlsYXVYQWxEUTBNVUZSVmg1Y3FWY0hkM3I4YTdKSVNRdXFWdDI3WTRkZXFVVE5tVksxY2drVWd3YXRRbzVPVGtjT1VDZ1FDcXFxb1lPWElrQWdNRFlXMXREVFUxTld6ZnZoMmpSNC9tRnNvRWdKaVlHTFJyMTY1Vzc0VVFRZ2docERaOHRVbDU2ZFptcFF1M0NZVkNLQ2twb2Fpb0NDZFBudVNTYUtGUWlNR0RCMWZZaHFtcEtTWlBub3pObXpmRDNOd2NMMTY4UU9QR2pjdlZxNmluSEFDTWpZMjVod0o1ZVhuNHYvLzd2eHE3WDBJSXFRdXNyS3lRbTV1THhNUkVycWM3S3lzTDJkblo2TjI3dDB6ZG5qMTdZdE9tVFpnMGFSSmV2WHFGWDM3NUJRekRZUERnd1pneFk0Wk0zU3RYcnFCWHIxNjFlaStFRUVJSUliWGhxMHpLQ3dvS0VCSVNBZzhQRDRTSGg2TlZxMWFJalkzRm1ERmprSnViaTZGRGg3NTNuL0pTS1NrcENBNE94cmx6NTdCZ3dRSThmdndZdzRZTlErZk9uZEd4WTBlMGJObVNtNi8rN3JVVkZCVEtyUnljbkp5TVpzMmExZkNkRTBLSWZDa3FLbUw4K1BINDQ0OC80T25wQ1FENDlkZGZ5dzFiTDB0QlFRRUxGeTdFd29VTEt6eWVsSlNFbUpnWXJGNjl1c2JpSm9RUVFnaVJsNjh5S1Q5eDRnU01qWTNScVZNbjJOcmE0dm56NStqY3VUTXNMQ3k0cmN3K1JDZ1V3dG5aR1YyN2RzV1JJMGZRcEVrVEFNRDA2ZE54L3Z4NWhJV0Y0ZXpaczlpelp3OTNUa3BLQ2padDJvUlhyMTdCMWRVVjJ0cmE4UFB6NDFaekZ3cUZjSFYxcmNHN0pvU1F1bUhDaEFuNDlkZGZjZTNhTmZUczJmT3oyaW9wS1lHN3V6dVdMVnRHODhrSklZUVE4bFg2S3BQeWtTTkhvbCsvZm9CMEdIdFpZOGFNK2VCcloyZG5BTUN3WWNQS3RkdTBhVk5NbWpRSmt5Wk40c3BjWEZ5NG4zMTlmV1hxdjN0dFFnajVGaWdvS0dESGpoMFFDb1hWMHA2M3R6ZTB0YldycFMxQ0NDR0VrTHJtcTB6S2xaU1VhQjliUWdpUkkyVmw1V3JwMlJZSUJKU1FFMElJSWVTcnhwTjNBSVFRUWdnaGhCQkN5TGVxVm5yS1krTWZZdXpFcWJWeEtmS08yUGlIOGc2QkVGS0Q2UE5WZnVqejlkdGxaR1NrVWE5ZVBiTXlSUm9BWUc1dTNyVzBvTEN3TURZaElTRlhMZ0VTUWdqNW90UjRVczZDUFpXYm00K3dPK0UxZlNueVBneDdVdDRoRUVLcTM1ZisrY3JuUVJVQXhCSVV5RHVXS3FQUDEyK1NTQ1FxVmxCUXVBNUFVTFpjUVVIaEgrbVBKU0tSU0VNKzBSRkNDUG5TMUhoU25ob2Z0UW5BcHBxK0RpR0VmR3UrOU05WEt5dXJVQUNJaUlqNFFkNnhFUElwVWxKU2hGcGFXdWNBREgxUGxYTXBLU25WczlJaElZU1FyeDdOS1NlRUVFSUkrVVFzeXg1bEdBWUF3REFNeXY3TXN1eFJPWWRIQ0NIa0MwSkpPU0dFRUVMSUo4clB6ei9Hc3F6azNYSnAyUW41UkVVSUllUkxSRWs1SVlRUVFzZ25raTdpZHFXQ1ExY2lJeU56NUJBU0lZU1FMeFFsNVlRUVFnZ2hWZk1YL3VzZEI4dXlwV1UwZEowUVFzZ25vYVNjRUVJSUlhUUt4R0l4TjY4YzB2bmtQQjd2dUZ5RElvUVE4c1docEp3UVFnZ2hwQXFpbzZPZnN5eDdxL1ExeTdML2hJZUhaOG8zS2tJSUlWOGFTc29KSVlRUVFxcXU3SEQxditRWUJ5R0VrQzhVSmVXRUVFSUlJVlgzVittV2FHS3htT2FURTBJSStXU1VsQk5DQ0NHRVZGRkVSRVFxeTdJWkxNdG1Sa2RISjhzN0hrSUlJVjhlQlhrSFFBZ2hoQkR5aGZObldaYXBSRDFDQ0NHa0hFcktDU0dFRUNKWGhpYVd2N0xBT0huSFVWVTVRclllQUJpWVdQYVNkeXhWeFFEQnlmR1J1K1FkQnlHRWZJc29LU2VFRUVLSVhMSEFPQTBOdFY1bUpzYnlEdVdiRkJ2L0VMbTUrUUJBU1RraGhNZ0JKZVdFRUVKcVJZY09IWFJZbHAxVytwcGxXUU1Bc0xhMmRpOHRZeGhtSjIwcDlXMHlNekZHU09CdWVZZnhUUm83Y1NyQzdvVExPd3hDQ1BsbVVWSk9DQ0drdG1TekxEdVBZWmo2K0M4Qkx5MWZnZitTOUJ5R1lkYklNVDVDQ0NHRWtGcEhxNjhUUWdpcEZlSGg0U1VBVHJJc0M1Wmx1Zkl5cjA5SzZ4QkNDQ0dFZkRNb0tTZUVFRkpyV0pZOVdxYUhuTU13REZpV3BUMmVTWTBRQ29YeURxRmFTU1FTZVlkQUNDR2tHbEZTVGdnaHBOYms1K2VmWjFrMi85MXlsbVh6OC9Qeno4c25LdksxK1A3Nzc1R1hseWRUZHVyVUtheGN1YkxDK2lrcEtaZzllL1o3Mnhzd1lFQ0Y1Y0hCd1FnT0R2NnNXTDI5dmVIdjcvL0JPZ1VGQmVqZnZ6K3lzN081c3N1WEwyUFdyRmtRaThXZmRYMUNDQ0YxQjgwcEo0UVFVbXNTRWhLS3JLMnR6N0lzTzdyc0VIYUdZYzRtSkNRVXlUVTQ4bFd5c2JIQmhnMGJrSitmRHpVMU5abGpOMi9laEtHaEliS3pzM0gxNmxWY3ZYb1ZTa3BLYU5HaUJlTGk0cENUa3dOSFIwY0F3S3haczlDK2ZmdHk3ZCs1Y3dmTGx5K3Y4TnFyVjY5R3g0NGRxeHo3MWF0WDBiUnBVMmhyYTNObDNicDF3L2J0MjNIaXhBblkyZGxWdVcxQ0NDRjFCeVhsaEJCQ2FwVllMRDdLNS9PNXBGdzZuSjJHcnBNcUt5Z293TnUzYndFQXIxNjlRbHhjSEg3Ly9YZnV1TEt5TWlaUG5zeTlkbloyaG8yTkRTNWV2SWczYjk3Zyt2WHJXTDkrUFhSMWRSRVFFSUM1YytjQzBwNXlQejgvckZ1M0RqazVPUkNKUkNndUxrWkp5WDlMSHhRV0ZxSmp4NDQ0Zi83OWd6eWVQWHVHaVJNbmxpdlB6ODhId3pBNGR1eFl1V01oSVNIUTB0TEMrZlBuTVhUb1VLeGF0UXJwNmVuY2NZRkFnSXNYTCtMaXhZc0FBQzB0TFhoNWVWWHgzU1B5d0paOUtsbXozdGJTZFlEL1BzL0x6MDhpaEh3VUplV0VFRUpxVlVsSnlSaytueThFb0N3dEVncUZ3ak55RG90OHdRNGRPb1J6NTg2aHFLZ0k4K2ZQeC9mZmZ3OVZWVlVzV0xBQVQ1OCtoYTZ1TG5pOC8yYnNiZDI2RlhsNWViaDM3eDRVRlJWeDRzUUpycDFaczJaaHpKZ3hYTzk0YVU5NWFtb3FJaUlpa0oyZGpVT0hEdUhGaXhkUVVGREF1WFBuc0dIREJqUnYzdnk5c1RWcDBxVENwTjNiMnh2MTZ0WEQ5T25US3p3dlBUMGR0Mi9maHB1Ykd5d3RMVkZVVlBGQUVwWmxvYWlvK01udkdTR0VrTHFEa25KQ0NDRzFLalkyTnQvYTJ2bzhnT0hTQmQ0dXhzYkdscHRuVGtobFRaa3lCVk9tVE1IMzMzK1B2WHYzUWlLUjRQbno1OURWMWNYTW1UTng4T0JCTkd2V0RBQ3djT0ZDYUdscElUSXlFbUt4R0xObnp3YVB4OFBreVpNaEVvblFwMDhmOU9uVEIzaW5wOXpHeGdiZHUzZkhpQkVqTUgzNmRQVHMyUlBqeG8xRFhsNGVjbkp5S295THgrTkJRME9qU3ZlMGJkczJpTVZpOEhnOHRHelpFbzZPamxpL2ZqMDBOVFc1T29tSmlYQnljc0x4NDhlcmRBMUNDQ0YxQXlYbGhCQkNhaDNMc3NjWWhoa3UvWm1HcnBOcXBhaW9pS1pObStMMDZkTm8xNjRkTkRRMHVBWGdHamR1RElGQWdCOS8vQkhHeHNad2NuTEMxcTFic1h2M2J1VGw1Y0hMeXd2MTZ0V1RtVk9lbXBvS0d4c2JBTUNiTjI4UUVSR0JWcTFhSVNNakF4czNidVNHbGo5Ly9od3FLaXBRVjFjSEFEUnExQWhidG14QmVubzYxcTlmTHhOamNuSXllRHdlWW1OalpjcmQzZDN4N05rejNMcDFpNXRMempBTVZGUlVFQm9haXVIRGgzTjFiOSsrRFQwOVBRZ0VnaHArUjBsTlNVeE14T3paczNIcTFDa29LUHozdFZ3aWtXRFlzR0hZdUhFajJyUnA4OEh6eFdJeHBrMmJodlQwZEp3K2ZacHJveUlTaVFUVHBrM0RrQ0ZETUd6WXNFckZ0MlRKRWd3ZlBoeWRPbldDUkNJQmo4ZkQyYk5uY2VQR0Rab3lRVWcxb3FTY0VFSklyV05aOWlURE1HTDg5Nlh5cEx6aklWKyt4TVJFaU1WaVRKZ3dBVVpHUmtoS1NrSnFhaXIwOVBRd2NlSkVTQ1FTcEtXbFFWOWZIejE3OXNTUUlVTVFGaGFHd3NKQzNMcDFDNE1IRDRhRGd3TmNYVjN4NTU5L0FtVjZ5dlB5OHJnaDR1Zk9uVU9yVnEyUW1abUpHVE5td00vUER6bzZPZ0FBVDA5UFdGbFpZZENnUVRLeGFXdHJZODZjT1RKbEwxNjhRS05HamNyZGg0YUdCaTVkdWdSSFIwY2NQZnEvNTFWOSt2VEIyYk5uWlpMeWYvNzVCei8rK0dNMXY1T2tOdTNidHc5Q29SQ1RKazNpeXV6czdQRHMyVE40ZUhod1pmWHIxOGZXclZ2TG5lL3I2NHU0dURnb0tDakEyOXNicnE2dTc3M1cvdjM3RVJFUmdUZHYzbUQvL3YzbGptL1pzZ1ZObXpibFh1Zm41K1BxMWF0d2NYSEIyN2R2TVdUSUVKdytmZm96NzVnUVVoRkt5Z2toaE5TNnlNaklIQ3NycTFBQXZKaVltTmZ5am9kODJaWXNXWUtiTjI5Q0pCSmgyYkpsNk5DaEEyN2R1Z1YvZjM4RUJRVUIwbDVsZjM5Ly9QSEhId0NBUjQ4ZVFTZ1VRaUtSb0xDd0VLR2hvWmd3WVFJYU5teUk1Y3VYNC9uejV6S3JyMCtmUGgybXBxWUlEZzdHa0NGRG9LcXFpbEdqUmtGVlZSVno1ODZWNlFuZnVYTW56TXpNMEsxYk53Q0FrcElTakl5TXVPTzV1Ym1ZTVdNR1FrSkNaRlpXTDJWcmF3c1ZGUldacEx4SGp4N3c5UFJFWGw0ZTFOWFZVVlJVaFB2Mzc4UGQzYjBHMzFsU2s1S1RreEVkSFkyQWdBRHMycldMUzZoZFhGeXdaY3NXWEwxNkZULysrQ05hdDI2Tml0WlAyN2x6SjBKQ1FyQmh3d2FvcTZ0ajFxeFpVRk5UdzR3Wk04clZqWW1Kd2U3ZHU5R2hRd2RzMnJTSkcxMGhGb3V4WXNVS0ZCWVdvbUhEaGpMblhMaHdBZTNidDRlV2xoWnUzTGdCSFIwZEtDc3JsMnViRVBMNWFKOXlRZ2doY3NHeTdKOE13L3dwN3pqSWw4L0J3UUVYTGx5QWtwSVNOOXgzejU0OTZOS2xDMWZuenovL1JQLysvYm5YYmRxMGdiMjlQYlMwdE9EZzRJRDgvSHpzM3IwYlJrWkc4UER3Z0orZkgrclhydzgvUHovNCtmbkJ5c29LVjY1Y1FiZHUzYUNxcWdwSXQxc0xDd3VEU0NTQ2twSVMxM2FUSmsyd2MrZE83blZLU2dwOGZIeVFucDZPa0pBUWFHaG80S2VmZm9LdnJ5OVg1L0hqeDFpNGNDRUFRRTFORFh3K1grWWVOVFEwWUdKaWdwczNid0xTcmRpTWpZMHJUT3BKM1NjVUN1SG01b1pwMDZaQlgxOGY2ZW5wQ0FzTHc5MjdkNkdzckl3dVhickF3c0lDNjlhdGc3cTZ1c3hhQXNYRnhmRHc4RUJnWUNEV3JGbURIajE2d01yS0NwczNiOGFoUTRmZzd1Nk93c0pDcm41Q1FnSmNYVjJ4YmRzMmFHaG9ZT25TcFNncEtjSGJ0Mi9oNnVxSy9QeDhiTnk0c2R3MGlNT0hEOFBhMmhvQWNQMzZkU1FsSmNIVzFoWWJOMjdFOWV2WFlXdHJDMXRiVzZ4Y3ViSVczemxDdms2VWxCTkNDS2wxUmtaR1NxOEx4ZVl2ODB2YUdSa1pLVlhpRkVMZXk5all1RndQM293Wk14QVdGb1pmZnZrRmZuNStTRXBLd29nUkl5bzgvOGFORy9qNTU1OXg0c1FKZE9yVUNZNk9qbkIwZE9SNnloMGRIWEhod2dWMDZOQUJVNmRPbFRrM0pDUUU5dmIyTW1VREJ3NUVabVltYnQrK0RRQzRkT2tTOHZQejhmejVjMXk2ZEFrQU1ISGlSTnk1Y3djcEtTa1FpVVRja1BnUGJhL1d2WHQzUEg3OEdBQnc3ZG8xOU83ZHU0cnZHSkczeE1SRUdCb2FZc0NBQVFnSkNjR1lNV1BRcmwwN1hMdDJqVnVSdjFldlhuQjBkSlI1UUJNZkg0OUpreWJoMHFWTFdMcDBLUXdNREpDUWtJQ0VoQVEwYU5BQUsxYXN3TTJiTnpGMjdGaGN2bndaa080NDRPenNqUGJ0MjhQVDB4TktTa29ZTzNZczdPM3QwYUpGQy9qNitzbzhWSUkwQ1gvOCtERjRQQjd5OHZKdzRjSUZIRDU4R0dmT25NR0NCUXZRbzBjUG5EbHpCbWZPbktIUkdvUlVBeHErVGdnaHBGYTFNTEl5RXl1d0lUd0c1Z0FnNHFsMU4yalQzajdsVVV5OHZHTWpYNDlPblRvaEtDZ0lpeGN2eHE1ZHUyQmxaWVZYcjE3SnpKbE5UVTFGY25JeXRtN2RpbzBiTjZKUm8wYTRmLzgrL1B6OEFPa1dhZHUyYlh2dk5jTEN3cENYbDhjTlV5K2xxS2lJVWFOR0lTZ29DRjI2ZE1IZmYvK04yYk5ueTlSUlZsYkcvdjM3b2EydERSOGZIK2pvNk1ETnpRM096czdvMXEwYjFOVFV5bDF2eXBRcEFBQ1JTSVRRMEZEODhzc3ZuLzArRWZsbzI3WXQxcTVkaTZkUG4yTFBuajBJREF4RTgrYk5zV0xGQ202eHRxaW9LQnc1Y29UYkRlRDU4K2VZUG4wNlJvNGNDUXNMQzVudC9Nb2FQSGd3bWpadGlpMWJ0c0RTMGhJYk5teUFnb0lDY25OemNlWEtGV1JtWmtKVlZSV0ZoWVc0Zi84Kzl1N2RpMDZkT25FUHQwUWlFWHg5ZmFHdnJ3OEF1SExsQ2pwMzdneGRYZDFhZkljSStiWlFVazRJSWFUVzZMY3huOHJ3V0Y5TlRRMlZkWjRyQUFCdVMxWlk1T1RtaHVzYm16dWxQb3plSSs4WXlaZEhLQlNpdUxnWUlwRUlmRDRmQlFVRkNBME54YUZEaHlDUlNMQnYzejVjdTNZTjl2YjJjSEJ3d1BqeDQ2R29xSWpzN0d4b2FXbkIxOWNYZS9mdXhadzVjeEFSRVlFZE8zWmc0c1NKSDB6SUlaMGJQblBtVE82NjZlbnA2Tnk1TXdCZzlPalJ5TXJLUWtGQkFmVDE5ZEcxYTFjOGV2UUlPVGs1RUl2RjRQUDUwTmJXUm5GeE1jTEN3akJuemh5MGE5Y082OWV2bDBuSVg3MTZoYkZqeDhwY2wyVlpGQlFVeVBUUUh6bHlwTUtGNDBqZHhiSXNWcTFhaGQ2OWUrUEFnUU5jejNhcDBpSG1mZnYyaGFhbUpvNGNPWUt6Wjg5eTB5Yyt4dDdlSHVucDZRZ0tDc0tMRnk4Z0ZvdTUzN0c4dkR5b3FhbWhzTEFRNGVIaE9IcjBLQklURTZHbnA0ZFJvMFpCUjBjSEppWW1nRFRKLy83NzcydmtQU0NFL0llU2NrSUlJVFd1Z1pHUmhnWmZkVGZEWTBaMTdtZ043L1dlMEpIMldMWnZhd3JuaFV2cTNibDNmN2VCc1VYL1hISEIxRmNKQ2JueWpwbDhPVFp2M293alI0NmdXN2R1WUZrV1E0Y09SWnMyYlRCNThtVDg4TU1QWUJnR1ptWm1HREJnQUpZdFc0Wm16WnFoZi8vK3NMR3h3ZWJObS9IOCtYUEV4c2JDeGNVRmZmdjJ4YjU5KytEZzRJQ1NraEpJSkJMdVQwQkFnRXhQZTc5Ky9RRHBVUG53OEhEbzZPaHdjM0RyMTYrUDVjdVhBd0RXclZzSC9EZHRBMXBhV3VqVnF4YzNmN2VvcUFoV1ZsWmNNbTlsWlNWemJ3MGFOTUMxYTlkcTZaMGt0Y25Qenc4UEhqeEF5NVl0NGVibWhtSERoa0ZKU1FtR2hvYUFkSEhDZ0lBQWJ1UUdBS2lxcXVMNDhlTXk2eEZVWk5hc1dSZzVjaVIwZEhUUXRtMWJiTm15QlFBUUd4dUxQLy84RTVtWm1WQldWb2FXbGhaM2pyNitQanc5UFNHUlNPRHU3bzVEaHc0QkFQejkvWEh5NVA4MnlTaDlDRFpnd0FDdXJIVFVCeUdFRUVJSXFZUDBUZHAvWjJCaWtkeXFyVFhyczgyUEZZbkU3THRFSWhHN3lYY2IyNnF0Tld0Z1lwR3NiOUwrTzNuSC9iV3dzcklxc3JLeW1pRHZPRDdFd01ReTFON2hsM0svRjFVbEZBcmZlNnlrcEtUQzM3L016TXpQdXFaRUl2bXM4K1hKM3VFWDFzREVNbFRldndmZmt0dTNiN1BEaGcxamQrM2F4YTVkdTVabFdaYjk2NisvMklrVEo3Smk4WCtma1dGaFllejA2ZFBML1hzZFBIaVFYYjE2OVh2L1BkZXVYY3NlT0hDQWV5MFVDdG1zckN3Mkt5dUxUVTlQWjdPeXN0aWxTNWV5Zi96eEI1dVZsY1dtcGFXeFdWbFo3TXVYTDJYYTJicDFLN3RyMTY1eTdaODVjNFpkdEdoUmhkZVc5L3Y2dWF5dHJUZFpXMXZueUR1T1QyRnBhV2xyYlczTm1wbVp0WkIzTEJXeHRyYjJ0N2EyVHBCM0hIVWRMZlJHQ0NHa3B2QU1UTXdYOHhqK2RWMmRwZ1lIQW5iQ2FlWjA4UG5sLzlmRDUvUGhQR2NtRGdUc2hFN1RwZ1k4aG4vZHdNUjhNWUR5K3dBUjhoSHZMbHBWVnVsODNiTDRmTDVNRDNoVlZMUmxGU0h2WTJabWhzMmJOME5kWFowckd6RmlCRmlXbGVtVnJnNUtTa3BvMHFRSjl1L2ZqLzM3OTZOSmt5WlFWbGFHdXJvNmNuTno0ZWpvaUl5TUREUm8wS0JhcjBzSXFUeEt5Z2toaEZRN1BXTmpYVU5UaTRzTXcxdlQ1OGRlQ21lT0hVS1hUaDArZWw2WFRoMXc5dmdoOVBteGx3TEQ4TllZbWxwZTFEYzExYW1Wb0FraHBKYW9xYW5Cd01CQXBveGhHS3hjdVpKYjJLMjZpRVFpckY2OUdsRlJVWEIwZEpRNTFycDFhMHlmUGgxejU4N0Z6cDA3SVpGSXF2WGFoSkRLb2FTY0VFSkl0ZEp2MDM2Z0FxTVNwYWlvMU50ajJXTDRiOW1FK21YMjJQMlkrcHFhOE4reUNTdVhMWWFpb21JZkhxc1VyZCttL2NBYURacVFLb3FKaVVGNGVMaE0yZlhyMStIczdQekI4MXhjWFBEMzMzOS84dlVjSEJ3Z0ZvdGx5a2FOR29XMHRMUlBib3ZVUFFZR0JoQUlCR0JaRmk5ZnZvU2lvbUtGOWM2Y09ZTytmZnRXK09mZCtkK3paOC9HOCtmUDRlZm5CNGxFZ3JkdjN5SXBLWWtiVVRKa3lCQUVCUVhoM0xsejhQVDByTFY3SllUOER5MzBSa2daaGlhV3Y3TEFPSG5IOFMxamdPRGsrTWhkOG82RFZJR1ptYUlCcTdBZUxPTmtaR1RJK0c1WUJ4UGoxbFZxaW1FWVRCZzdHcDJzcmVDMHdFMzdjV0xTR1FOVGM5OFVSclFRc2JIRjFSNDcrZUtFaG9aaTgrYk5hTk9tRFlSQ0llTGo0MkZwYVFsSUY4anEwcVVMQU9EZXZYczRkdXdZNnRldkQwZ1RaaDhmSDZTbnA2Tk5telpZdG13WldyZXUydThwQUVna0VpeGR1aFFoSVNHSWlZbEJYbDRlVHA0OENUVTFOWnc5ZTFhbXJxR2hJVXhOVFFIcHl0czhubXpmU0V4TURKNDlleVpUWm01dWpzYU5Hd01BbDBpVjNiZWFmSDE4ZlgxeCtQQmhDQVFDTEZxMHFNSTZ0cmEyV0xKa1NZWEhTaGNXaEhUclBWdGJXd3dhTkFoOFBoOFRKa3hBU2tvSzlQVDA4TjEzLzF1Nnc4REFBUHYyN2FPSE80VElDU1hsaEpUQkF1TTBOTlI2bVprWXl6dVViMUpzL0VQazV1WURBQ1hsWDVobUpoWnRCQ3hDR0REV28zOGFqaFZMM0tDc3JQelo3Wm9ZdDhhSnc4Rll1V1lkOCtkZngrY2FzSUx1SlNZV1k5UGpveDVWUytEa2kyWmtaSVFSSTBiZzVjdVhlUDM2TlVhTUdBRklWNWd1L1RrcEtZbXJuNVNVaEVXTEZzSFQweE5kdTNhRmo0OFA1czJiaHhNblRsUTQxN3d5TEN3czBMOS9md1FGQlVGYld4dVBIejlHVEV3TXhvd1pnNFFFMmJXTjFOWFZFUm9haXVQSGp5TTJOaGJQbmozRDhlUEhBZWtLN2tGQlFjakx5K1AyZzc1ejV3N216WnZIRFdlK2ZQa3lyS3lzTUd6WU1KbDJzN0t5NE9qb0tITVBSNDhlcGVUOUN6QjgrUEJ5UThaZFhWM2g2dXI2M25OR2p4Nk5ENjJwNXVibUp2TjZ5SkFoM005Ly9mVVhKQkpKdVFkQ2tBNnBMMzFvQk9udlpFVnJKUXdhTkFpREJnMzZ3RjBSUWo0VkplV0V2TVBNeEJnaGdidmxIY1kzYWV6RXFRaTdFMTZKbXFRdU1UQXhud2dHMnpUVTFGVzlWaTNIb1A1OXE3VjlGUlZsckYzbGpoN2RiTEI0bVlkMWJuN2UvUlp0ekdjK2VSUWRWSzBYSWw4VU5UVTFhR3Bxb3JDd0VDb3FLcGcwYVJKT25Ub0ZZMk5qT0RzN283Q3dFQUNnbzZQREphZUhEeC9HZDk5OWh4OSsrQUVBNE9Ua2hPUEhqK1B1M2JzeXZZYWZhdWJNbVdBWUJnS0JBRDQrUHJDenM0T1RreE04UFQxaFoyY25rK2hrWldXaFhyMTYyTEZqQjdwMzc0NTI3ZHBoOCtiTnlNdkxBd0Q4OU5OUFhCSmVOakZqV1Jabno1NkZ0N2MzWnM2Y0tYUDlVYU5HWWRPbVRkRFQwNnZ5UFJENStOQ2loTy9ETU14bkxTeFlVVUwrT2ZVSUlaK1BrbkpDQ0NGVjBzak1USzJlUk9ESE1NelAxcGJtMlB5N0Y1bzMwNjJ4NnczcTN4Zm03ZHBpbnV0aTFmdVIwWUg2SmhiOUNua2xqaTlpWS9OcjdLS2tUc3JKeVVGZ1lDQUFjRDNOQVBENDhXT2twYVZ4UTlWTC9mNzc3L0R3OEVCTVRBeTN0emdBMUt0WER5MWJ0c1REaHcrcmxKUy9lUEVDTjIvZUJBRDA3dDBiQlFVRk9IYnNHQTRlUEFnQVNFeE1SRUZCZ2N3NVRaczJSZE9tVGJGLy8zNlltWm1oUzVjdVVGVlYvV2l2OXMyYk41R1dsZ1oxZFhYczNic1hSNDRjNGVZYnA2ZW5ZOWFzV1ZCUVVJQlFLTVRpeFl2UnZYdjNUNzRmVW51WUdsaXUzOHJLS2hRQUlpSWlmcWp1dGdraE5ZdVNja0lJSVo5TXIwM2JUbnhXRU1Mak1hMGNwMDZHODV3WlZSNysreW1hTjlQRndhQTk4TjZ5QTM2N0EzNVdZeFc3S0xkcE95N3QwYjkzYS96aVg3YU5WbFpXSHA5NkVzTXdZcFpsSlF6RFNGaVdGVE1NSXdFZ0FTQUdJSkVlSzFlbnpOOFNobUUrVmxkU1VNdzIrcFM0NnRldmo2MWJ0eUlsSlVWbUR1eStmZnZRcFVzWHRHblRoaXRyMWFvVk54ejh4WXNYYU5pd29VeGJXbHBhZVBQbXphZStOWUIwRWEyMHREU2NPSEVDN2R1M3g5MjdkNkdvcUlnOWUvWUFBSjQrZllyOSsvZmp3b1VMQUlBZVBYcHd5ZkxidDIrNUtSNWlzZmlqLy8zczJiT0hxMTlRVUlEUm8wZkR3Y0VCQURCeTVFajQrUGlnZWZQbVdMcDBLWXFLaXFwMFA0UVFRdVNEa25KQ0NDR2ZndEUzTVYvQVkzaHJHamRxSlBCZTc0bnZ1blNxMVFBVUZCVGc2andIMzMvWEJmUGRsaGc5ZjVGOVM5L0VZbkZxZk5TbS81YUdJTytZeHpCTVk1WmxGUUR3QWZBWWh1R3hMTXQvNTIvdVorbnVMSHlXWlQ5YWwyWFpkK3Z5R0lZUlNQL215ajkwYlQ3RFZta2ZwcE1uVHlJbkp3ZnQyN2NIQUF3YytOOGkvZG5aMlFDQVc3ZHVvVk9uVGhnelpnd2dYWlR0M2JtNDc2NWsvaW4wOVBUZzVPU0VHemR1QUFDNmQrK081czJiYzhjaklpSmdibTdPTFNUWG9rVUw3bGgrZmo0ME5EUzRHRDdVVXg0VkZRVnRiVzJJUkNLdVRDUVNjVVAwUlNJUjkvcHo3b2NRUW9oOFVGSk9DQ0drVWd3TjJ6VmhsZmhCRE1QMDY5VzlHemFzOVVBRExTMjV4V1BUdFRQT0h2OFRMb3VXQzY3ZXVMbkJ3TVNpbjFERUc1K1ZFUEZDYmtIVlFSRVJFVHZrSGNQSEdKaFloZ0l3cXNxNVNVbEplUHYyYllYSG5qNTlpazZkL3ZmUVNGTlRzMXl2ZUU1T0RyUzF0YXR5NlhLYU4yOHVrNVFIQkFUQTNOd2NIVHQyTEZjM096c2JtdEt0QWtVaUVRUUN3WHZiTlRZMnh2ejU4N0Z3NFVJQVFPUEdqWEhpeEFsY3VYSUZrTjduMHFWTEFlbFE5dDY5ZTFmTC9SQkNDS2tkbEpRVFFnajVxQmF0Mi9jQm4zZEFVVkd4OGFJRmN6RnB3cmpQV21pb3VqVFEwc0llUDEvczNSZU10UnQ5K2pGTWNYU0wxdTBjbmp4K2NFbmVzWkhhWVR4V0xFSUFBQ0FBU1VSQlZHeHNEQXNMaTByVk5UVTFSV1JrSkg3KytXZEEybHVkbkp3TWMzUHphb2xseElnUk1nOElYcjkrRFRjM055N2gxdFBUdzY1ZHUvRDgrWE93TE1zOURDZ3FLdnBnVXE2c3JNd053UWNBT3pzN1hMdDJEVzV1YmxCVVZJU0Rnd1AyNzk4UFNCOHlWTWZPQjRRUVFtb1BKZVdFRUVJK1JFSGYxSHdOd3pJTERBME5lTDRidk5EV3pMUVNwOVVlaG1FdzJlRm5kTzVvRGFjRmk1b21wYVNlMXpjMTM1Z2FGLzBiQUZFbG1pQmZNRVZGUmFpb3FGUjQ3TjE1MmlOR2pNQ01HVE1RR2hvS0t5c3IrUHI2d3RUVWxCditEbW12OWFsVHB6Qnc0TUJQVG02UEhUc204M3JLbENtWU9YTm11Wjd5eU1oSW1KbVpjYTgvbHBTL2k4L25vMWV2WG5CMGRFVFhybDFsUmdPOHU4Z2RJWVNRdW8rU2NrSUlJUlhTTTJyWGlpL2dCek5nT284Y01RUXJseTFHdmZja1AzVkJXek5UbkRwNkVNczkxdkNPbmpqdGFtQnEwVk1pa294OThqZ21xUktua3k5VVRFd01ONGY4WGNuSnlXalhyaDMzMnRyYUdvc1dMY0s2ZGV2dzVzMGJkTzdjR2IvLy9ydk1PUThmUHNTdVhidTRmYzQvNXQ2OWU4akl5RUIwZERTTWpDbzNBdi8wNmRQY3RteVFMaGhYdWpYV3FsV3JzRzdkT2dCQVhsNGUrdmZ2WDJFYlAvMzBFMjdldkluang0OWo1TWlSRUFxRjFFTk9DQ0ZmS0VyS0NTR0VsR05nWWo2V0FlT3ZXazlWZmZXS0pSZzJlSkM4UTZxVWVpb3EyT0MxQ3QyLy93NUxWM2gyTGlnb2lEUXdOWitXRWhkOVVONnhrWm94ZXZSb0RCcFU4ZTluUUVCQXViSVJJMFo4TU9HT2lvcVNTWmcvNU5XclYzQjNkOGYyN2R2aDRlRUJOVFUxOU83ZG0xdTBiZnYyN2VWNndPUGk0aEFWRllYNTgrY2pLU2tKSXBFSUJRVUYwSkt1ejdCczJiSUs5eWt2Nis3ZHV3Z0lDRUJxYWlvOFBEeHc3Tmd4OU8vZkh6MTc5b1NscFNYMDlQVFFvVU1IMm1lYUVFSytFSlNVRTBJSTRlanFkcWlucUNIYXhqRE1KUE4yYmVHendRdjZMZlRrSGRZbkd6WjRFQ3pOMjJPdXkyTDE2QWYvaGhpWVdQUXJ6bFdZblpFUlhpanYyTWpudTNyMUtnNGVQSWkwdERUY3VIRURKMCtlckxCZVptWW0rSHcrUWtORHNYejVjcGw1MmU4VEdSbUowYU5IVnlxTzdPeHM5T3ZYRHhZV0Z2RDI5c2E2ZGV2ZzVlVUZIbzhIZ1VBQVBwK1BrcElTYm5WMFEwTkROR3pZRUZPblRnV2Z6OGVvVWFQQTUvTXhhZEtrU204cEdCY1hoN1ZyMTJMMDZOSFl0R2tUbEpXVllXdHJpMy8vL1JlWEwxL0d5Wk1uMGF4Wk01a2g3WVFRUXVvMlNzb0pJWVFBQVBTTkxLeDRDcUlRaHNjem5qcHBBbHptemY2a2VhNTFqWDRMUFJ3K0VJQU5tN2RpOTk1OWs1VTBSRGI2OVN6R3BpWkVSY2c3TnZKNWV2WHFoVjY5ZXRWSTIrdlhyNjkwM1RadDJxQlZxMWFBZEx1emJkdTJBUUJZbGtWeGNURWtFZ2w0UEI3NGZENlhkRDk3OWd6YTJ0cmc4L200ZS9ldVRIdnZEcVYvOTNYcFltNmxlNTJYMWJadFc3UnQyN2JTc1JOQ0NLazdhRndUSVlRUXREQTJkK0lwNEI5dDdZYkdlM2R1dzJKWDV5ODZJUzhsRUFpdzJOVVplM2R1UTRNR0RZeDVDdmluaGJHNWs3empJbCtQaXZZWFp4Z0dTa3BLVUZGUmdaS1Nra3d2ZUpNbVRUNjRKemtoaEpCdkR5WGxoQkR5RFd0bVl0TFEwTVRpTkovSDgvbmU1anVsY3ljT28vdjMzOGs3ckdyWC9mdnZjTzdFWVhUNy9qc2xQby9uWTJoaWNicVppVWxEZWNkRjZoYWhVQWlSaUJic0o0UVFVcnNvS1NlRWtHK1V2ckhGRHdJb1J5c0lCTGFMWE9ZaGNOZDJOR3pRUU41aDFaaEcyZzJ4ZCtkMkxIS1pCd1dCd0ZZQTVXZ0RrM1kxTXdhYWZKRzh2THk0SWVpbGJHMXRrWkdSQVVpM1N3c1BENWRUZElRUVFyNVdOS2VjRUVLK1BYeERFMHNQRm5EVGI5R2M3L083Rnl6TTIxWGl0QzhmajhkZzJwU0o2Tkt4QSthNkx0Wk5mZkwwc3FHSjVicmsrTWpsQU1UeWpvL0l6KzNidC9IdzRVTUVCZ1ppMzc1OTZOeTVNNHlOalFFQUVva0VGeTVjZ0wrL1B4bzJiTWl0cW01dmJ3OGRIUjBvS0NnZ05qWVd6WnMzaDRhR0JwNDhlUUtCUUFBZEhSMjhldlVLYmRxMGdadWJHM2N0aVVTQ1U2ZE80Y2lSSTlpM2I1OGM3NW9RUWtoZFFFazVJWVI4UXd4TlRmVlpWakVZREd5RzJRN0E2aFZMb2FhcUt1K3dhcDJGZVR1Y1Bub1FTMWVzNXA4OGMvNDNBeE9MWGd4VFBDNDVMaTVWM3JHUjJwZWFtZ3BQVDAvNCt2cENTVWtKSmlZbWNIZDM1eFpXbXpScEVreE5UYkZzMlRJMGJkb1VETU53NXc0ZVBCZ3FLaXJJejg5SDkrN2RZV0JnZ0wvLy9odXFxcXJvMnJVcjR1TGlaUFpSTDAzdTgvTHlvSzZ1THBmN0pZUVFVcmRRVWs0SUlkK0lGc2JtUDRIbDdhNm5vcXpwc2Z3M2pCdytSTjRoeVpXYXFpbzIvKzZGYmpiZndYMlZsODNidDB4VUMyUHpxVThlUmgrUmQyeWtkdTNkdXhjNU9UbVlNMmNPQ2dzTG9hQ2dBSVpoRUJ3Y0RFaUh0WmR1TWVicDZRbFRVMVBZMmRsQlQwOFBSVVZGWUZrV0kwZU9SRzV1TGc0Y09NRHRnMTVZV0FnZWo0ZEdqUnB4MTNyOStqWG16Sm1Edkx3ODdOMjdWMDUzVEFnaHBDNmhwSndRUXI1eXpaczNWK0dyTnZEbDhYaFR6VXlONGJ0aExWb2FHc2c3ckRyanB4RkRZVzFwRGllWFJacXhjUThQNjV1WTcyS0V1VTRwS1NsQ2VjZEdhc2VzV2JNd2Z2eDROR3pZRUpxYW1tQVlCcTlmdjhiVnExZWhwS1RFMVNzcUtrSnNiQ3o2OXUyTDRPQmd2SDM3Rm1mUG51V09DNFZDUEg3OFdLWW52WlNabVJtNmR1MEtlM3Q3QUhqdjN1cUVFRUsrUFpTVUUwTElKMkpabHEzcXVVeEYzOVpyVUhPVDl1MFZHUDVCQmpDYk5HRXNGaTJZQjBWRnhkb000WXZRMHRBQVIwT0NzSGJEWnV6ZEgvSXJxNkpwMDl5ay9kaW44VEV4OG82TjFEeGxaV1hZMmRsQlYxZVhLOHZNek1TSkV5ZkFzaXc4UER3Z2tVZ0FBS2FtcHJDMHRFVG56cDFoYjIrUFc3ZHVjZWU4ZVBFQ3djSEJHRE5tREZlbW9LQ0E3Nzc3K25ZMElJUVFVbjBvS1NlRWtLK1VnYkg1alA5bjc3NmpvanJlLzRHLzc5MmxLYUpZVVZFd0ZwQW9XNHdhTlNhMmlJa2RlOGZlT3hxTmlxaXhFM3VOVVJSN3J6SFJuNTlnMU5pbExBcExVWllpS2lBZ0hYYjN6dStQd0g1QlFBR0JSWDFlNTNCazUwNTU5dUpSbnAwN013QzNvV3FWS3NadXE1ZWo0M2Z0OVIxU3VXWm9hQWlYbitlamZiczJjRjdvOG1WY2ZQeDlheHZKYkZXZzd5NTl4MFpLRjJNTUhNZmgyTEZqdXJMdnYvOGVBT0RvNkFoSFI4ZDgyNm5WYXJpNnVtTGF0R2xBMXZua3c0WU55N1dHZk9mT25iaDY5V3FwdndkQ0NDRWZMMHJLQ2ZsSVRaa3lCYzdPempodzRBRGF0MitQTGwyNjZLN3QzYnNYMzMzM0hSbzFhcFJ2VzI5dmIvejY2Nis2VFl6SXA2VisvZWJtdkFtL2orTzVQbTFidDhLdmEzOUJyWm8xQ3RGU1AvejgvSkNabVlrV0xWcm95bTdjdUlHelo4OWk0OGFOQmJaemRuYkdEei84Z002ZE81ZG9QQjIvYTQvTDU0NWo5dnhGeG5mdlA5eHBiU054RU5LRU1lSGhmdkVsT2hBcFYxSlRVekZtekJqZDY4VEVSQURBb0VHRHNIUG5UbFNxVkFsLy8vMDNMbDY4aUFVTEZzRFMwaExJZXFUOS92MzdCZmFiUGNOT1NFbXp0N2V2Q0tCQjltdkdXTVdzOHB6SGFZUXFGSW9VdlFSSUNDazBTc29KS2VlMmI5K09HemR1d056Y0hBRUJBYmgwNlJJcVZhb0V0VnBkNEM5N2RlclV3Y0tGQzNIa3lCRVlHQmlVZWN4bGpKZkpaUFc4dmIxcDEyd0E5WnJZdHhlSnVNTWlrYmplN09tVE1XbmNhUEE4WCt6K0xsKytqRFZyMXNEYzNEemY2eTlmdnNTRkN4ZFFxMVl0QU1EWXNXTVJHaHFhcTQ1R28wRktTZ29xVjY2Y3Exd2lrV0RqeG8wUUJBR0xGeS9HMGFOSDRlZm5oNlNrSkZ5NGNBR21wcWE1MXVzQ1FJTUdEZEMwYVZNZ2EzYno3ZmZtNStlSFY2OWU1U3F6dDdkSHpabzFpL1MrYTlXc2lVUDdkbVBuSG5kczJyYXpqNWJYdEtqWHhINVlSSkRpWnBFNkloK05DaFVxWU4rK2ZiclgyVFBsYjk2OHdlclZxL0gwNlZOMDY5WU52L3p5QzZwVXFhS3JaMkppZ3ZidEMzNEt4Y3ZMcTVRako1K3I1T1JrY1pVcVZiemYvbjJlNS9uc1pUZWFoSVNFNnZxSmpoQlNGSlNVRS9JUkdEOStQTHAwNllMeDQ4ZkR3OE1qMTNyRmJON2UzbmorL0RsNjlPaUJIMzc0QVJjdVhNQ2hRNGZRcDA4ZnBLV2w1YXI3K3ZWcnFOVnFSRVZGZ2VNNDFLNWR1d3pmVFlrUVM2WFNqanpQOTJHTTlRRndCMEQvc2d6Z3hvMGJjSFYxelZPZW5Kd01Bd09EWEp0REFjQ0dEUnNnbFVwTE15VGUybGF5Rk9BVzFhMVRXN1JwL1NxMGtKWE1lTzNidDhmVXFWUHp2VFpwMHFSY3IvZnUzWnZyOWN1WEx6Rm56aHc0T0RoZzFLaFIrZlloa1VqZzRPQUFEdzhQVks5ZUhjSEJ3ZkR6ODhPZ1FZTVFFaEtTcTI2bFNwWGc2ZW1KYytmT3dkL2ZINjlldmNLNWMrY0FBSk1uVDRhSGh3ZVNrcEowYTRQdjM3K1BXYk5tNVhxU3BMQjRuc2ZVaVdQeGRhc1dtRFh2NTNxUnoxOTROckNSTEFzTjlGMEpnS1kvUHpFRnpaUURRTXVXTGJGeTVVb1lHaHJpN05tenNMUzAxTzNHem5FY1RFeE05Qkl6K2J3OWUvYnNqVnd1LzVzeDFqVy82eHpIL2UvWnMyZHZ5ajR5UWtoUlVWSk95RWNtTmpZVzd1N3V1Y29ZWTNCemM4TzRjZU4wWllzWEw0YXhzVEU4UER6dzRNR0RYUFZUVTFQeDZ0VXJ6SjgvSHlLUkNBY09IQ2l6K0l2TDB0TFNwR2JObWo4d3hub0Q2TWx4bkRteWZpSCtrSTNYaXV2YmI3L0YzMy8vbmF2c3lKRWpPSDc4T1BidTNZdnExY3R1Y3FKdUkzdExBekVPY1J6MzNROWR1MkQxQ2hlWWxlRDV4ejQrUGxpN2RtMisxMTYvZmwxZ3V5dFhybUR6NXMyb1VhTUdYcjU4aWVIRGg2TkhqeDdvMTY5Zm5pYzRwa3laQW83allHQmdnTTJiTjhQUjBSRXpac3pBeXBVcjRlam9xSnNkUjFhaVg2RkNCZXpjdVJQdDI3ZEhzMmJOc0duVEppUWxKUUVBK3ZmdnIwdkM1ODJiOThIdnY0Vk1pai9PSHNmQ0pjdEZmMTY5dHR6YTFyNnpXb1BoejBNVWtSL2NPU2szQ3BvcEI0Qk9uVHJwTmtqMDkvY0hZMHlYbEtlbXByNXp6YmhXcXkzVnVNbm5UYXZWbmhhSlJGMno5MFZBamowU3RGcnRHWDNIUndncEhFcktDZmtJN05tekI0c1hMNFpVS3NXZ1FZTXdZOGFNWExzRVAzcjBDQVlHQnVqWXNTUFMwdEowbXd4VnJsd1pNMmZPeEpzM2IzSTlPdnl4ckNtWFNxVlZPSTdyeFhGY1h3QU9BSFRUVWRsNWVOWXZJV1c2by9uYjR1TGlzR3JWS3J4NTh3YlBuei9IcFV1WG9GQW9NSFhxVkRSczJMQlV4MjVnWTkrTDhaeTdpYkZ4MWFVL3o4ZWcvdmx2U1BVaG1qZHZudXNEbjV4bXo1NmRweXc0T0JpYk5tMUNYRndjZHV6WWdXdlhyaUVwS1FsdWJtN1l2SGt6RGg4K2pKa3paNkpMbHk2SWlZbkJyVnUzQUFDZE8zZEdTa29LenA0OXE5dHc2K25UcDBoSnliMGMwc0xDQWhZV0ZqaDA2QkRzN096UXVuVnJWS3hZRVNLUnFNVGZlemF6U3BXd2ZkTjZIRHQ1QnN0V3Jmc09HZW0rRFd6c1I0Y0dLdWhjcTArUUlBaElTMHVEV0N5R1dDekdtemR2ZEIrMGhZYUc1bnJ5b2xxMWFsaTllbldCZlhYcjFpM2Y4bDY5ZXFGWHIxNmxFRDM1bkdSa1pKdzJNVEhaQ1NEWFdoN0dtTUR6L0ZuOVJVWUlLUXBLeWdrcDU3cDM3NDVCZ3daaCtQRGgyTFhydjAyZ3o1NDlpMW16WnVrK0ZmL3FxNjh3ZWZKa0FJQlNxY1RXclZzUkdCaUlZOGVPd2NMQ0FrNU9UbGkwYUJHKyt1b3J2YjZYd21DTWlhVlM2WGlPNHdaekhQY2RBRkhPaWZDY0o0cmxTTXhieW1TeXd6bTY0WEwrbWVNWU11N3RPb3l4ZksrOWxlenJydVdvRDdWYWpSTW5Uc0RkM1IxRGhnekI2TkdqMGJwMWF3d1lNQURWcTFmSDlPblQwYXBWSzB5ZlBoM1ZxbFVEQU1oa3NqL3orU0Nob0ZpeTQ4OVR4aGpqdEFLcm42cG1YelJxM0JoYmYxMkhSZzBib0RROGZ2d1lPM2JzeVBkYWZQei83WDBXR3h1TDFhdFh3OXZiRzA1T1RoZ3laRWl1R1hFTEN3dXNYcjBhWGw1ZVdMRmlCVTZmUG8zcDA2Y2pJaUlDNTgrZlIvUG16Zkhnd1FNWUdocnFIb09Qakl6RW9VT0hjT1hLRlNEckNZWHM5YnRwYVdrd05qWUdzbVlqeGVMUy95OXQ4QUJIeUtVU3pKeTNvR3BnVU1oNWExdkpRcFhTZDAycEQwekt6UGJ0MjZGUUtOQ2xTeGVZbXByQ3djRUJFeVpNZ0xHeE1UUWFEZXJXclF1SlJBSm5aMmNrSlNVaEppWW16ektPbkJJU0VqQnAwaVRJNVhKTW1EQ2hUTjhMK2ZRcGxjclhjcm44Tm1Qc201emxITWZkOXZMeWl0RmZaSVNRb3FDa25KQnk3dWpSbzVnK2ZUb1lZd2dKQ1lHVmxSVU1EUTJSa0pDZ1MzaTh2THpRb1VNSDRMK2tEL3YyN2NPQUFRTUFBQVlHQmxpeFlnWG16cDBMZDNmM1hEUHM1VmdtZ0l5Y0NYQitzbk50UVJDcWNoelhNcXVZWlYzTCtVaDc5dmZaVDdybnVWWlFmZVE5bDV3QndQbno1N0ZqeHc0MGJOZ1EyN2R2aDQyTlRhNjRldlRvZ2M2ZE8yUEhqaDNvMzc4LzVzMmJoeDkvL0JIWmo5M24wL2U3WXRKZGU2cytCd0FHWW9PM21uODRqVWFEZ0lBQUdCa1pZY3lZTVdqY3VIRys5Wm8zYjQ2SWlBaEVSMGVqY2VQRytPcXJyK0RxNm9wS09SNmZ0N0d4UVhwNnV1NjFYQzdIc1dQSGNPWEtGZGpaMmNIT3pnNDNiLzYzZjFyNzl1MTF1MW9qNjZrT2UzdDczZmoxNjlmWFhVdE9Ub2FabVJtUWxaU1g1a3g1VGh5WGZjOEI0TjEvUjhuSG9WS2xTdmpubjM4QUlNLytDZE9uVDhmMDZkUHp0SEZ6Y3l1eitBaDVGMEVRVG5FYzkwM08vNnJvMFhWQ1BpNlVsQk5TemoxNzlnd2FqUVphclJZSER4N0UyTEZqc1dyVktvU0dodW8yRjdwMTZ4YTh2YjNoNHVLU2ErMXR0bWJObW1ITW1ESHc4ZkVwOTBrNXgzRWFIeCtmQXdBTzFLbFRwMExObWpXN2N4em55SEZjZHdDVjNsNCt6bkVjT0k2NzR1M3RYWllidlRGTFMwdjg4c3N2dW5XbDJmcjA2YU9ic1RVeE1jSGN1WFBoNE9DZ1N4aTl2THkrTHNsQUd0alk5L0x6OTNmdk5XQm9pVDYrbnBhV0JnOFBEOTNyTzNmdUFGa3oxNm1wcVdqU3BJbnVtcisvUDVDMWo4R1FJVVBnNHVJQ1QwL1BQT3ZHc3gveHpjek1oS09qSStiTW1aTm5YRXRMeTF4SnVidTdPK3p0N2ZOOXlpTTJObGEzTEVPajBaVEpTUU5aajY4alBTTTlqaFBZYUJVOXZrNEkwVE5CRUU2THhlSk5PWmQxaWNYaTAvcU9peEJTZUpTVUUvS1JFSXZGK1Bubm56RjA2RkQwNnRVTFFVRkJ1b1JreG93WmVQSGlCVTZjT0lHbFM1Zm0yejduanUwcEtTbTVIZ012cjZLaW9sS2pvcUpPQWpqWnFGRWpJek16czY0QWVnSG93M0ZjOVJ3SmVwbHY5TmFpUlF0RVJrYnExalBuOUwvLy9VLzNmWEp5TXY3KysyK1ltcHFXU2h5aGdZb0xkUnZaUzhEU0RpMTBXZkhkalZ0M1NtU2p0MHFWS21IOSt2VkExcTdtYTlhc1FlWEtsWEg4K0hFRUJ3ZGo1c3laZWVwbkV3UUJjK2JNUWQrK2ZmUHQyOTNkdmNBTjR2cjI3WnZydElENCtIajg5Tk5QdW9TN1hyMTYyTE5uRDZLam84RVkwNjN6emNqSUtOV2tQREVwQ1F1WExNZWZWNitCTWVFZjJ1aU5FRkplS0JTS1NKbE05Z0JBUy96M1JOVkRMeSt2Y0gzSFJRZ3BQRXJLQ2ZtSUdCa1p3Y1hGQlRWcjFzU1pNMmQwdXdFRHdJZ1JJNkJTcVhTUDhXWm1adVpwUDN2MmJFUkhSeU15TWhJT0RnNWxIUDJIQ1FrSnlRQndNZXRya2x3dS80NHg1Z2lnajc0MmVtT013ZHpjSEgvOTlWZUJkYjcrK211VTl1YndXY2xoSjJ0YnlkTExWNjR0VWp4K1VtSkhvZ1VIQnlNOFBEelhSb0dlbnA1UUtwVzU2cFhVcG9GbnorYmVsMmpNbURHWU1tVktucGx5SHg4ZjJOblo2VjZYWmxMK3lOc0hzK2I5ak1qbkw3UWN4NWFwbEFvNkVxMFUrQ3NETVdSVS9oc0trdExscnd6VWR3amt3NTNPVHNxenZpZUVmRVFvS1Nma0k4RVl3N1ZyMTlDcVZTc2NPM1lNN2RxMXkxTm4wNlpOR0RGaUJKNC9mNDduejUvajJyVnJHRDE2dE83NjVNbVRrWkNRQUJNVGsxd0p6VWRJNitYbDlUZUF2d0hNa01sazlmUWRVRGtncUpTK1MrczFzYi8yUENycThPQ1I0K3JObmo0Wms4YU5Ccy96aFdpZVB3OFBEOTJSVDEyNy9uY1VidGV1WGZIVFR6K1ZXT0FQSHo1RVZGUVVGQW9GR2pWcVZLZzJseTVkUXNlT0hYV3YwOVBUZFdmRHIxaXhRbmVFVzFKU1VyRS9nQklFQVR2M3VHUFR0cDNRYWpVUldvRU5pd2hTM0N4V1orU2RHTmpGeE1SazNMMy9TTitoZkw0NFJrc3hQbUtNc1RNOHo2OEJyU2NuNUtORVNUa2g1ZGo5Ky9jUkhCeU0zcjE3bzFhdFdyaDE2NWJ1RWVMRGgvL2JiTnpBd0FCeGNYSFFhRFI0K3ZRcFRFMU5zV1hMRm16ZnZoMnVycTZvWExreWV2YnNDUU1EZzF6cmdEOGhncmUzZDVpK2d5Z3ZJb0lVTit2WGJ5NWhKcHA5YnB1MjlibDk1ejUrWGZzTGF0V3NVZVMrYnQrK2plRGdZT3pmdng4VEowN0VpeGN2a0pHUlVhaTJtemR2eHU3ZHUvTzlscHFhcWpzS0tpNHVEa3VYTHNXT0hUdXdmUGx5bUpxYW9uUG56cm8xK0R0MjdNZ3pBeDRRRUFCZlgxL01tVE5IdCtkQ1Nrb0t6TTMvMjBOdnlaSWxIM3hPK2F2b2FNejVhVEh1M0hzQUpyQnpRcG93SmlMY0w3NFFUVWt4aENsOU53RFlvTzg0Q1BsWStmajRCTXRrc21nQW5LK3ZiNUMrNHlHRUZBMGw1WVNVWXcwYk5zU21UWnRnYTJzTFkyTmpKQ1FrWU9EQWdYQjFkWVdGaFFXUWRiYno0c1dMc1d2WExyUnAwd1k4ejZOdjM3NW8zYm8xZHUvZWpRMGJObURidG0zZ09BNDh6ME1zRm9QbmVXUmtaQ0F6TXhQR3hzYTRlUEdpYnBhUkZNM3IxNjhMUEljWVdjZW1sYlh3LzVMSHZ0WTI5cFAvdlh0dnc0OTlCaHE3clY2T2p0KzFMM1FmZ1lHQldMWnNHVFp2M2d3ckt5dnMyN2NQdTNidHdyMTc5NUNjbkl3Ly8veFROd092MFdpZzBXaHc2TkFoZlBIRkZ3Q0FtVE5uRm1wTmVXeHNMTHAyN1FxSlJJS05HemRpN2RxMVdMMTZOWGllaDRHQkFVUWlFZFJxdFc2TUJnMGFvRnExYWhnM2JoeEVJaEVHREJnQWtVZ0VKeWVuRWpzU3pmT2ZtM0JlNklLNCtQaDBNRFpIRmFqWVdTSWRFMEpJNmZydGZhZVdFRUlJSWVXZXRhM1VjL0RJc2F3OEN3c0xlMjhkclZhYmI3bGFyV1pwYVdrc0xTMk5aV1JrTUxWYXpRUkJLSVVvaTJmd3lMSE0ybGJxcWUrL0IrK1RIVzk0ZURoemNIQjQ1M3RxM2JvMVMweE0xTDB1NjFndGJaczN0MjRxZmRLZ3FaUXRXN1dXWldSa0ZPcG5rWjZlenA0OGVWTGdkVUVRbUVhallXcTFXdmVWVGExV000MUdVNmh4R0dQNTFoVUVnYVducDdQVTFGU1ducDZlcS8rWEwxOFdxZi9DeXNqSVlNdFdybVVObWtxWmRWUEpFMHZiNXMzTCt1ZEZDQ0hGMWNqMlM0Y0d0cEkvcld5a3cvUWR5OGRLTHBkdmtNdmxDZnFPb3lpa1VtbDN1VnpPN096czZoZWllcG1UeStXNzVYSjVpTDdqS08rS3Y5Q1FFS0lYT2M5cExraEJhNGpGWWpHTWpZMWhiR3dNUTBORGlNWGlqMklYOXZMSzB0SVNGeTY4ZXhubTNidDNjKzFNWHRZaWxYNSttcVRZcndSQitIMy93YU53SERJU3owSlY3MjFuWkdUMHpuMEhPSTZEU0NTQ1dDeldmV1VUaThWRk9qTTh2N29jeDhISXlBZ21KaVl3TWpMSzFYK3RXclZLL0V6eVo2RXFPQTRaaWYySGprSVFoTitSOXFaRnBOTFByMFFISVlTUVVsSy9pWDFuTFF3T2d1TzY4VHdPV2R2WTd3QmFsUDQ1a1lTUUVrRkpPU0dFRkJQSGNibDJ3Qyt2SWlNajA4SUNGZU8xZ2pEQTN6L3dUYzkrUTNENjNFVjloMVZ1bkRwN0FUMzdEWUcvZitBYnJTQU1DQXRVakZlcFZPbjZqb3NRUWdyRHVxbmtKNTducjFoYTFxMXgrcWdIQnZYdkM0N25KMXZiYW01WU5wSFUxWGQ4aEpEM282U2NFRUtLaVBzQStvdzdQRkJ4Q2x5R0pEVXQ3ZmE4bjEwd2E5NUNKS2VrNkRNa3ZVcE9TY0dzZVFzeGY5RlNwS2FsM1FhWElRa1BWSnpTZDF5RUVGSVkxVzFzS2xuYlNzNXc0TlowK0xhZDZPTHBJNUJKbW1QMWNoZXMvV1Vwakl5TXZqYmc0V1Z0Mi93N2ZjZEtDSGszU3NvSkllUXpFaG9RRUtaUytuNExobFhuTC8ybDdlRTRHTDZLeC9vT3E4ejVLaDZqaCtOZ25MLzBseFlNcTFSSzMyOURBd0pvRjM5Q3lFZWhYbFA3WnFhYzhRT2U1L3RPbnp3ZWUzZHVRV1V6TTkzMUFZNTljT3J3ZnRTdFc2Y214NG11V2RsSzV1bzFZRUxJTzFGU1RnZ2hueDl0cU5KbkVXUHMrN0R3eUtnQncwZmp0MzBISUFobHZnOWRtUk1FaHQvMkhjQ0E0YU1SRmg0WkJXaTZoQ3A5RmdIUTZqczJRZ2dwalBvMjl2MUY0TzVXTmpPeitYM0hac3llUGlYZnZXU2FmZGtVRjA4ZnhUZHRXb3Q1am5OcllDczVWY1BPemxRdlFSTkMzb21TY2tJSStVeUZCZnA2cXBGdXIxR3IvMWpqdGdtanhrL0I2N2c0ZllkVmFtSmlYOE5wd2hTc2Nkc0VqVnI5aHhycDlpcmw0K3Y2am9zUVFncEpaRzByMmNCejNJa3ZiVzByWGpoMTVMMUhYVmFwWEJuNzkrekFsQWxqd2ZGOHY0ck04TDVWNDJaTnl5eGlRa2loVUZKT0NDR2ZzZWRLNWV0UXBXOFByU0RNL1BmMm5Zd2ZlZy9BelgvdjZEdXNFbmZ6M3p2NG9mY0EzUHIzVG9aV0VHYUdLbjE3UEZjcVgrczdMa0lJS1l5YURaclZhbUFyL1p2anVObU92WHR3cDQ3c1IvMTZsb1ZxeS9NOG5HZE53KzV0RzJGbWF0cVVGNG51V1RXV09KWjYwSVNRUXFPa25CQkNDTUlERlZzRURkckV4cjRPZEpvd0ZhdlhiNFJhcmRaM1dCOU1yVlpqOWZxTmNKb3dGWEZ4Y1lHQ0JtM0NBeFZiOUIwWElZUVVWbjBiYWJzS1JtSXZzWUg0MjJWTEZ1RFhOYi9BMk5pNHlQMTA2ZmdkenA4OERCdWJKcFU0RVU1WjJVclhBeWpaOHlVSkljVkNTVGtoaEJBQVFGaUlyM2RHb2xndUNPekFIbmNQREJnMkdtSGhFZm9PcTlqQ3dpTXdZTmhvN0hIM2dDQUk3aG1KWW5sWWlLKzN2dU1paEpEQ3NyS1ZUQlB4OExTd3FGbm4ySUhmTVdMSW9BL3F6OXFxUHM0YzlVRFBIN3R4UEFkbmExdkovN05vSkt0UllnRVRRb3FGa25KQ0NDRTZVVkdQVWxWS0h5ZkdoS0VLdjhkSlBSd0g0OElmZitvN3JDSTdmK2t5ZWpnT2hzTHZjUkpqd2xDVjBuZE1WTlNqVkgzSFJRZ2hoV0ZwYVdsaVpTTTV5SFBjMXRZdFd4aGNPblVVY3Bta1JQbzJNVEhHbGwvWHdHWGhQQmlJeFIxTnhJS1haV1A3MWlYU09TR2tXQ2dwSjRRUWtvZEtxVGlxMFdobHlha3A5MmZOK3huemZuWkJhbHFhdnNONnI5UzBOTXo3MlFXejV5OUNjbXJLZmExV2tLcVVpcVA2am9zUVFncXJYcU5tRGNXbTFlL3dQRGQ4bk5NSUhOeTNHOVdxVlMzeGNaeEdETVhoL1h0UXMyWU5Td01SOTQrMXJXUmlpUTlDQ0NrVVNzb0pJWVRrS3lMazhWTlZnRzg3QWNMNlUyY3ZDRDM3RGNFVC93QjloMVdnSi80QjZPazRHS2ZPWGhBRUNPdFZBYjd0d29QOW51azdMa0lJS2F6NmpTVTl4QWJpaHhVcm1FaTJiMXFQbitmUGdWaFVlc3UrVzdhUTRlTHBZMmo1bGR5STQ3aGQxcmIyKzYydHJZdStZSjBROGtFb0tTZUVFUEl1bXJBQXhYeEJLemlFaHFxaUhZZU1ncnZIWVRCV2ZzNDBaNHpCM2VNd0hJZU1RbWhZMkV0QnErMFdGcUNZRDBDajc5Z0lJYVNRZUt1bTlyL3dJcHh2Mk1DNnlwbmpCL0ZEMXk1bE1uQ042dFZ3MlAwM09BMGZBbzdqUjhHNDhtMHJHL3NHWlRJNElRU2dwSndRUWtoaGhBZjdYVU9HMWo0ek0vUHFpalZ1R0R0cEJ1TGk0L1VkRnVMaTR6RjIwZ3lzV09PR3pNek1xMmxxM2o0OCtQSC8wM2RjaEJCU1dQWHJOemUzdHBYOHdZTmYxSzFyWi83c2lVTm8wcWhobWNZZ0Zvdmg4dk44YkY2L0doVk1UR1FjenoyeXRySHZWcVpCRVBJWm82U2NFRUpJb1lTR1BuNmxVdnAyRTVndzcvck5XK29mK3d6Q25Yc1BnYmFxaFFBQUlBQkpSRUZVOUJiUDdidjM4V09mZ2JoKzg1WmFZTXhacGZUdDlqTEVPMFp2QVJGQ1NCRlpOYktYOHhWNEw3RkkxRzJCOHl6czJPUUcwNG9WOVJaUHorN2RjT2FZQnhwWVdabUQ0LzZ3c3BFc0FjRHBMU0JDUGhPVWxCTkNDQ2tLRnFaVXVHbTA2bmF2WW1LZURoOHpFZXMzYm9WR1UzWlBpbXMwR3F6ZnVCVWp4azdDcTVqWXB4cXR1bDJZMHZkWEFPWG5tWHBDQ0hrUGE5dm1UcnlZKzdkcVZYUHJnM3QzWWNLWVVlQTQvZWUvTmswYTQvekp3K2phdVNQUDg5enlCcmFTaTliVzBpcjZqb3VRVHhrbDVZUVFRb29zSXVqSmd4UXVVNm9WaE1NNzkrekQ0SkZqRWZrOHF0VEhqWHdlaGNFangyTG5ubjNRQ3NMaEZDNVRHaEgwUkgvVDlZUVFVbFIyZG9aV3R2YS9jWnpJWFdMZjNQalM2V1A0dW5WTGZVZVZTeVZUVSt6YXVnSHpaazhIeC9QZFlZS0gxbzN0cFBxT2k1QlBGU1hsaEJCQ2lpWEczejg1VE9rN25ESEI2WkdQYjByM3ZvTncrVXJwTGVlK2ZPWC9vWHZmUVhqazQ1dWkxUXFqd3BTK3cyUDgvWk5MYlVCQ0NDbGhkUm8ycTJjdEdOemdPWDc4MElIOWNmemdYdFMycUtYdnNQTEZjUndtangrRC9iOXRoM25seWcwaE1yeGQzMFl5WE45eEVmSXBFdXM3QUVMS0czOWxJSWFNR3Fmdk1ENUwvc3BBZllkQWlrR2xWQnlvYXl1NWs1aWNkSFRhN1BueVFmMzZZdW1pK1RBMkxwbFRkZExTMHJGczFWcWNPSDBPRE14THpURGtlWkFpcUVRNko0U1FNbUpsWTkrSjUvaGpSc1pHTlg1eFhZUit2WHZxTzZSQ2FkK3VEUzZlUG9vcE01MU4vSjc0SDJ4Z0svazZWT2s3RzRCYTM3RVI4cW1ncEp5UUhCall4Y1RFWk55OS8wamZvUlFMRDFhUjR4aW5aZnpITzN2SXNRdjZEb0VVM1hPbGJ4RHM3TnBZTS9HNlk2Zk96SGprNDh0dGNWc0RXNXZHSDlTdk1qQVlNK2IraE9Dbnp4ZzR0a1hGYWVZandEK3p4QUluaEpBeVlOMVU4aE1ZdDlMU3NvNW81NVpmOFdWVFczMkhWQ1IxNjlUR2ljUHVXTHBpRFU2Y1BqdlYybFlxMHdoc1lHU1E3M045eDBZSUlZU1VLektaN0UrNVhINUgzM0dRejV0VmsrWS9OTENWeHRoSVdyR0RSNDR6UVJCWVVRbUN3RHlPSEdjMmtsYXNnYTAweHFwSjh4LzAvYjRJSWFTb3F0dllWTEsybFp4cDBGVEtSbzJmekJMZXZHR01NYWJSYUZoR1JrYVIvMjBzRDA2Y1BzdHM3RnV5QnJhU1Y5YTJ6Yi9UOXowdVNYSzVmSU5jTGsvUWR4eEZJWlZLdTh2bGNtWm5aMWRmMzdIa1J5Nlg3NWJMNVNINmpxTzhvelhsaEJCQ1NsUllrTitmR3BZbXljakkrTnRseFdwTW5ENEhDVy9lRkxwOXdwczNtRGg5RHBhdVdJM016TXhyQXBkaEh4Yms5MmVwQmswSUlTVk1KcFBGVnVLTnZYaWU3enQ5OG5qczI3VU5sYzNNQUFDZW5wNVl1blJwbmpZUkVSRVlQMzU4Z1gxcXRWcWtwS1NVYXR6dkV4OGJEVE1qb0xaRnJab2NKN3BtWlN1WnE5ZUFDUGtFME9QcmhCQkNTbHhFWUdBVWdPK3RiZTEvdXZiMzllWGQrdzRTYjF5M0NxMitrcit6M2IwSGp6QjcvaUs4ZlBWS3c1amdvbElxMXRCUlo0U1FqNFZNSmx1dDBXajJ2TW5rNUFKRFZUUFRTdFZXTFY4Q0g2K0h5TXpNUkhwNk9xcFV5WDI2MkwxNzkzRHk1RWwwNk5BQkVvbEVWMzdnd0FGWVcxdmo4T0hEU0VwS2dscXRCc2R4a0VxbFdMUm9FUUNnZCsvZTBHcTFFSWxFZVdKSlRVMUYrL2J0NGVMaUFnQjQ4dVFKZnZ2dE53Q0FuWjBkcmx5NWd0allXRmhZV0VDcjFXTGh3b1Z3ZG5aR2pSbzFFQk1UZzRrVEoyTElrQ0c1K295SWlNRCsvZnZ4eFJkZndNYldGcUVSTDhXMzd0eHpzMjRxYVpVV3g4YThlcVhRN3ljR2hIeWtLQ2tuaEJCU1dnU1ZVckhheXJiNTlhZ1hMNDhNZFJwdlBXUEtSRXlkT0E0aVVlNEh0YlJhTGJiczJJM3R1L2RDcTlXcUdJU2hZVW8vV29wQkNQblloSEc4K0RvSHJhV0JXTXdkMlA4YkxsdzRqNmlvS0VSSFIyUHUzTGs0ZWZKa25rWVZLbFRBc1dQSFlHMXREUUR3OXZiR3FWT25NRy9lUEZTb1VBRWJOMjVFeFlvVjh4MXc3ZHExTURjM3oxTis0OFlOQkFYOTM1NlljWEZ4TURjM1I2VktsV0JuWjRlT0hUdGk1ODZkY0hWMXhkaXhZd0VBblRwMWdvdUxDMGFNR0FHNVBQZUhxS21wcVpnM2J4NzY5T21Ea1NOSFl0Q2dRWEIxZFVYelpsOWkxKy91QTAzTWhTL3JWTEh2RnhXb29GMWJDU2tpU3NvSklZU1VxakNsMzUycWpScEp6RmpGM3pkdDJ6bmc5dDE3MkxodWxlNFlvQmN2WDJMMi9FVzQvOUFMVEdBbkU3VXA0K0pDUWhMMUhUY2hoQlJGelFiTmFzV25hSWRVTWhIVjY5TGhHd1FIUElaWUxNSS8vL3lEZ3djUElpMHRyY0MySE1laFI0OGV1SHYzTGdEZ3hJa1RXTFJvRVRpT2c0bUpTWUVKT1FCczI3WU5ob2FHZWNwalltSmdhNXQ3UXpsVFUxTlVybHdaeVBvd1ZDUVNnVEVHbnYrL0QwcWZQMzhPdFZvTkd4c2JYVmxtWmlZV0xsd0lZMk5qekp3NUUwWkdSbGk2ZENsY1hGeXdmZnQyeUtUMm1ETi8wWmZKeWNrUHJCcExuTUtDZmM4VThmWVI4bG1qcEp3UVFraXBpd3NKU1l3REJsbzFzUjkzNzRIWGxoLzdERFJadTlJVkFQRFRJbGNrSkNhbU1rR1lFUmFvMkt2dldBa2hwS2pxMjBqYjhSeE9HQnFJNmpnNWpZSmpuNTRZTW1RSUdHTndjM05EUmtiR085dXIxV3BJcFZKRVIwZmordlhyR0RseUpIaWVSMExDKy9jY0d6ZHVuQzdSenVuMjdkdFFxVlQ1dHZuMzMzL3g0TUVEdkg3OUdwTW1UY3FWbEYrNmRBbDkrL2JWdlU1SlNjSGN1WFB4K3ZWcjdObXpCMFpHUmtEV3JIcHNiQ3dtVDU2TUpVdVc0UHpKdzVnOGMyNmx3S0NRVTFaTjdkM0NBaFFMQVdqZit3WUlJWlNVRTBJSUtUdGhRWXJmNnplUzNIbnpKdkhJbEJsejdBRkFFS0NBb0IwVUZ1U24xSGQ4aEJCU1ZGWk5wRk41SGh0cjFheHAwUGFyNWdoU1BzR2FOVStRbVptSmpSczNBZ0RxMXEwTEp5ZW5BdnRJVGs3R2dRTUhvRlFxa1ppWUNBOFBEd0JBcjE2OWNPUEdEWFR2M2gydlhyMUNyVnIvUFdGMDRjSUYzVHB5ZDNmM2ZHZktvNk9qMGFSSmszekhhOWV1SFJ3Y0hIRDI3Rm5NbWpVTDA2Wk4wMTN6OC9ORHYzNzlBQUFCQVFINCtlZWZVYlZxVmV6ZHV4ZG1abWE0ZmZzMmpoNDlpcTFidDJMZ3dJR29VcVVLbGk1ZGlyWnQyMkxycjJ1d2RlZnYzS1Uvcjh5enRwVzB5QlRTQmtVRkJjViswQTBtNUROQVNUa2hoSkF5RlI3aSs2UlJvMGF0S2xTc0ZBd0FxU2xKclVKQ1F0NDlqVVFJSWVXTXBhV2xpYWhpdGQ5NEhzTmJ0MnlCYlJ2V29WcTFxZ0NBK1BoNDlPalJBN3QyN2RMVmo0aUlLTEF2YzNOekxGNjhHRU9IRGtXbFNwWFFvVU1IT0RnNDRONjllL2oyMjIreGV2VnFkT3JVQ1gvODhRZVE5WWg1WEZ3Y2V2ZnVEWWxFVXVEajZ3a0pDZkR6ODh0M3pYbDZlanFNalkyaDFXcHp6WlF2V3JRSTQ4ZVBSNHNXTGJCNDhXSjg4ODAzbURGakJnd01ESUNzdGVVdlg3N1UxZS9hdFN1YU5Ha0NWMWRYSkNjbFljdXZheUNUMm1QMXVnMmRPSzJKbDJVVHUvNlJRZjczaTMyakNma01VRkpPQ0NHa3pJV0VoR1RJWkxLbjJkL3JPeDVDQ0NtS2VvMmFOUlNKeGFjNURwSnhUaU13Zis1TUNGcXRib1k3UGo0ZUlwRkk5eG9BMnJkdi84NCtEeHc0Z0crLy9SWjM3OTdGcVZPbm9GUXFJWlBKZE1sd1R2ZnUzY09kTy8vdGhSa1FFS0FydjNIakJ0cTBhWk9yelowN2Q5QzZkV3ZkTERzQTNMeDVFL2Z2MzBkcWFpb2VQMzZjSzZtdlhiczJPblhxaEt0WHIrTEFnUU13TlRWOTcvMnd0cmFHdTdzN09JNERBSXdlTVJUTjdKcGk2aXpuZXJHeHIyOVkyMHBtcXBTK3U5L2JFU0dmS1VyS0NTR0VFRUlJS2FUNmpTVTlSR0x1WUFVVGt5cHJWN3FpZTdldUFJQk1yUlppOFgrL1dvZUVoT0NMTDc3UXZYNmZ3TUJBUkVSRXdNWEZCUXFGQXR1MmJjUE5temVSa0pDQVNwVXE1YW52Nk9nSVIwZEhYTDE2RlZGUlVicEg0enQxNmdSblorZGNhOHdORFExaFpHU0VtemR2SWpJeUV2SHg4ZWpXclJ2TXpNeGdZV0dCVnExYVlmbnk1Ym42dDdXMWhiKy9mNkVTOG16WkNYbTJsaTFrdUhUbUdLYk9tbS8weU50bmw3V3RmUnVrSjA1U3FWVHBoZTZVa004RVg0ZzZoQkJDQ0NHRWZMU2FObTFhdXdTNjRheWFTcGJ6SXB6L29vRjFsVFBIRCtvU2NtUWx2ME9IRHNYUW9VT1JtcHFLQVFNRzZGNW5QNWIrOWRkZjU5dHgzYnAxc1hMbFN0MDZjU01qSTNUcDBnVUJBUUd3c3JJcU1LQ3JWNitpYXRXcXVjcWNuWjB4ZWZKazNWZjJJKzhjeHlFMk5oYlZxMWVIcGFVbGZIeDhJSlZLa1ptWnFadFpqNHVMZzcrL1B4NCtmSWhxMWFwOThBMnJXYU1Hamh6WWcxSERoNERqK0ZFd3J2eXZ0YTNVK29NN0p1UVRRelBsaEJCQ0NDSGtrMlpzYkJ3cWs4a2VBVGpER0R2dDQrT1QvN2JrQmFoZnY3azVYNEUvd29IcjV0QzFFOWF2V2c3VEFvNHBlL1RvRVZRcUZUcDM3cHlydkhyMTZwZzdkMjYrYlV4TlRWRzdkbTJvMVdxNHVMZ0FXVHV5ZTNwNjV0b0pQYWZ3OEhCNGUzdmo1Y3VYNk5xMUs0eU5qUUVBdTNidFFwVXFWZkxVLythYmIvRE5OOThBQUNJakk2SFZhdEdvVVNNb0ZBcmRqdW9wS1NuWXNHRURxbGV2WHVDNFJXVWdGbVBwei9NaGw5aGp3WkpsOHRUMHRFZld0cEtoS3FYdmxSSVpnSkJQQUNYbGhCQkNDQ0hrazhaeEhBK2diZGJYZXJsYzdnM2d0RnF0UHVQbjkrNlRINndhMmNzNU1YZGFMQkpaejVzekErTkhqOHp6cUhhMmhJUUVMRnUyREpNbVRkSWx5VG1scGFYQnhNUUVJU0VodXV2R3hzYnc4ZkZCNzk2OWM5VjFjSEJBMWFwVjg5MUJYYVBSWU5teVpmanBwNS9nNStlSFNaTW1ZYzZjT1lXK0gxdTNic1hzMmJNQkFJOGZQNGFGaFFVQW9GNjllcm9QQlVwYXorN2QwS1J4UTB5ZTRWdzFOQ3pzc3BXTlpHbFlvTzlLQUt4VUJpVGtJMEpKT1NHRUVFSklJVFJyMXF5ZVdDd1c2VHNPVW5TTTVjcjdPTWFZSElEY3dNQmdwVXdtODJlTW5lTTR6ak1qSStPeHY3Ky9ibXR4YTl2bVRoeTRuZVpWelkyMy9yb1diYjl1OWM1eGR1M2FoV2JObW1IQWdBSDVYbmR3Y0VCS1NncXFWS21DdFd2WEFnQWtFZ25PbnorZko5NlJJMGRpNXN5WitmYmo2dXFLT25YcW9HdlhydWphdFN2T25UdUhkZXZXSVRNekU3MTc5d2JQOCtCNUhscXRGbXExR2gwNmRNREtsU3NCQUZldVhNSFhYMytObUpnWWZQZmRkeENMeGRpMmJSdFNVbElLZXp1THphWkpZNXcvZFJpejUvL00vMzM5NW9vR3RwS3ZXVG8zWEtYeWVmK0I3SVI4d3ZML21JOFE4bEdTeVdSL2NoeFh4Y3ZMcTQyK1l5SGtmV1F5bVNjQWVIdDdkOVIzTElTOGoxd3Vud1pncTc3aklNV1RuWlRubk9GK0sxSFB2cFlFWURkajdFeGNxcVlMejR1V1M1bzN3NDdOYnFodFVldnRidk5JUzB1RGdZSEJPemQ0MDJxMXVyWGo3NUo5WkZsK0ZBb0Y3T3pzQ2h4SHE5WG1lbi9aU1hwNXNuMzNYbXpjdWdNYzAwYVlHbkpoSE1jSjNQLzlnRGpHR0plVnEzRDQ3K2ZEdlZXZVhaeXJYdmIxbkgyOTNTNW5tNnp5N0hvMUFKaHhIS2ZLMmRmYi9iMVYvdllZZUtzTlYwQmZCY1djWjV3Y1krZmRpdi9qb1BUeThtcXE3eURLTTVvcEo0UVFRZ2g1RDhaWUxRQUNZMnlzdm1NaFJjZHgzSjVDL3Q2YklnaUNDV05NeEJqVEFBQURLL1FUMWlZbUp1K3RVNWlFSEZtUHRSZkUzdDYrUk1iUUo0NER4R0l4dEpsYVBpc2gxMmJkYUpiMWdRSUR3RGlPMC8wQXNpN2tMRWVPTnJwNk9kcGtsK1B0dnQ1cWs5MU9EcUFpWSt6Zm5QV3kyK1hzcXpSalk0d0pPZHRuZndtQ0FJN2pHTWR4bWh5M3NqR0FZWUlnYk9SNS9rMTJvU0FJNEhsZUxRaENudjQ1am1PQ0lPU0pOYnRPMWpWZHJEbktjOVhMMmJhZy9nUkJZQnpIUGY3QXZ5NmZQRXJLQ1NHRWxEcjI5cFRVVzVmZjFaWXJhUEVtSVdXTTR6akIyOXQ3djc3aklFVW5sOHQvWTR3Vk5EditGTUJaUVJETyt2ajQzTW54YjlJdDZ5YjJVUXJGNDEwOStnMHgzdUsyQnUzYXRDNlYrTjQxSy80eGp2TXVTY25KbVB2VFlsenovQWRnN0ErV3pnMzNEdkF1RjQrdnkrWHlEUURHZUh0N2o5UjNMSVVsbFVxNzh6dy9MRE16YzVPL3YzKzR2dU1oeFZPK25tTWhoQkJDQ0NHa2hHVi9NTWh4WFBhWGd1TzRaWXd4cVplWFZ5TXZMNjk1UGo0K3Q5LytrRkFWcERnZ2FGaTd1TGo0MEZIanArQzN2UWZ5SlBaRjBhNWRPeVFsSmVVcXUzanhJcFl0VzVadmZaVktoV25UcGhYWVg3ZHUzVXBrbkxJU0dCU00zZ09HNGYvOWZWMFFCT1lTcXZUdFNldkpDYUdaY2tJSUlZUVE4dWxqQU80SWduQ1c1L216WGw1ZUlZVnRHQmFpOEtwZnYza0xWTUNSTmI5dTZ1YXRVTHp6U0xTaWF0dTJMZHpjM0pDY25BeFRVOU5jMTI3ZHVvVUdEUm9nTmpZVzE2OWZ4L1hyMTJGa1pJVDY5ZXNqSUNBQUNRa0ptRFJwRWdCZzZ0U3BhTjY4ZVpISFdiNThPYTVjS2Z6cFpPM2F0Y082ZGV1Sy9ENHYvdkVYRml4Wmh0VDB0SGdBUThJQzZVZzBRckpSVWs0SUlZUVFRajVwNmVucERRSUNBbDRVdDMxNHVGODhnQit0YkNUTC9ycjZ2MFhCSVUvNUhadC9SWk5HRFF2VlBpVWxCV2xwYVFDQXVMZzRCQVFFWVAzNjlicnJ4c2JHR0QxNnRPNzE3Tm16MGJadFcxeTllaFZ2M3J6QmpSczNzRzdkT3RTcFV3ZnU3dTY2WGRtN2RldUdYYnQyWWUzYXRVaElTQ2pXT003T3pwZ3hZMGF1ZU5ldVhZdXFWYXRpL1BqeGVkN0x1emF4eTQ5YW84SHFkUnV3LzlCUk1NYThHV1A5d2dJVm9VWHFoSkJQSENYbGhCQkN5bFR2M3IwTDNIMDROVFVWN2R1M0w3VnpjZ2tobjZjUFNjaHpZR0dCdmk1V2padmRleFlhZHNoeDBJZ3FhMWU2b251M3J1OXRlUHo0Y2Z6NTU1L0l5TWpBbkRsejBLNWRPMVNzV0JGejU4NUZaR1FrNnRTcG85c2RmZHUyYlVoS1NzTERodzloYUdpWTY3aTBxVk9uWXRDZ1Ficlo4ZXlaOHJDd01IaDdlNk5ObXphNGRldFdrY2FwVUtFQ0tsU29rQ3RlUTBOREdCa1pvVXFWS2g5MHcySmlYMlBxTEdjODlQSUJZOElCcENkT0NsT3AwaitvVTBJSUlhUThrOGxrZjhybDhqdjZqb09RdDdFY2V2WHF4UjQvZnN5ZVAzK2U1K3ZvMGFOczJiSmxPYXNYZi9FbUlTVklKcE90a012bGFuM0hRY3FIZW8yYU5iUzJsZm8wYUNwbEs5YTRNYlZHd3dxamJkdTJMREV4a1NVa0pMQ2dvQ0NXbkp6TXZ2bm1HeFlaR2FtckV4SVN3bDYvZnMzKzk3Ly9NU2NuSnpaMTZsUTJmZnAwNXVYbHhTWk1tSkNyUHdjSEI4WVlZMnZXckdFM2J0d28xamo1Y1hGeFliTm16V0lyVjY1a1NVbEpoWHB2Yjd2LzBJdTErcllMYTJBclNiZTJsVXpVOTgrc01PUnkrUWE1WFA1UnJYR1hTcVhkNVhJNXM3T3pxNi92V0VqeDBVdzVJWVNRTXJkdDJ6WVlHaHJtS1krSmlZR3RyYTFlWWlLRWtNS0tDSG44MU5MU3NvMm9ZclhmOWgwNE5QeUpmd0MyYlZpSGF0V3FGcXE5b2FFaExDd3NjT25TSlRScjFneG1abWE2amRscTFxd0pBd01EZE9yVUNUWTJOcGd4WXdhMmJkdUczMy8vSFVsSlNWaTllalVxVktpUWEwMTVXRmdZMnJadFc2eHhDbUprWklTUWtCRDA2OWNQQ3hZc1FNZU9IUXQ5Zjl3UEhzSHFkUnVnMFdvaTFJSzZmMlNRLy8xQ055YmtNMFJKT1NHRWtESTNidHc0Vks1Y09VLzU3ZHUzb1ZLcDlCSVRJWVFVUldSa1pCb1FPY0txU2ZPNzl4NDgydENqMzJERDdSdlhReTZUNUZ2LzZkT24wR3ExR0RGaUJCbzFhb1JuejU0aExDd005ZXJWdzZoUm95QUlBaUlpSW1CbFpZWHZ2dnNPUFh2MnhOMjdkNUdhbW9wLy8vMFhQWHIwd01pUkl6RnYzanljT0hFQ3lMR21QQ2twU2ZkQloxSEh5VjZmL3JZNmRlcGcxYXBWT0h6NE1INysrV2Q4Ly8zM21EOS9mcDdONkhKS1RVdkRnc1hMY09uUEsyQ01lV1lLYVFPamdvSmlTK1NHRS9JSm82U2NFRUpJbVhOM2Q4OTNwanc2T2hwTm1qVFJTMHlFRUZJY1lVRisyNjFzbTNtL2ZCVnpZdkNvY1hXWExIREdpS0dEY3RWWnRHZ1JidDI2QlkxR2d5VkxscUJGaXhiNDk5OS9zWHYzYm5oNGVBQUE3dDI3aDkyN2QyUGZ2bjBBZ0tDZ0lLU25wME1RQktTbXBzTFQweE1qUm94QXRXclY0T0xpZ3VqbzZGeTdyMCtjT0JHblRwMHE4amp2d3ZNOFJvd1lnVmF0V21IKy9QbVlPM2N1ZHUvZW5XOWRWVmc0SnMyWWc4Q2dFTVk0NWhhbVZDd0VvUDNnRzB6SVo0Q1Nja0lJSVdYaStmUG5pSXVMUSsvZXZTR1JTQXA4ZkQwaElRRitmbjR3TnplSHBhV2xYbUlsaEpDaUNGTSt2bDJ6UWJNV0ZZRVRTMzlaODYyWGp5OVdMM2VCc2JFeEFHRGt5SkZZc21RSk9uZnVyUHZnY2UvZXZXamR1cld1anhNblRzREJ3VUgzdWttVEpyQzB0TVRWcTFjeGN1UklMRisrSEwvLy9qc2FOV3FFdVhQbkFqbG15ck5WcUZDaHlPTVVobzJORFE0ZlBvd1hML0xmTCsrYTV6K1krOU5pSkNVbEpURXRuTUtDRldlS05BQWhuemxLeWdraGhKU0plL2Z1NGM2ZC8vWWhEQWdJMEpYZnVIRURiZHEweWJXMjhjNmRPMmpkdWpYNjkrK3ZsMWdKSWFTb29rTWZ2d0xReWRwV3N2N2N4Y3V6Z2tPZWNUczJ1NkYrUFV2WTJOamtxVDk1OG1SczJiSUZYbDVlYU5teUpaNDllNGJWcTFmbjIvZk5temN4Yk5nd0RCczJET3ZXcmN1eit6b0E5TzNiTjk5a3V5amp2SXVwcVNrYU4yNmNxMHdRQlB5NmVUdDIvZTRPUVJDZVpBcEMvNmhnUDJXUk95ZmtNMGRKT1NHRWtETGg2T2dJUjBkSFhMMTZGVkZSVVhCeWNnSUFkT3JVQ2M3T3pybldtR2NmeDBNSUlSOFpyVXJwTzZlK2pmMXRmNlhTdlZmL29hWWIxNjFFeCsvYTU2bllzbVZMZUhoNFlPSENoZGl6Wnc5a01obmk0dUpnWVdHaHF4TVdGb2JRMEZCczI3WU52Lzc2SzJyVXFBRXZMeS9kN1BqVXFWT3hmZnYyZHdaVW1IR0tJejRoQVRQbkxzQ3RPL2NBNEdSYVBCdjk2cFZmeWdkMVNzaG5pdGQzQUlRUVFqNHZWNjllUmRXcXVYY29kbloyeHVUSmszVmZmL3p4aDk3aUk0U1FEeFVlcURpbDVmRDFtOFRFd0hGVFptTGRyNXVSa0pBQWpVWURrVWlFbEpRVVhMcDBDU05IamtSRVJBUU9IanlJRmkxYVlQRGd3ZGkzYng4eU16TUJBTEd4c1RBM044ZVdMVnR3K1BCaFRKOCtIUmtaR2RpNWN5ZFNVMVB6Sk9UcDZlbElURXdzOGpoRnBmQjdncDc5aHVEV25Yc2FnVEhuMEFDZmdhOWVLU2doSjZTWWFLYWNFRUpJbVFrUEQ0ZTN0emRldm55SnJsMjc2dFpiN3RxMUMxV3FWTkYzZUlRUVVtTEMvWDJmVkxleGFXa3FHQjg0NEhHZzcvRWpIbWpUcGcwWVkralZxeGVhTkdtQzBhTkhvMlBIanVBNERuWjJkdWpXclJ1V0xGbUN1blhyd3NIQkFXM2J0c1dtVFpzUUhSME5mMzkvT0RzNzQvdnZ2OGZCZ3djeGN1UklxTlZxQ0lLZysyclpzaVV1WDc2TWI3NzVwa2pqRk1YSk0rZXdaTmtxWkdabVJqTUlBOE9VZnYrVTJrMGtoQkJDUGpZeW1leFB1VngrUjk5eEVQSTJ4aGhUcTlWc3pKZ3g3TXFWSzh6TnpZMk5HaldLK2ZyNnNvNGRPN0w0K0hoV0VIM0hUZ2orKy9kMWhWd3VWK3M3RHZKeHNtNHErY25hVnFwcDMrVkg5dGcvZ0tXbnB4ZjRiNTVhcmM1VHB0Rm8ySXNYTHdwc1U1Q2lqdlBPdmpJeTJFK0xsN0VHVGFYTTJsYjZyMlVUU1YxOTM5ZVNKcGZMTjhqbDhnUjl4MUVVVXFtMHUxd3VaM1oyZHZYMUhRc3BQcG9wSjRRUVVpWmNYVjFScDA0ZGRPM2FGVjI3ZHNXNWMrZXdidDA2WkdabW9uZnYzdUI1SGp6UFE2dlZRcTFXbzBPSERsaTVjcVcrd3lhRWtBK21DdkJkYTJWai95QXlNdXBZLzZGT05YNXhYWVIrdlh2bVcxY3N6dnZydVVna0t0WWE4SGZ0elpIZk9BVjVIdlVDVTJZNncrK0pQOERZZHBYU2R6WUErcENLa0JKQ1NUa2hoSkF5TVhEZ1FOaloyZWxlOStuVEIzMzY5Tkc5MW1xMXlEa3h6dk8wN1FraDVOTVJGcWo0dTA3RFppMFkyTWw1QzExYWUzc3I0UEx6dkh5UGh5eFBidjU3QnpPZEZ5SSs0VTJhSUxDSjRVRytCL1VkRXlHZkd2cU5oeEJDU0ptd3Q3ZC81OHlNU0NTQ1dDeldmVkZTVGdqNTFFUTlmUnloNHRYZkNrelljK1RFS1F3YU1SWXZYcjdTZDFqNVlveGg1NTU5Y0pvd0ZmRUpDYytneld4TENUa2hwWU4rNHlHRUVGTHF1SHpJNWZMcmNybjhlbjdYY3RKMzdJUVFVcUw4L1RQRGxJb0pqR2xIK3lyODBudjJINEs3OXg3b082cGNrcEtUTVduNkhLemZ1QlZNRVA1QU90ZENGZXp2bysrNENQbFVVVkpPQ0NHRUVFSklHVk1wL2ZZTEd0YnU5ZXM0MVlpeGsvRGJ2Z01vRDN0YkJnWUZvL2VBWWJqNlAwOUJFSmhMcU5LM3Awcmw4MUZ0ZmtiSXg0YVNja0lJSVlRUVF2UWdMRVRoSmFRS2NvMVdlMldOMnlaTW1lV001QlQ5SGZkOThZKy80RGg0SkVMRHd1TEJXUGV3UU44VkFQVC9TUUVobnpoS3lna2hoQkJDQ05HVDhIQy9lSlhTOTBjQndzcS9ydjVQNkR0d09JSkNucFpwREJxTkJzdFhyY1BNZVF1Um1wYm16UVRXUWhXbytLdE1neURrTTBaSk9TR0VFRUlJSWZvbGhBVW9GZ3RhOUg0YXFrcHdIRFFDZjE2OVZpWUR4OFMreHJEUkU3RC8wRkV3Smh4QStwdTJZWUdLMERJWm5CQUNVRkpPQ0NHRUVFSkkrUkFlN0h0Sm5hbHVtWkthNWp0MTFqeXNXcjhSR3EyMjFNWjc4TWdiUGZvTnhvT0hYaG1Nc1VrcXBjSkpwVktsbDlxQWhKQjhVVkpPQ0NHRUVFSklPUkg1OUVtSUpqbTJEV1BDa2QvZFBUQml6RVM4ZmgxWDR1UHNQM2dFdzV6R0l5WTZKbEl0cUw5VktYMTNsL2dnaEpCQ29hU2NFRUlJSVlTUWNpUXlNakpOcFZRTTB6STI0OTZEUitxZS9ZZkF5OXUzUlBwT1RVdkRqTGtMc0h6MWVxZzFHczgwRFMrUERQSy9YeUtkRTBLS2haSnlRZ2doaEJCQ3lxRndwZTlXcllDT0wxNUdSdzBlTlE2SGpwMzhvUDVVWWVIb04yUWtMbDcraXdrUTFxdVV2dCsvRFBHT0tiR0FDU0hGUWtrNUlZUVFRZ2doNVZSNG9NKy9xUmthdVVhdHVlR3lmQlhtTGxpTTlQU2lML3UrNXZrUGVnOFloc0RBNENTbVJmK3dBTVY4QUtXM1lKMFFVbWhpZlFkQUNDSGs4MkJ0YlcxY3BVb1ZpeHhGeGdBZ2xVcXRzd3NTRWhKZTBpWkRoQkNTVzNUbzQxY0FPbG5iU3RhZk9YOXBWbUJRQ0xkanN4dnExN044YjF0QkVMQmh5M2JzM09NT1FSQ2VRQkQ2aHdYN0tjc2tjRUpJb2RCTU9TR0VrREpoWm1abXh2TjhDTS96b1R6UGgzSWM5elhIY1Y5bnYrWjVQc1RNek14TTMzRVNRa2c1cFZVcGZlZEF3SkFuU21WS3IvNUQ0Zm5QelhjMmlFOUlnTlA0S2RqeDJ6NHdRVGlkRnM5YXE0SW9JU2VrdktHa25CQkNTSmxRS0JUUmpMR2JqREVVOEhWVG9WQkU2enRPUWdncHoxUkJ2c2UxWUY4bkppWUdqWnN5RTF0MjdJWWdDSG5xS1I0L1FhLytRM0hyemoyTndKaHpxTkszLzZ0WGloUzlCRTBJZVNkS3lna2hoSlFaUVJCT2N4d0hBT0E0RGptL0Z3VGh0SjdESTRTUWowSkVnT0p4RWt2L1NoQ0VzNXUyN2NLNHlUUHhKakZSZC8za21YTVlPSHdNbmorUGltWk0yeVZNNmZ1clhnTW1oTHdUSmVXRUVFTEtUR1ptNW1uR1dKNHBIY2FZd1BQOEdmMUVSUWdoSDUvWXdNQWtsZExYa1lFdDhMeHhTOXVyLzFCNCsvcGhvY3R5L0xSNEdUSXlNbStyQmNoVlNyOS85QjBySWVUZEtDa25oQkJTWmdJQ0FsNEF1SlBQcGJ2ZTN0NVJlZ2lKRUVJK2Fxb0EzN1dDVnRzdFBPTDU2MzVEUnVMNHFiTmdBbmFxbEtJT2tVRyt6L1VkSHlIay9TZ3BKNFFRVXFZWVk2ZXkvZ1JqTEx1WUhsMG5oSkJpQ2cvMnU2YkpUTy9JZy8wdk16Tnp0Q3JRWndyd1NLM3Z1QWdoaFVOSk9TR0VrREtsMFdoT0EyQTVpbGhHUnNZcFBZWkVDQ0VmdlJxVlRWcFZOaEYxcmxaUmZFM2ZzUkJDaW9aenZOVlFBQUFnQUVsRVFWU1Nja0lJSVdYcThlUEhFUnpIM2M5UjlORGYzejljanlFUlFnZ2hoT2dOSmVXRUVFTEtuQ0FJT1dmRzZkRjFRZ2doaEh5MktDa25oQkJTNXJLT1AyTlp4NklWT1NtM3RMUTBLWjNJQ0NHRUVFTEtGaVhsaEJEeW1iTzJ0amFXeStXK0xWcTBxSjZ6WENxVnJwWEpaSThMYWllUlNMNlVTcVc5MzlNOWwxK2hRcUVJWll3Rk1jYUN2Ynk4UWdwcUxKVktuZVZ5K2FhMys2eFpzNmFmWEM1dm1sOGJ1VngrVUNLUmZKUGZOWmxNTmtrbWt5MStUOHlFRUVJSUlXVkdyTzhBQ0NHRTZKZTV1ZmxRQUU4ZlBYb1VtMTFtYjI5dncvUDhFTVpZbkZRcWRmTHg4ZG1mZlUwbWs5WGdPSzR5Z0tvQU5raWxVbitlNTFsNmV2cExJeU9qT1FEcUFhZ0NvREdBUmxxdDlnc0FOVVVpMFNWdmIyOXJxVlJxemZOOEtHTXNNNnUvNUJ6aGlBRmM4dmIyN3YrT2tCbGo3QStPNDRZRFdQVFdOUkdBTG93eEZ6czdPd3RqWStQc3VPOHd4dHB6SEZjWGdJRk1KdXZBY1Z5Z2w1ZlgxSks2ajRRUVFnZ2h4VUZKT1NHRWZLUWEyRXJITTJEb2gvVEJHSVBBMENvcFRmdWtRVlBKSFVGQU9zY3hIcHhJbnB6SlFnV0JaWmdhY3I4MXNwTk0xd2hjSWdDa1piSTZCaUpVWTJBQ0FJRGpibk1heG1YQ0lNeUFzUy9UMUFoaERKbGF4dElGeGowRStPTThXTVZLUnFobGJTdjFUTXBneHBXTW1mcE5Pdk5oQWdNNExqVTdIaU14Vjh1QVo5OWEyVWc4T1E2R0dWclU0YlhNcUlHTnBFVkZJNjZ4aU9kTUFVQmdFSU14clVRcW13a0FXb0dsSjJmQ3oxQ0VxZ0pqMVhtUitBa1BVVnhDcXFBeU5lSytURk96V21vQkNjWWl4bk04K0F3MWpFMk51UkhXdGxLN0Q3bC9ISEFrVk9tejUwUDZJSVFRUXNqbmpaSnlRZ2o1U0RGZ3FKbVphUWM3VzV0aTk1SHdPZ1laNldsb1VxdE9TMVZJQUN5dEd5UDIxWE9JRFF4UnEwNjk1Z0NRa3BTSUY1RXFlVzFMYTFTc1pBWUFpQXdOZ1huMW1xaFl5UXh4TVMrUm1aRUJDMHVyYWsrVmZyQnA5dVdYUEo5N2RWUjZXaXFpd3A3aGEwbXpEdXJNRElROURVVHJsdmF0M280bk1TRU9TVzhTME5TeWZvZUlaOEhRYWpWZ2pLRnFWZFBhV28wYVp1YlZZR0JnQ0FZR2tlaS8vOExVR1JsNEhmT3lZak9wWFllSVowR29XdE1DRlUzTnhBRHFwcVdtMUkxOUdRVUxNek5wU21JaXRGbzFHR01RaVEwYVpLU25vWkdWUllmcXRXb1g2OTc1S3dPUm1KZ01BSlNVRTBJSUlhVFlLQ2tuaEpDUG1KMnREWTRlK0wxWWJkUFQwK0hnNElEKy9mc2pJaUlDYmI2U0lDd3NETTF0RzJMcDBxWEltVmpmdVhNSEN4WXN3RURIWGpBek0wTlVWQlJDUWtMUXNtVkxiTisrSFZPblRrWERoZzJ4ZVBGaUhIYi9EV0p4N3Y5ZVFrSkNNSFBtVEJ3OThEdWlvcUl3ZlBqd2ZPTytmUGt5UEQwOXNYNzllZ0NBaDRjSG9xT2o0ZXpzaklDQUFOU3JWdzhIRGh4QVRFd01YRjFkQVFCcGFXbDQrdlFwN096c01IMzZkSERjZjh2WWUvVG9nWFBuenNGbDRUekk1WElBd0tsVHA1Q1FrSUQrL2Z0ajJyUnBPSFRvVUxIdUhRQU1HVFVPZCs4L0tuWjdRZ2doaEJCUVVrNElJWjh2WTJOanpKdzVFL0h4OFhqMjdCa1dMbHlJOCtmUFE2VlNvV2ZQbm5ucWI5dTJEWWFHaHRpLy83OWwyZ1lHQnZEeDhVRzdkdTNnNCtNRHJWWUxBT2pYcng4QVFLMVd3OERBQU4yN2QwZW5UcDF5OWFYVmFoRVNrbmQvdDFldlh1VWJxMGFqUWIxNjlTQUlBdjc0NHcrNHVyb2lLU2xKZDkzS3lnb0FzR25USnF4ZHV4WjJkblpvM0xneGZIeDhjUFRvVVFRSEI4UFQweE14TVRIUWFEUzRlL2Z1QjkwN1FnZ2hoSkNTUWtrNUlZUjh4dnIwNllNWk0yWmcrZkxsTURjM2g1T1QwM3ZickY2OUdzaWFhZCs2ZFN2bXpadW51M2J3NEVHY09YTUdzYkd4bURadEdrNmVQQWxrelpUbmxKYVdoclZyMSticE95NHVEbDk4OFlXdVRtUmtKRzdjdUlHblQ1OGlOallXcjErL2hpQUlXTE5tamE2K1NDUkM1Y3FWc1dQSERqeDgrQkRQbno4SHovTXdNRERBeVpNbmNlVElFVlNyVmcyN2R1M1N6WlNQR1RNR0NRa0pIM2ozQ0NHRUVFSStIQ1hsaEJEeUdkdStmVHZpNCtOeDgrWk5YTHg0RVVPSERzVzBhZFB5clR0NDhHQU1HVElFVzdac3dlM2J0eUVJQXNMRHcvSG8wWCtQY00rY09STUFJQktKM2p1dXFha3A5dXpKdXhRNysvSDE0T0JnakJvMUNrWkdScERKWkZpK2ZEbE1UVTB4YXRRb1RKZ3dBZTNhdFFNQWpCa3pCaE1uVGtUcjFxMkJyRVJlbzlFZ016TVR6NTQ5ZzRXRkJUUWFEWjQ5ZTRaSmt5YnBac29mUG55SXVuWHJZc21TSlI5MC93Z2hoQkJDUGhRbDVZUVE4aG1yVWFNR09uWHFoQm8xYXNEZTNoNEFZR2hvaUtOSGorYXE1K0hoZ2NURVJBREFqQmt6MEtaTkd6UnUzQmhqeG96QnhvMGJZVzV1RGtORHcwSWw1SVZSdTNadEhEcDBDTGR1M1VKMGREUk1UVTF4Nzk0OXFGUXEyTm45dDJGNllHQWdJaU1qMGFKRkMxMjdBUU1HSURJeUVsS3BGTGEydHBnM2J4NE1EQXd3YmRvMFRKZ3dRVGRUUG03Y3VCS0preEJDQ0NIa1ExRlNUZ2dobjdIQmd3ZnJ2bi96NWcxaVkvODdxdnp0amRxeU4wOERnSmN2WDJMSmtpVTRmUGd3QU9EWXNXTUFnSjQ5ZStvZVBmOVFwcWFtTURVMXhhMWJ0M1JsWDM3NUpmcjM3NCtCQXdlaVg3OSt1SDc5T3FaTm01WW5WZ0JJVGs1R1pHUWtHalpzaU5EUVVQenp6eis0ZlBseXJwbHlBd01EYk4yNnRVVGlKWVFRUWdncExrcktDU0hrTXlVSUFrNmRPZ1YvZjMvNCtma2hKU1VGeTVZdGUyKzdRNGNPd2RIUkVZYUdoZ0NBc1dQSFl1alFvVEEwTk1SWFgzMVZxTEZUVWxJd1o4NmNQT1hSMGRHb1hUdi9JOHBNVFUweGZmcDBkTzdjR2VQR2pVTm1aaWFRZGRaNnpnOE53c0xDY1B6NGNTeGV2QmhtWm1aSVRVMUY2OWF0MGF0WEwxeTdkZzFKU1VubzI3ZHZvZUlraEJCQ0NDbHRsSlFUUXNobml1ZDV4TVRFb0dYTGxwZ3dZUUxxMUttRGlJZ0loSWVIbzN2MzdybnFKaWNuWStqUW9icnZKMHlZZ09Ua1pJakZZcGlabWVIUW9VTVlQWG8wZnYrOWNNZXpHUnNiWThTSUVYbks3OTY5aTJmUG5rR3IxVUtqMFNBK1BsNzNTSHhnWUNBdVhyeUl5NWN2dzhuSkNXM2F0TUdhTld0dzVzd1pMRml3QUxhMnRnQ0EyTmhZakI0OUdsOTk5UldPSFRzR056YzNMRml3QUhQbnprV1hMbDFLNE00UlFnZ2hoSlFjU3NvSkllUXpOblhxMUR4bDlldlgxKzJhbnMzZDNWMDNNKzNxNm9wWnMyYkIyOXNiZ3dZTkFnQThlZklFUC83NEk2cFZxMWFvY1VVaUVXUXlXWjd5Rnk5ZTRObXpaM2p6NWcyKy8vNTdtSnFhd3MzTkRYdjM3c1dKRXlmdzQ0OC80c2lSSTdDd3NBQ3kxcnA3ZUhqQTFkVVZSNDRjQWMveldMUm9FV3h0YlRGOStuUk1tREFCMXRiV2NIRnh3ZWJObS9IczJUTndIQWVOUmdQR0dEcDE2Z1JuWitmaTNEcENDQ0dFRUVJSXlVMG1rLzBwbDh2djZEc09VamFzYmFXZWcwZU9aU1ZObzlHVWVKOXF0WnJGeE1RVXUzMW1aaWJUYXJYdjdQOXRrWkdSeFI2dk1BYVBITXVzYmFXZSt2NTdRTXFHVENaYklaZkwxZnFPZzVDQ3lHU3lzWEs1bk5uYjIxdnFPNWIvMzk2ZGgwVlYvWDhBZjk4WmRrYkVNa1ZNSlhPRERHSFVNRnh3THpYTmhUUXJ6UlZ4cjhRVWx6Q1h0RkFUdDl6SVJDTlRNelAzWGN0Y1VpRVhVQ1JFeFkxRlFXQ0FZZWFlM3gvQy9URUNCb2lOZm51L25zZm55ejMzTEo5NzgzbStmampubnZPczBtcTE4N1ZhN1ROMVhxYUhoMGNYclZZcjNOemNhcG83RmlvN3pwUVRFWkdKOHRwQnZTQUxDd3RVcmx5NXpPMHRMUzMvc2YrSFZhOWV2Y3pqRVJFUkVmMWJWT1lPZ0lpSS90dGtXVFozQ0VSRVJFUm13NlNjaUlnS2JleFdXanFkenVTODhPSjg4ODAzV0xCZ2dYSXR5ekw2OSsrUEV5ZE9sR25jMzM3N0RWOTg4WVZ5bEZ1K2JkdTJZY09HRFNabHk1Y3Z4K3JWcThzMERoRVJFZEdUd3VYclJFUmtZc3lZTVlpSmlTbFUzcUJCQTVPRXVpeDI3ZHFGQ1JNbUtOY3FsUXErdnI2WU1XTUdmdjc1WjVObDZnY1BIa1JnWUNDc3JhMGhoSUNibXh2NjlldUgwTkJRcGM2YmI3NkozTnhjakJrekJvc1hMOFp6enowSEFOaS9mejg2ZE9pQXdNQkFwVzVzYkN6VWFyWEpzNzM1NXB2dzhmRjVyR2NpSWlJaWVoeE15b21JL3NPeXM3T1Y1ZU02blE1cXRSb0xGeTU4Wkp0NTgrWmg3OTY5Sm1WQ0NDQXZ5WDFZbHk1ZE1IcjBhSncvZng0NU9UbXdzcktDdjcrL1NSMDdPenVNSGoxYXVjNC9McTFmdjM0WVBudzRrcEtTRUJRVUJDOHZMNU5kMjArZlBvMlltQmgwN3R3WisvYnRRKy9ldlpHV2xvYTR1RGkwYmRzV0xpNHVTdDNObXpmRDB0SVNYYnQyVmNxcVZLbFM0bmRGUkVSRTlDUXdLU2NpK2c4YlAzNDhFaE1UY2VmT0hRd2FOQWpObWpYRFJ4OTk5TWcyNDhhTnc3aHg0MHpLZERvZFdyWnNpVjI3ZGhYYjdxZWZma0xUcGsxUnIxNDlqQmt6cHNnNlFnaElrZ1JuWjJkRVJFUUFBQ1pQbnF3azBySXNtMnhFSjhzeTlIbzlldlRvb2N5eWI5dTJEVTJhTklHTmpRMFNFeE94Yjk4K0FNRGx5NWVoVXFtUW5wNE9BR2pSb2dYYzNOeEsrS2FJaUlpSW5nd201VVJFLzJHTEZpM0NtVE5uOFBISEgyUDkrdlhJemMxRmFtcnhwOEhZMmRuQnlzcXExT05jdVhJRjI3WnRRK2ZPbmVIZzRJQ2JOMi9peXBVckdEcDBxRW05d01CQWVIcDZGcHNzQndRRTRPN2R1OHAxWm1ZbVVsTlRFUmNYQjBkSFIzejk5ZGRZdDI0ZFdyZHVEZVF0V1hkMGRFVG56cDFOK2psMDZCQ2lvNk9Mbk5rbklpSWkramN4S1NjaStvODdlUERCVWR0Ly92a25EQVlEUWtKQ0FBQkdveEhYcmwzRFN5KzlwTlFkUG53NGZIeDhFQm9haXJObnp5cmxScU1SQURCMjdGaVR2cjI4dlBEZWUrOWg0Y0tGcUZuei80OVFyVjY5T3ViUG40OGhRNFpBa2lRZ2I5YjcrUEhqNk4yN2Q2RVk4K3ZrTDYzLzZhZWZZRzl2ajZwVnF5SThQQnpCd2NFQWdPKysrdzRxbGVrZXBxZFBuMFpLU29wSldVSkNBclJhYlJuZkdCRVJFVkg1WVZKT1JQUWZscE9UZzZpb0tOaloyV0hObWpWbzJMQWgxcTlmRHdCSVRrN0c0TUdEbGV1Q3VuVHBZckpCV2taR0JvWU5Hd1piVzF1VGVnNE9EcEJsR1ltSmlSZ3dZQUJPblRvRkFIQjFkWVdGaFFYT25qMkxSbzBhQVFDaW9xSmdZV0doWEJlVVB6dS9idDA2R0kxR3lMSU1JUVJxMTY2TnJLd3NwVjVVVkJRR0RScUUyTmhZcGF4WnMyWjQrKzIzVGZyYnQyK2Zzb3lkaUlpSXlKeVlsQk1SL1lkdDJyUUpqUnMzeHUzYnQvSFZWMThoTWpJU3YvenlDMVFxRlY1Ly9YVUF3SzFidHhBU0VvSTVjK1lvN1p5Y25FejZXYlJvRVdSWkxqUlRudStiYjc3QnlaTW5UY3A4Zkh4dzhPQkJKUW4vNDQ4LzBLWk5tMEl6M1ptWm1iQ3pzd1B5WnRQek42WUxEUTJGdDdlM3lYTDdHVE5tNE5DaFF5YnRqeHc1Z3JpNE9KT3lPM2Z1d012THF4UnZpb2lJaU9qSjREbmxSRVQvWVZ1M2JvV3ZyeStROTcyNHQ3YzN3c0xDVUt0V0xhVk9sU3BWY09IQ0JSdzllbFFwVzdac0dXSmlZckJ4NDBaY3ZYb1YvZnIxdy9idDJ4RWZINi9VQ1FvS1VwYTRPemc0RkJxN2VmUG1KZ24wa1NOSDBLNWR1MEwxMHRQVFVhbFNwVUxsZ3djUFJtQmdvTWtaNWRiVzFvWHF0V3ZYRHBNbVRUTDU4L0EzNWtSRVJFVG13cVNjaU9nL2JOcTBhU2JIZ2gwL2ZoeTJ0clp3ZDNkWHl0UnFOZnIyN2F1Y0Q1NlRrNFB2di84ZXp6MzNIUGJ2MzQvYnQyL0QwZEVSQXdZTXdNcVZLd0VBQm9NQjdkdTN4OHlaTTJFd0dJb2NXNnZWUXEvWEl6azVHWW1KaWJoNTh5WWFOMjZzM1BmMDlFVDc5dTBSSFIyTm1KZ1lmUGJaWjRYNnNMQ3dnSldWRlRJeU1oQVdGbGJrT0x0MjdjS1VLVk5NL3Z6ODg4OWxmMmxFUkVSRTVZakwxNG1JL3NOY1hWMU5ybGVzV0lIKy9mc1hxdmYyMjI5aitmTGxPSHYyTEZKU1V1RGk0b0xLbFN1YjFPbmR1emN5TWpLZzArblF2WHQzN042OUd4czNia1JZV0JnR0RScFVxRThyS3l2czJMRURBQkFlSGc0Zkh4OVlXUHovL3kwNU9qb3FNL2xmZmZVVlpzMmFaZEwreG8wYjJMbHpKK3JWcTRlb3FDaHMyN2F0eU5pN2RldUdQbjM2bUpSdDM3NGR0MjdkS3ZGN0lpSWlJbnBTbUpRVEVSR1E5KzEyN2RxMTBhWk5HOGl5ak92WHJ5dG5mOXZiMjJQWXNHSEl5c3FDWHE5WGRraTN0clpXZGphM3NMQ0FvNk1qOXV6WmcyclZxa0dTSkV5WU1NRWswUWFBZWZQbVlldldyU1psMmRuWlVLbFVPSERnQUpDM2tWelhybDJ4ZGV0V3JGMjdGdTNidDBka1pDUU9IanlJR3pkdVFLZlRRYVBSNFA3OSsyaldyQmsyYjk1YzdGRnRWbFpXcUZDaGdrbFpVY3ZjaVlpSWlNeUJTVGtSRVFGNWlmZVVLVk1RR1JtSklVT0d3TkxTMHVRYzhmZmVlNjlRbXk1ZHVtRFdyRm1ZTzNjdWtMY1JtMXF0UmxCUUVKQjM5Tm5EeG8wYmgzSGp4djFqUEt0WHIwWlFVQkJzYlczaDRlRUJEdzhQcUZRcXVMaTR3TlhWVlptcDErbDAyTEJoQTlxM2IyL1NQakF3RU1lUEg0Y2tTZmpwcDU5TTdtVmtaTUJnTUNBNU9iblFERHdSRVJIUnY0bEpPUkVSWWZ2MjdjclBIaDRlK1BQUFA1V3p3UitsWThlTzZOaXhZNG5HYU4rK2ZhSEUrVkVHRGh4WXFLeGZ2MzZGeXV6czdMQmh3d2JsK28wMzNzQWJiN3hSNG5FZWgxcUN0VmFyRFhxNFhBZ2hTNUlreTdJc0FBaEprZ1FBZ1FkbnJnc0FJdStlY2wyZ0hJOXFrL2R6b1RyRmpaVmYvdkJZK2VNWDFjWm9OQXBKa29vY3kyZzBtdlNUWHllL1RjRitDclFwVkZhd1RWRmpGV3p6OEZnR2c4SGtPdi9uL1BLQ1pmblh1Ym01eXJWS3BUS3BrNXViYTNLdFVxbUVKRWtpSnllbllNeU9RZ2p1eFVORVJPV09TVGtSRVJWU2tvU2NBSlVFV3dEVEhpN1BmMzhQSCs5bTByYVllMlZwVTViK0h0V1hXcTB1OWIyeXRIbjQwNGFTOWxkY3UwZjFsLzhweHNPRUVFVzJFMElVK2lSQ0NKRlo3QUJFUkVSbHhLU2NpSWllT2RuWjJiQ3hzVEYzR01pVmtYcm16Sm1IZjROaEFRQ05HemVXc3JLeUpMMWVMK0hCN0s1a01CaWtxbFdyU3JtNXVVcVowV2lVakVhakJBQVZLMVkwdVpabFdUSWFqWks5dmIwa3k3S0VCN1BMa2l6THlyV3RyYTF5TFlSUTJzbXlMRmxiVzB0NGtFd3E5NFVRa3JXMXRVbFpmaDFMUzB1bFRuNC9CYThMM2kvWXpzTEN3dVE2LzQrRmhZVkpHUURsV3ExV0Z5b3IwQTc1OXdxT3BWYXJsYkw4TnZuWGVmY0tqYVZTcVFxMk1hbFRzTTNEZFZRcVZhRTJBR0tmN044b0lpTDZMMkpTVGtSRXBiWml4UW8wYk5nUTN0N2VKdVc3ZHUzQ3ZuMzdsRy9NQ3pwMzdoeHUzTGlCTjk5OEV3QXdhOVlzVks1Y0djT0dEU3QybkxDd01DUW1KaUlnSUVBcEUwS2dUNTgrV0xCZ0FWNTY2YVZDYmFaT25ZcWVQWHZDMDlPejBMMU5telloTlRVVlE0WU1LZlV6bDRJQkFFNmZQbDNrellTRWhDYzVOaEVSRVQxam1KUVRFZEUvbWpScEVwbzBhWUtlUFhzQ0FKbzBhWUtQUC80WWMrZk9SZE9tVFpWNlFvaGlseDNiMjlzak9EZ1lscGFXYU5ldUhRd0d3eU9YR3hkSGtpUzBhTkVDTzNic3dNaVJJMDN1R1kxR25EaHhBdjcrL2toT1RzYTBhUTlXbHJ1N3UrUE1tVE5JU2txQ3dXREFxVk9uNE9MaWdva1RKNVo2ZkNJaUlxTHl4S1NjaUlnZWFmdjI3VWhPVGxZU2NnRFFhclg0OU5OUHNXVEpFcXhldlZyNWh0cG9OQmFibE5ldVhSdkJ3Y0dZUDM4K1dyZHVqWXlNRE5qWjJSVlpWd2lCbEpRVTZIUTZaR2RuSXpVMUZjSEJ3WWlKaVFIeWRseTN0cmJHb1VPSGdMeGQzaGNzV0lCang0NUJyOWRqeElnUjhQYjJ4c3laTS9IcHA1OUNxOVhDejg5UG1TbjM5ZlhGcUZHam5zRGJJaUlpSWlvZEp1VkVSRlFzV1pheFlzVUtmUGJaWjRYdWRlblNCUjA3ZGpUWkZDNDdPeHQ2dmI1UTNWdTNidUhhdFdzQWdKRWpSK0xVcVZPNGNlTUdYbnp4Ulp3NGNjS2tya2FqUWMyYU5URjgrSENrcGFYQllERGczcjE3U0U1T3h2dnZ2NDhxVmFyQWFEVEMwZEVSeUZzT3ZuTGxTZ0RBbWpWckVCd2NyTXplbnp0M0RnQnc4ZUpGckZxMVNwa3BQMzc4T0s1ZXZZb1ZLMWJBejgrdlhOOFpFUkVSVVdrd0tTY2lvbUpGUlVVaE96c2JqUnMzQmg0Y0t3VmZYMThBZ0xlM055Wk1tR0JTUHlrcFNabk5MdWpjdVhQWXVuV3JTVmxzYkN4c2JHeHcrZkpscGV6dTNidXdzckxDZDk5OWg0MGJONXA4VXg0ZEhZMGFOV3BnelpvMVNFcEtVcGFtMTZsVEJ6VnExSUFzeTdDeXNzS2FOV3V3WnMwYXZQWFdXOWl5WlF2OC9mMmgxV3J4d1FjZkZKb3BaMEpPUkVSRTVzYWtuSWlJaWhVWkdRa1BEdy9sMnRMU0V1dldyY1BodzRkeCtQRGhRdlVURXhOeDQ4WU5wS2VubzBLRkNrcjV3K2VaMzdsekI5MjZkY1BTcFV0TmRsSGZ1M2V2eVpuaitRd0dnNUo0YjkrK0hkT21UVU42ZXJweXYxYXRXZ0NBQlFzVzRNc3Z2NFNibXh2cTFxMkx5TWhJL1BEREQ3aDgrVElPSGp4b01sTk9SRVJFOURSZ1VrNUVSTVZLVGs3R0N5KzhZRkpXb1VLRllvOGpPM1hxRkJvMWFvU2pSNDhxdTZ3WDVlVEprM0J6YzRNUUFsRlJVWEJ6Y3dQeVp1THp6NGJPeXNwQ1FrSUNqaHc1Z3IvLy9odkp5Y2xJU1VtQkxNdVlNMmNPa0RlenJsYXJVYkZpUlN4ZHVsUlpGcTlTcVdCcGFZbU5HemNpUER3Y3p6Ly9QSll0VzZiTWxBOGFOQWlwcWFubCtLYUlpSWlJeW9aSk9SRVJGZXRSRzdmbGk0dUxnN096TTJKalk1R1ZsUVUvUHorc1hyMzZrVW41L3YzNzhmcnJyeU0rUGg2alI0OUdTRWdJR2pac0NMMWVEMHRMUzF5K2ZCa2ZmdmdocksydDRlbnBpZW5UcDBPajBlREREeitFbjU4Zm1qZHZEZ0FZTkdnUWhnMGJCaTh2THlBdmtUY1lETkRyOVlpTGk0T1RreE1NQmdQaTR1TGc3Kzl2c3Z0NjllclZNWFhxMUhKK1kwUkVSRVNsb3pKM0FFUkU5UFNxVktrUzd0NjlXK3o5L2Z2M1kvVG8wVWhQVDhkMzMzMkhYcjE2b1duVHByaDkrellpSXlPTGJIUDU4bVVjUDM0Y1BYdjJoS3VyS3laT25JZ3hZOGJneXBVcjBPbDBzTFcxUmJWcTFiQnUzVG9NSERnUXpzN08wR2cwT0hIaUJPTGo0NVZaOVV1WExpRWhJVUg1M2gwQTNubm5IYmk1dWNISHh3ZTllL2RHU0VnSVltTmowYWRQSHl4YnRneDkrL1pGMTY1ZHNXelpNaWJrUkVSRTlGVGdURGtSRVJYcmxWZGV3YSsvL2xxb1BDY25CeWRQbnNTMWE5ZXdmUGx5UkVSRUlDSWlBa0ZCUVZDcjFSZzBhQkNtVHAySzlldlh3OTdlWG1rbmhFQklTQWc2ZGVxRXlwVXJBd0E2ZE9nQVNaTGc1T1NFek14TTJOcmFRcVBSUUtQUjRQZmZmemVKeGRmWEY3MTc5MGF2WHIxdzZOQWhqQm8xcXNpenpqTXlNcENRa0lDWFgzNFpWNjVjd2VIRGg3Rmp4dzZUbVhKTFMwc3NXclRvaWIwN0lpSWlvcEpnVWs1RVJNWHk5UFRFL2Z2MzhmZmZmK1BsbDE5V3l1UGk0dURoNFlIWnMyZmozTGx6bURWckZvS0RnNVhOM2JwMTY0WURCdzVnMkxCaG1EZHZIcXBXclFvQVdMbHlKUzVmdm93Wk0yYVlqTk8rZlhzQVFHcHFxc2tHY1FWcE5CcU1IajBhN2RxMXc1QWhRNVNqMTRRUUpzZXlYYjE2RlQvKytDT21USmtDQndjSDZIUTZlSGw1b1Z1M2J0aTNieC9TMDlQUm8wZVBKL0MyaUlpSWlFcVB5OWVKaUtoWVZsWlcrT0NERC9EdHQ5K2FsUHY3KytPcnI3N0NsU3RYOE1rbm4yRENoQWw0N2JYWGxQdVNKR0hXckZtd3RiWEZ4bzBiSVlUQXQ5OStpOURRVU15ZVBSdVZLbFVDOG81UXUzNzlPdExTMGhBZEhZMzkrL2ZEemMwTlJxTVJPVGs1dUhmdm52Sk4rNlZMbHpCMzdseU1HalVLQXdZTXdPclZxL0hqano5aTRNQ0J1SGp4b2pKMmNuSXlCZzRjaUNaTm1pQWlJZ0p6NTg3RnhJa1RjZjc4ZWJSdjM1NEpPUkVSRVQxVk9GTk9SRVNQMUs5ZlB3d2RPaFNIRHgrR2o0OFBrSGMwR2dDNHVycmkyMisvUmYzNjlRdTEwMmcwV0xwMEtWUXFGVmF0V29WMTY5WWhKQ1FFV3ExV3FiTi8vMzRFQndjREFHeHNiTkN4WTBkMDZOQUJxYW1wNk5DaEF6UWFEZWJPbll2UTBGQnMyTEFCblR0M1JuaDRPSnljbkFBQVlXRmhDQXNMdzdScDB4QWVIZzZWU29YSmt5ZWpRWU1HR0QxNk5QejgvT0RpNG9MUFB2c01JU0VoaUl1TGd5UkpNQmdNRUVLZ2JkdTJDQWdJK0pmZUpCRVJFUkVSL1UvejlQVGNxZFZxajVrN0R2cDN1RFR3T1BodS84SGkzNUNWbFNYdTNidFg1dlozNzk0VmNYRnhSZDZUWlZubzlYb2h5M0t4N2ZWNnZUQWFqY1hlejgzTkxWU1drSkJReG1oTDV0MytnNFZMQTQrRDV2NTdRRVNFQi84R0dLelZhb1c3dS91TDVvN2xXYVhWYXVkcnRkcG42cnhNRHcrUExscXRWcmk1dWRVMGR5eFVkcHdwSnlLaWYyUmpZMVBzMmVRbFVhbFNKV1hKK3NNa1NWSm0zb3Z6VC9lTDJ1eXRldlhxcFl5U2lJaUk2Ti9IYjhxSmlJaUlpSWlJeklSSk9SRVJsWnZzN0d4emgwQkVSRVQwVEdGU1RrUkVwUllXRm9hNWMrZWFsQWtoMEtkUEgxeTVjc1ZzY1JFUkVSRTlhL2hOT1JFUmxRdEprdENpUlF2czJMRURJMGVPVk1vVEVoTFFwMCtmVXZVVkdocUtXclZxWWVqUW9aZzhlVEpjWFYyZlFNUkVSRVJFNXNla25JaUlTa3dJZ1pTVUZPaDBPbVJuWnlNMU5SWEJ3Y0dJaVlrQkFPaDBPbGhiVytQUW9VTkEzbVpyOCtmUHgvYnQyMDM2dVgzN050NS8vMzNzM0xrVFZsWldoY2JSYURTd3NMQkFRRUFBQWdNRHNXblRwaUkzY3lNaUlpSjYxdkZmT0VSRVZHSVpHUmtZUG53NDB0TFNZREFZY08vZVBTUW5KK1A5OTk5SGxTcFZZRFFhNGVqb0NPVE5rSzljdVJJcWxVb3B5NmZUNlFBQUZTdFdoTFcxZGJIamVYaDRvRnExYXRpNWN5ZTZkdTM2aEorT2lJaUk2Ti9IcEp5SWlFcXNRb1VLMkxoeEk4TEN3cENZbUlpQWdBQkVSMGVqUm8wYVdMTm1EWktTa2pCdDJqUUFRSjA2ZFZDalJvMUg5cmRvMFNKNGUzdkQyOXU3MkRvZE9uVEEzcjE3bVpRVEVSSFIveVJ1OUVaRVJHVm1NQmhRbzBZTnlMS003ZHUzbzNQbnpraFBUMGQ2ZWpvTUJnTnExYW9GV1phTGJWKzVjbVVFQkFSZzZ0U3BTRTFOTGJLT3A2Y24vdnJycnlmNEZFUkVSRVRtdzVseUlpSXFsYXlzTENRa0pPRElrU1A0KysrL2taeWNqSlNVRk1peWpEbHo1Z0FBN3Q2OUM3VmFqWW9WSzJMcDBxVndjbklxc3ErK2ZmdWlUWnMyQ0FvS1F1L2V2UkVVRklUbXpadWIxS2xjdVRJeU1qS1FrNVB6eUtYdVJFUkVSTThpSnVWRVJNK3dxSXVYMFBmRElmL2FlRG5aV2JqMjl5VklrZ3EyOXZaSXVaOEZDN3VLeUxsMUc4OVZjWUoxaFlvQWdOeWtaRGc4WHdYV0dnZDhQR0ZLb1g1eTlUa0FnUDVEL0tGU3FTSExLaGloeHBneFkvQ2lTeDNZYVNvb2RZMEdRMTdkNFZDcG5wNEZYbEVYTDVrN0JDSWlJdm9md0tTY2lPZ1pKU0Irdlg4L0E4ZFBudjRYQnhWcUM3VmtiYWt5UHArbFQ3VytmaWMxMWxLTlN2YVcwaXUzbzJOUHlFQ3VXb0ttZ3JYa2ZpUHAwakZKVW9taXVsRkx3cWFpcmJyWnlWTm5qZ0FxWlgyN2hVbzQvSFhoMG4xSmtwUzZLa25ZVnJSUk5UbDVLdUszZitrcFMwNFNXODBkQWhFUkVUM2JtSlFURVQyanJsNzhhejZBK2VZWTI4UERJMENsVXIxNDRleVpqeG8zYmx4Umx1V0pGVzJsZ1FDV1M1TFVIWUQvMVV0blZ6K2l2UXVBSzhpKy8wWjhmSHoybzhiU2FyVWZBQmdZZnpHaTNSTjVHQ0lpSWlJellsSk9SRVNQNWZUcDAya0FBajA5UFgrU0pPbUlFTUk2YjZaYkFsRGtUSGxwQ0NGNkFOaFNMc0VTRVJFUlBXV2Vuby96aUlqb1dhQjJjWEd4VWFsVVZZUVFCanlZOWZiUWFyVUxKRW5hSllTWUkwbFNjd0NqUEQwOWp6WnExSHdQK3RrQUFDQUFTVVJCVk1qemNRYno5UFIwa3lUcGRaVktGVnB1VDBCRVJFVDBGT0ZNT1JFUmxaaTd1L3Z6RmhZV2Q0UVFxYklzOTlScXRaT0ZFQ05rV1Y1bk1CZzh6NTgvZnoydjZtdWVucDdqVlNyVmFnQmFBTVdmaTFZTU56YzNLd0RmeWJJOEpESXlVbGYrVDBORVJFUmtma3pLaVlpb3hNNmVQWnVZdHl3ZGVKQTRINDJLaXBwZFJOSnRqSWlJbU5PNGNlTjVSU1hra1pHUjhRWDdLVTVPVGs2M3FLaW8yK1VWUHhFUkVkSFRoa2s1RVJHVldWUlVsUDVSOTArZlBwMzdtSDB6SVNjaUlxTC9hZnltbklpSWlJaUlpTWhNbUpRVEVSRVJFUkVSbVFtVGNpSWlJaUlpSWlJellWSk9SRVJFUkVSRVpDWk15b21JaUlpSWlJak1oRWs1RVJFUkVSRVJrWmt3S1NjaUlpSWlJaUl5RXlibFJFUkVSRVJFUkdiQ3BKeUlpSWlJaUlqSVRKaVVFeEVSRVJFUkVaa0prM0lpSWlJaUlpSWlNMkZTVGtSRVJFUkVSR1FtVE1xSmlJaUlpSWlJeklSSk9SRVJFUkVSRVpHWk1Da25JaUlpSWlJaU1oTW01VVJFUkVSRVJFUm13cVNjaUlpSWlJaUl5RXlZbEJNUkVSRVJFUkdaQ1pOeUlpSWlJaUlpSWpOaFVrNUVSRVJFUkVSa0prektpWWlJaUlpSWlNeUVTVGtSRVJFUkVSR1JtVEFwSnlJaUlpSWlJaklUSnVWRVJFUkVSRVJFWnNLa25JaUlpSWlJaU1oTW1KUVRFUkVSRVJFUm1RbVRjaUlpSWlJaUlpSXpZVkpPUkVSRVJFUkVaQ1pNeW9tSWlJaUlpSWpNaEVrNUVSRVJFUkVSa1psWW1Ec0FJaUlpb3BLcVZiZWhxNlJXdDVLRTVDNGs0U1JKcUNpRXBEWjNYRThEU1JKR0laQW1DZW0ya01SZmtPVWo4VEhuTHBvN0xpSWllalFtNVVSRVJQU1VhMnpwVWo5M2lDUkp3eUZKcndLQXZiMGRuS3M1d2FHaUF5elV6TWtCd0dBMElpM3RQbTdkdW8xTW5RNVFxK0hTd09Pc0RMSGsyc1cvdmdWZ01IZU1SRVJVR0pOeUlpSWllbXE1MUhYM2d0b1FMa21xMnErKzRvYXVYZDVFeSthdm8zN2RPdVlPN2FsMktTWVd2eDM5QTcvdTJPMSs3a0xVOHBkY1BjWUxnL3hCL09Xeko4d2RHeEVSbWVJMzVVUkVSUFJVcXVYcU1WS3lVUDNtNUZTMTlwS3ZnN0Zsd3pvTUdkQ3YzQkx5K1BqNGY2eVRtcHI2Mk9Oa1oyYy9kaCtsVmI5ZUhRd1oyQjliTnF6RDRxKy9RcFVxTDlTUkxGUy8xWEwxR1BtdkIwTkVSSS9FcEp5SWlJaWVPclhxZTB4V0FZdGJlRGV6M1BuekJuUjZvejBrU2NMMDZkT3hZOGVPTXZXNWUvZHVqQjgvSGdCZ01CalFxMWV2ZjJ6ejBVY2Y0Zmp4NDBYZWk0K1B4enZ2dktOY2g0V0ZZZTdjdVNaMWhCRG8wNmNQcmx5NVVtUWZVNmRPUlVSRVJKSDNObTNhaEZXclZoVjVyMHVYTHY4WU93Qklrb1RPYjNUQXppMGI0TjNzTlVzVnNOaWxRYU9KSldwTVJFVC9DaTVmSnlJaW9xZUtTLzFHL3BJS005L3E5QWJtZlRrVGxoWkYvM05sNk5DaGlJdUxnNldsSlRJek15RkpFdXpzN0pDVmxZWGV2WHRqNU1qSG54VHUzcjA3ZHV6WWdXYk5taWxsbVptWnNDZ21wb2RKa29RV0xWcGd4NDRkaGVJeEdvMDRjZUlFL1AzOWtaeWNqR25UcGdFQTNOM2RjZWJNR1NRbEpjRmdNT0RVcVZOd2NYSEJ4SWxGNTlKanhveEJURXhNb2ZJR0RScGd3WUlGQUlCS2pvNVl2WHd4UHBrd0dkdDM3WjM5VWdPUGxDc1hJMWVXNm1VUUVkRVR3YVNjaUlpSW5ob3VkZDI5SkpXMHNGVUxieXdJL2dJcTFZTkZmVUlJWkdWbHdXZzBRcS9YSzB2Q3YvamlDM2g1ZVdINTh1V3dzckxDd0lFREVSNGVqbnYzN2dFQTB0TFNzSDM3ZHJ6MzNudVBISGZuenAyNGUvY3Uzbi8vZlV5ZlBoMS8vUEVIQUVDV1pSZ01Ccno1NXBzQWdKWXRXOExDd2dLdnZ2b3EzTnpjbE5oU1VsS2cwK21RbloyTjFOUlVCQWNISzRteVRxZUR0YlUxRGgwNkJBQ29YcjA2Rml4WWdHUEhqa0d2MTJQRWlCSHc5dmJHekprejhlbW5uMEtyMWNMUHp3K2JObTFDYW1vcWZIMTlNV3JVS0NCdktid3N5MHEvYXJVYUN4Y3VMTkc3dGJTMHhJTGcyVWpQeU1TUjM0OHVkcW5yZnBiZm1CTVJtUitUY2lJaUlub3F1TGk0MkVnVzB0cnF6dFVzRjg2Ym95VGtBSERuemgxODlORkh1SFBuRGs2ZE9vV2pSNCtXcU0vNzkrOWowNlpOeFNibHNpeGp4WW9WMkxoeEkyYk9uQWtBbURScEVnd0dBL3o4L05DM2IxKzBiZHNXT3AwT2RuWjJVS3ZWbURkdm5ra2ZHUmtaR0Q1OE9OTFMwbUF3R0hEdjNqMGtKeWZqL2ZmZlI1VXFWV0EwR3VIbzZBZ0FTRWhJd01xVkR5YW8xNnhaZytEZ1lEUnQyaFFBY083Y09RREF4WXNYc1dyVkttV20vUGp4NDdoNjlTcFdyRmlCYytmT0lURXhFWGZ1M01HZ1FZUFFyRmt6ZlBUUlJ5Vit4MnExR2d2bnpVSG43cjJ0YnR5OHRjYkZ4Y1VqUGo3KzMvL29uWWlJRkV6S2lZaUk2T2xnVXpFSWtPck9tallGRGhVcW1OeHljbkxDK3ZYck1YMzZkRFJwMGdTZE8zZkcwS0ZEU3ozRW9VT0gwTHg1YzFoYld3TUFSb3dZQWFQUmlPKy8veDVPVGs0QUFBc0xDK3pac3dmMjl2Ym8xS2tUYnQrK2pmNzkrMlBMbGkxS3U0SXFWS2lBalJzM0lpd3NESW1KaVFnSUNFQjBkRFJxMUtpQk5XdldJQ2twU1ZtYVhxZE9IZFNvVVFPeUxNUEt5Z3ByMXF6Qm1qVnI4TlpiYjJITGxpM3c5L2VIVnF2RkJ4OThVR2ltM00vUER3Qnc1c3daZlB6eHgxaS9majF5YzNNZnVSbWRuWjBkckt5c1RNb2NLbFRBaktESkdPdy91cjZ3Y2Z3TXdLUlN2MGdpSWlvM1RNcUppSWpJN0p6cjFhc01DYU03dEcyTlZpMjhIMWszT1RrWng0NGRBd0FzWGJvVTRlSGh1SHIxS3RScU5TSWpJM0hqeGcyMGFkT215TGF0VzdkR2NIQXdEQVlEdkx5ODRPUGpnM2ZmZlJlU0pDbDFrcEtTc0hEaFFvd2ZQeDduenAzRDJyVnIwYXRYTDlqWjJaWG9XUXdHZzVKNGI5KytIZE9tVFVONmVycHl2MWF0V2dDQUJRc1c0TXN2djRTYm14dnExcTJMeU1oSS9QREREN2g4K1RJT0hqeG9NbE5lME1HREJ3RUFmLzc1Snd3R0EwSkNRb0M4YjlTdlhidUdsMTU2U2FrN2ZQaHcrUGo0RklxeFRhc1dhTnU2RlE0Y09qeTZlb01HODI1Y3ZKaFNvb2NqSXFKeXg2U2NpSWlJek01S3NnMlFJTm1QSHVGWDVQMnNyQ3pzM0xrVGYvNzVKMzc1NVJmMDd0MGJBTkN0V3pjMGJOalFwTzdPblR0TFBHN2Z2bjBMbFdWbVpxSk9uVHJZdDI4ZlltTmpvVktwTUgzNmRIejAwVWZGTGhYUHlzcENRa0lDamh3NWdyLy8vaHZKeWNsSVNVbUJMTXVZTTJjT0FPRHUzYnRRcTlXb1dMRWlsaTVkaWxPblR1SEdqUnRRcVZTd3RMVEV4bzBiRVI0ZWp1ZWZmeDdMbGkxVFpzb0hEUnFreklibjVPUWdLaW9LZG5aMldMTm1EUm8yYklqMTY5Y0RlYitzR0R4NHNITDlUOGFPOU1lQlEwYzBWckQ1Qk1Ea0VyODBJaUlxVjB6S2lZaUl5S3hlZk9XVjV5UVpJOXEyYm9XR2JxNUYxb21OamNYWFgzOE5qVWFEOGVQSDQ5MTMzOFhRb1VQeDRvc3Zvbjc5K2laMTg3L2pMaXNYRnhjc1hyd1l4NDRkdzVRcFU3QnExU29jT1hJRXljbkp5aXgzUVpjdlg4YUhIMzRJYTJ0cmVIcDZZdnIwNmRCb05Qand3dy9oNStlSDVzMmJBd0FHRFJxRVljT0d3Y3ZMQzhoTDVBMEdBL1I2UGVMaTR1RGs1QVNEd1lDNHVEajQrL3ViN0w1ZXZYcDFUSjA2RlpzMmJVTGp4bzF4Ky9adGZQWFZWNGlNak1RdnYvd0NsVXFGMTE5L0hRQnc2OVl0aElTRUtMOE1LTTZycjdpaWRhc1dPSFQ0dDlFMWE3NDY5OXExYy9mSy9OS0lpS2pNZUU0NUVSRVJtWldGUWYwQklGVVlQYnpvV1hJQXFGZXZIbmJ2M28zWFgzOGREZzRPait5dlVxVktzTEd4S1ZVTVFnak1tREVEZXIwZUFMQm56eDVNbVRJRjgrYk5nNE9EQXhZdVhJakpreWViTEhQUFY2MWFOYXhidHc0REJ3NkVzN016TkJvTlRwdzRnZmo0ZUdXSDlrdVhMaUVoSVFHTkd6ZFcycjN6emp0d2MzT0RqNDhQZXZmdWpaQ1FFTVRHeHFKUG56NVl0bXdaK3ZidGk2NWR1Mkxac21XWU9uVXFBR0RyMXEzdzlmVUY4cjRYOS9iMlJsaFltTWt2QzZwVXFZSUxGeTZVYURPOFVmNURBVW1xSU5tcDNpL1ZDeU1pb25MRG1YSWlJaUl5TDBuVjA2MUJmVFI2OVpWaXF4UzF3ZHFqckZxMUN2YjI5c3BSWnZrTUJnT2lvcUp3L2ZwMWsvS1VsQlJzM2JvVkV5ZE94Snc1YzdCMzcxN01uVHNYcjd6eUNrYU1HSUZYWDMwVnJxNFBadkZ0Ykd4TXppblhhRFRRYURUNC9mZmZsYkpYWG5rRnZyNis2TjI3TjNyMTZvVkRodzVoMUtoUlJaNXZucEdSZ1lTRUJMejg4c3U0Y3VVS0RoOCtqQjA3ZHBqTWxGdGFXbUxSb2tXWU5tMGFxbFNwb3JROWZ2dzRiRzF0NGU3dWp1VGtaQ0J2aC9XK2Zmc2lORFJVbWFVdmp0YkRIZlhyMWNYRlN6RTlBU3d1MVVzbUlxSnl3YVNjaUlpSXpLYnF5KzVWQUxUbzJMNXR1Zlo3NTg0ZGVIaDRJRG82R3FtcHFmajg4OC94MTE5LzRmcjE2N2g1OHlaZWUrMDFxTlZxSkNZbW9rcVZLb2lPamtiMTZ0VmhhV21KNTU5L0htdlhyb1dqb3lQR2poMkxsMTU2Q1JFUkVmajExMS9SdFd0WGpCMDdGZ0FRSHg5ZjdQZ2FqUWFqUjQ5R3UzYnRNR1RJRUdVR1hnaGhNdHQrOWVwVi9QampqNWd5WlFvY0hCeWcwK25nNWVXRmJ0MjZZZCsrZlVoUFQwZVBIajJVK3ZtL0dNaTNZc1VLOU8vZnY5RDRiNy85TnBZdlg0NnpaOC9DM2QzOWtlK3FROXZXdUhqcGNpdm5ldlVxMzR5SlNTN0ZheVlpb25MQXBKeUlpSWpNeHRaUzZpRkpVTGR2VTNpSDhLTGN2MzlmT2IvYzF0WVdmLy85dC9LTmRyNjdkKy9pekprejZOR2pCNzc0NGdzMGE5WU1kZXJVUWJkdTNlRHE2cW9zYlU5UFQwZTNidDFnWjJjSG5VNm5KTnREaHc1RlRFd01Qdm5rRXpScDBnUUJBUUc0ZWZNbUJnNGNDRWRIUnpScjFneVdscGFJaTR1RHRiVTFqRWFqY2o2NVdxMEc4cGFyLy9ycnI5aXhZd2NHREJpQTExOS9IWFBtek1IbXpac3hjZUpFTkdqUUFNamJuRzNnd0lGbzBxUUoxcTlmajdsejUyTGl4SWtZTjI0YzJyZHYvOGgza1ptWmlkcTFhNk5ObXphUVpSblhyMStIcGFVbEFNRGUzaDdEaGcxRFZsYldQNzdURHUxYVkvR3lsV3BMMkhRSHNLcEUveUdJaUlpSXFEQlBUOCtkV3EzMm1MbmpJQ0lxcVpkY1BiWTFiL3Vta0dWWlBFcFNVcEpvMXF5WmFOZXVuYmgrL2JvUVFvZ0RCdzZJVnExYWlaWXRXNHBXclZxWi9Kay9mLzRqKzh1WGs1TWpNak16Ulc1dXJsSVdGUlVsV3JWcUpYNzU1UmVUdXFkUG54WnIxNjRWaXhjdkZ0N2Uzc0xiMjF2OCtPT1BJaVVsUldpMVd0R3FWU3R4OHVSSnNXclZLdEd4WTBleFlNRUNjZXZXTGFXOXdXQVEzMzc3cmVqVHA0OHdHbzNLV0xJc2k1RWpSNHJEaHc4TElZU0lpNHNUWThlT0ZWMjdkaFhkdW5VVG5UdDNGcDA2ZFJMQndjRktYNTA3ZDFaK2pvaUlFSTBiTnhiTm1qVVRvYUdoSlhydWdtUlpGdDV0M2hBdk5XaTAxZHgvSDZqc1BEMDlCMnUxV3VIdTd2Nml1V041Vm1tMTJ2bGFyVGJWM0hHVWhvZUhSeGV0Vml2YzNOeHFtanNXSWlKaVVrNUV6eUNYQmg0M1B2NTBjb21TeDRLSjg1T1dsSlJVNXJaNnZWNUp1b3RTMUhNa0pDU1VlVHlSbDFnL2pyRUJnZUlsMTBiWHpQMzNnY3FPU2ZualkxSk81c0xkMTRtSWlNZ3NYRnc4SENVSnp2WHF2RnlpK2tWdGt2YWtWSzVjdWN4dExTMHRsU1gyUlNucU9hcFhyMTdtOFFBVXVTdDhhZFNyK3pJQXFjWnpkZW84ZW10N0lpSXFkMHpLaVlpSXlDeGtLOUVRQU9yV0xWbFNYdTdqeTdKWnhuMGExWDM1d1grRENoWTJEYzBkQ3hIUmZ3MlRjaUlpSWpJTGxZU0dBRkRTbWZLaTZIUTZrN08vaS9QTk45OWd3WUlGeXJVc3kramZ2ejlPbkRoUmJKdnc4SEI4L3ZubkptWHIxNjgzNmVkaDI3WnR3NFlORzB6S2xpOWZqdFdyVi85ampFWDU3YmZmOE1VWFh5akhuUUZBVGs0TzNuMzNYYVNtbXE2eURRa0p3VHZ2dkZPbWNlcmwvV0pFQll2aXo2VWpJcUluZ3J1dkV4RVJrVmxJS2xTM3NyVEVpOVdkbi9oWXUzYnR3b1FKRTVScmxVb0ZYMTlmekpneEF6Ly8vTE95YTNsQlc3WnNnYisvdjBuWm5qMTcwSzlmdjJMSDJiOS9QenAwNklEQXdFQ2xMRFkyRm1xMUdqRXhNVXJabTIrK0NWbVdFUmdZQ0d0cmF3Z2g0T2JtaG43OStpRTBOTlNrWG01dUxzYU1HWVBGaXhmanVlZWV3NjVkdS9EaWl5L0MwZEZScVJjZkg0L2R1M2ZEd2NFQlc3ZHVSYmR1M1VyMWZtcThXQjJXbGhiUTYzUDVQVElSMGIrTVNUa1JFUkdaaFJCd3FGQ2hRb20vaDU0M2J4NzI3dDM3VUI4Q3lFdGVIOWFsU3hlTUhqMGE1OCtmUjA1T0RxeXNyQW9sMlhaMmRoZzllclJ5M2E5ZlArajFlc3lZTVFOcGFXbVlNV01HWnM2Y0NSOGZIL2o1K2VHdnYvN0NwVXVYVFBvNGZQZ3dMQ3dza0phV2hyaTRPTFJ0MnhZdUxpN0svYzJiTjhQUzBoSmR1M1pWeXFwVXFZSno1ODZoWDc5K0dENThPSktTa2hBVUZBUXZMeTk0ZW5vcTlVNmZQbzJZbUJoMDd0d1orL2J0ZzYrdkw5YXVYWXM1YytiZ3hvMGJjSFoyaGw2dng2UkpreEFZR0lqcTFhdGo2TkNocUZtekpqdzhQRXIwWHBIM1N3cU52UVozYysrVzZKdnlTcFVxVmF4VnE5WWtTWkw2Q0NFT1IwWkdmbGppd1lpSXlBU1RjaUlpSWpJWEJ6czcyeEpYSGpkdUhNYU5HMmRTcHRQcDBMSmxTK3phdGF2WWRqLzk5Qk9hTm0yS2V2WHFZY3lZTVVYV0VVSkFraVE0T3p2anhJa1QwR3ExbURWckZnQmczNzU5T0hUb0VFSkRRekY0OEdDTUdERUNBSkNXbG9hMmJkc3FHN2R0MjdZTlRabzBnWTJORFJJVEU3RnYzejRBd09YTGw2RlNxWkNlbmc0QWFOR2lCZHpjM0pTeEowK2VyQ1Rzc2l3clo1M25YK3YxZXZUbzBRT1dscGJZc21VTEdqZHVEQ2NuSi9UczJSUExseS9Ib2tXTDRPSGhnWll0V3dJQVpzeVlnVTgrK1VRNW83Mms3T3hzY1M5VnFsRGMvYXBWcTFaeGRuYWVDcUFuQU9jQ3YweHhMSzRORVJIOU15YmxSRVJFWkJZU1VNSGUzdTZKam5IbHloVnMyN1lOblR0M2hvT0RBMjdldklrclY2NWc2TkNoSnZVQ0F3UGg2ZW1wSk11U0pNSGEyaHJJMnkxZHA5UGh3b1VMQ0E4UFY5cklzcXdrNUxtNXVWaTNiaDFhdDI0TjVDMVpkM1IwUk9mT25VM0dPWFRvRUtLam80dWMyUWVBZ0lBQTNMMTdWN25Pek14RWFtb3E0dUxpVUtGQ0JVUkZSY0hYMXhmVHAwOUhwMDZkRUJJU2dvb1ZLeUlnSUVCcDQrM3RqVm16Wm1IQ2hBbnc4L1BEKysrL1g2SjNaVzluQndISlpLYThkdTNhTlN0V3JCZ0U0QzBBVmZJVGNTR0U4b3NNSWlKNlBFektpWWlJeUV3a0J6dTcwaVhsb2FHaE9IdjJySEp0TkJvQkFHUEhqaldwNStYbGhmZmVldzhMRnk1RXpaci9mM3h2OWVyVk1YLytmQXdaTWtSSktHVlp4dkhqeDlHN2QrOWl4N1d6czhPbVRac3dhdFFveko0OUcxV3JWb1hSYUlTVmxSVUE0UHZ2dnk5MEROcnAwNmVSa3BKaVVwYVFrQUN0Vmx2NFRlVEZzbkRoUWlCdmR0L2UzaDVWcTFaRmVIZzRnb09EZ2J5bDhQZnUzVU5jWEJ3Q0F3UHh5eSsvSUQ0KzNtUnBmTDdGaXhmRHhzYm1FVy96b1dlMHR3T0VjSEJ6YzN2RjJ0cDZuaENpdFNSSjFwSWtLWjhKNUNmaUQ1Vzk2ZW5wbVZqaWdlaUpFRUxZU0pJRWxVcTF3ZFBUTThmYzhUeUxoQkIxK0lzbU1nY201VVJFUkdRV0FrSWdMN0VycVM1ZHVzREh4MGU1enNqSXdMQmh3MkJyYTdvTTNzSEJBYklzSXpFeEVRTUdETUNwVTZjQUFLNnVyckN3c01EWnMyZlJxRkVqQUVCVVZCUXNMQ3lVYXdBNGV2U29NcHVkazVPREprMmF3TTdPRHExYnQ4YkVpUk94YXRVcUdBd0daWU80cUtnb0RCbzBDTEd4c1VvZnpabzF3OXR2djIwUzE3NTkrNVJsN0FYbEovZnIxcTJEMFdpRUxNc1FRcUIyN2RySXlzcFM2blh2M2gxanhvekI5T25UVWFsU0pRd1lNS0JVNys5UkpFaFFRYTVzYlcyOUYwQTFsVXFseklncmRZcE9XQ3dBYU1vdEVDb1RTWklneTNLNkpFbDZjOGZ5RElzVlFrU2JPd2o2NzJGU1RrUkVSR1loUWJxZmtaRlpxalpPVGs0bTE0c1dMWUlzeTRWbXl2Tjk4ODAzT0hueXBFbVpqNDhQRGg0OHFDVGhmL3p4QjlxMGFXTXkwNTIvQkJ3RnZpbEgza1p3Qnc0Y3dOcTFhOUcrZlhzbEtaOHhZNFpTSjkrUkkwY1FGeGRuVW5ibnpoMTRlWG1abEdWbVppSi94WUFzeThyNTZhR2hvZkQyOWpZNSttekpraVc0ZCs4ZWZ2dnROL3o2NjY5NDc3MzNNR3JVcUNLZi9kMTMzMFhmdm4yTHZGZVVqTXdNeUpJcUxpSWlvb21MaTR1TG82UGpKSlZLMVZVSTRaUS9NeTZLK0NXS0pFbmJJaUlpM2k2eVV5SWkra2RNeW9tSWlNZ3NoQ1R1WjJTV0xpbGZ0bXdaMnJadGk3LysrZ3V2dmZZYSt2WHJoOTY5ZStQdHQ5OVdkandQQ2dwQ3IxNjk0Tzd1RGdlSHdwdUpOMi9lSEhQbXpNRkhIMzBFNUNYUEJYZGdSeEhmbEJjcy8venp6MkZqWTRQTXpFeGxoanUvYmtIdDJyVkRyMTY5VE1wMjc5NWRhRWw3ZW5vNktsV3FWS2o5NE1HRDBiMTdkN3oxMWx0SzJRc3Z2SUMyYmR2aWhSZGVnTHU3TzVBM3kvN0REeitZdEEwTEM4UDkrL2NmOFNZTHk4akloQVRjeDRNajF1SUIrQUZBalJvMW5KOTc3cmxBbFVyVkEwRDFna3ZYaVlqbzhURXBKeUlpSWpPUjBqTXpkU1d1blpPVGcrKy8veDYrdnI3WXYzOC9hdGFzaVZxMWFtSEFnQUZZdVhJbFpzMmFCWVBCZ1BidDIyUG16SmtJRHc4M1NhanphYlZhNlBWNkpDY25RNVpsM0x4NUU0MGJOeTV4SExWcTFRSUFSRWRISzBsNVVYYnQyb1dJaUFpVHN1VGtaTFJxMVFvQTRPbnBDV2RuWjZ4ZHV4WXhNVEg0N0xQUGxCM2I4MWxZV01ES3lnb1pHUm5Zdkhreit2ZnZyOXhMUzB0RGNuS3lVcStnc253WG01R1JDU0ZRS0pPL2Z2MzZ6ZXZYcjQ4R01OcloyYm55Q3krOEVLaFNxWHdCMUN5Nkp5SWlLZzBtNVVSRVJHUVdBcVdiS2Yvamp6L2c0dUtDeXBVcm01VDM3dDBiR1JrWjBPbDA2TjY5TzNidjNvMk5HemNpTEN3TWd3WU5LdFNQbFpVVmR1ellBUUFJRHcrSGo0OVBvYVQyOU9uVFN0dlUxRlM4L1BMTGhmclI2WFNGdm1VdnFGdTNidWpUcDQ5SjJmYnQyM0hyMWkwQWdLT2pJN1p1M1FwZlgxOTg5ZFZYeW5MNWZEZHUzTURPblR0UnIxNDlSRVZGNGRkZmY0V05qUTJpb3FKdzd0dzVaR1ptNHZQUFB5L0JtL3RuUWdoazZuUUFVUGlEOXdKdTNyeVpmUFBtelhFQXhsV3FWS21paTR2TFJBQzN5aVVJSXFML0tDYmxSRVJFWkJZcUlWMDNHbzFJVEV4Q2xTb3YvR045dlY2djdKQnViVzJ0TEFPM3NMQ0FvNk1qOXV6WmcyclZxa0dTSkV5WU1LRlFvajF2M2p4czNiclZwQ3c3T3hzcWxRb0hEaHdBOGphU2E5U29FZXJYcjY4c2J6OTI3Qmd1WExnQTVHM0VWcnQyYlRScDBnUkhqeDVGdFdyVmlvM1h5c29LRlNxWUh2dGRjSmw3ZEhRMHRtN2RxbnlmSGhrWmlZTUhEK0xHalJ2UTZYVFFhRFM0Zi84K21qVnJoczJiTjhQYTJocEpTVWxvMnJRcC9Qejg0T3pzak92WHIrUGF0V3ZvMHFXTHlUZ1pHUmw0NzczMy92R2Q1cnQ5SnpGL2M3bHJKVzF6Nzk2OXRIdjM3Z1dXZUJBaUlpb1NrM0lpSWlJeUM5bGdQSyt5Vk9OaXpPVVNKZVZ2dlBHRzhuT1hMbDB3YTlZc3pKMDc5MEZmc2d5MVdvMmdvQ0FnNytpemg0MGJOdzdqeG8zN3gzRjI3OTROalVhRCt2WHJBdysrcjFhUzhxeXNMT1g3ODBxVkt1SHJyNzh1MUQ0d01CREhqeCtISkVuNDZhZWZUTzVsWkdUQVlEQWdPVGtaZGVyVVFWQlFFR3h0YmVIaDRRRVBEdytvVkNxNHVMakExZFZWV1JHZzArbXdZY01HdEcvZkhuNStmb1hHcTFtekpqWnUzR2hTdG5yMWF1ajFKZCtFKytLbEdPREJMMHJPbGJnUkVSRVJFWm55OVBUY3FkVnFqNWs3RGlLaWtxaGN1WDRGbHdhTjVHVXJWNHVuaVY2dkZ4a1pHY1hlejgzTkZabVptZjlxVEk5aU1CZ2V1NDl2Vm9RS2x3YU5qTTdPalV0M2NEd1JtWldIaDBjWHJWWXIzTnpjdU1mRE0weFZnanBFUkVSRTVTNDUrVkk2Z0t1WExzZVdvUGEveDlMU0V2YjI5c1hldDdDd1VJNHdleHFvMWVySDdpTTY1aklnU1ZkdTNqeGQ4cDMzaUlpb1hEQXBKeUlpSXZPUkVISGl6OU04WXN1TWhCQTQrZWRwU0FJUkphaE9SRVRsakVrNUVSRVJtWTJRc2UzVzdkdTRFSFhSM0tHVVNWcGFHdHExYTRlUWtKQlN0UXNMQzFPT016TzNjeGVpY0NjeENVS0lIZWFPaFlqb3Y0Z2J2UkVSRVpIWjVJcXNyVmJDenJobi8wRjF3MWRjSDZ1dm5qMTdJaVVscGRqbDNKbVptWmcrZmJySmhuR1BLeVFrQkpVclY4YkdqUnZ4emp2dndOblp1VVR0YnQyNmhUVnIxanh5NDdrcFU2WWdPVGtabFNwVkt2SitkSFEwdG16WlV1Ylk4KzNkZndnQURJWk13eStQM1JrUkVaVWFrM0lpSWlJeW01c3hNY2t1RFR4KzMzdmdvTThuWTBZOGRuK2hvYUdvVTZkT2tmZkdqeC8vMlAwWHRHM2JOdXpkdXhjYk5teEFlSGc0cGt5WmdtWExsc0hLeWtxcGs1R1JBVjlmWDVOMlNVbEplT0dGQjd2Tmg0ZUhLei9uMjdScEV6UWFEUURBeHNibWtXZWhsNGU5Qnc1QkNQRmJRc0tGdTA5MElDSWlLaEtUY2lJaUlqSXZJVys1RkJQcmN5YnlMTFFlN3VhT3BrUk9uanlKTDc3NEFyTm16VUsxYXRVd2N1UkkrUHY3NDdQUFBzUE1tVE9WTTlJMUdnMTI3ZG9GNUIydFZxMWFOWFRzMkJHN2R1MkN3V0JBaXhZdHNHdlhMc1RIeDhQRnhhWFFPTGEydG9YT09pOVBaeUxQSXVaeUxDVGc1eWMyQ0JFUlBSS1RjaUlpSWpJcnZjaGVad1hibVl1WHJiVC9kdG1peCtwcjhPREJqMXkrM3I1OSs4ZnFId0FPSGp5SVNaTW00Wk5QUGtHYk5tMkF2Qm50QlFzV1lPalFvUmcxYWhTKy9QSkxWS3hZVVdtemZQbHluRDU5R29zV0ZYNisxTlJVSmFudjJyVXJkdXpZZ1JNblRtRG56cDNRYURSNC92bm5pNHpqK3ZYckNBb0tncE9URTRZUEgxNm1aMW44elVvQUlsMlBuUEF5ZFVCRVJJK05TVGtSRVJHWjFjMlltR1FYMTBaTERoMzUvZFB6VWRGbzZGYTJiOHVmZi81NXpKOC9IeSs4OEFKMjdkcUZYcjE2bWR5ZlBYdTJzaFQ4OXUzYnVIcjFhcW42ZDNOenc3ZmZmb3NmZnZnQlFVRkI2TlNwRXdCZzlPalI2TnUzTDd5OXZmSHR0OTlpL1BqeDZOV3JGNFlQSDQ2ZVBYdml1KysrdzRFREI3Qnk1Y29pKzNWMGRNU1NKVXZnNStlSDNOeGNkTzdjR1MxYnRzUmJiNzJGdExTMFl1TlJxOVZvMHFRSlZLcXk3ZHQ3OXZ3RkhQcnRkd2daUzI5Y3VwaFNwazZJaU9peE1Ta25JaUlpczh2T1ZjMjFzUlFqRnkxZFliOTg4ZGRsNmlNLzZiMTQ4U0pXcjE1ZEtDa1BEQXhVZmo1NThpUysrKzY3VXZYZm8wY1BIRGh3QUtHaG9YamxsVmVVOHR1M2IwT25lM0M4ZDRVS0ZiQmt5UktzVzdjT1I0NGN3UnR2dklHelo4L2ltMisrZ1lPREE0eEdJMGFNZVBEdHZGcXRSa0JBQUFEQXhjVUZTNWN1eFpvMWE5QzllM2ZZMk5nZ05EUVVycTZ1Y0hCd0FBQ3NXN2NPZmZ2MlZWWUMvUERERDlpelowK1ozaFVBTEZxNkFnSWlVeSt5NXBhNUV5SWllbXhNeW9tSWlNanNic2RHSkxrMGFMUm83NEZERS9jZlBJeDJiWHhLM0RZakk4TmtSM1dqMFFoWmx0RzhlZk5DZFMwc0xIRDQ4R0YwNjlZTjNicDFLMVdNUWdqMDZ0VUxkbloyajZ5blZxdng0WWNmb24vLy9wQWtDVjkvL1RYOC9mMXg2ZElsNkhRNlZLcFVDYXRYcjFicUwxeTRFTFZxMWNMYXRXc3hZOFlNazc1dTM3NnR6SlliREFZa0pDUW9NK05HbzdGVThSZTA3K0JoN0Q5MEJCRFN3cHN4TVUvSDJXeEVSUDlSVE1xSmlJam82WkNkOXJtd2RYeG44clNaTDN1NHY0cm5uMyt1Uk0wMEdnMk9IajJxWEM5WnNnUkdveEZqeG93eHFaZVFrSUNoUTRlV09UeEprdjR4SVgrNEl2cXI3d0FBQm1CSlJFRlVmcjVseTVZaEl5TUQvZnIxdy9qeDQrSHQ3UTBBdUhMbENrYU5Hb1ZSbzBZVjJVZW5UcDFRdVhKbEFNQ0pFeWZRbzBjUFdGcGFLdGRsa1hMM0xpWUh6UUNBV0dTblRpOVRKMFJFVkc3SzloRVNFUkVSVVRtTGo0L1BsbzFpUUdKU3NzRi96RGprNXVhV3VnK0R3WUE5ZS9iZ3RkZGVLM1F2SXlORE9Xck1IRFFhRGI3ODhrdk1uajBiQnc4ZXhONjllekZxMUNpTUh6OGVYbDVlaGVyWHJsMGJGeTlleEtsVHAzRHExQ2xrWjJmanpKa3p5blh0MnJWTEhZTmVyNGYvNkhGSVNrN0psWVd4ZjN4OGZIWTVQUjRSRVpVUmszSWlJaUo2YWx5TCtldDMyU2lQUFIwUmllRmpBNkRYNjB2VmZzbVNKZEJvTkVVbTVYZnYzb1dqbzJNNVJsdDZkZXZXUmI5Ky9SQVFFSUNKRXlkaXpKZ3hhTjI2ZGFGNm4zLytPZTdkdTRjclY2NGdPam9hMGRIUjBPdjF1SGp4b25LdDBXZ1FHQmlJbEpTUzdkR1drNU9ENFdNRGNEb2lFa1loUmwyOWVPN1lFM2hFSWlJcUpTNWZKeUlpb3FmSzFaaXpTMnZWYi9UY2dVTkhaZ3p5SDQyRmMrZmd1ZWNxUGJMTnZYdjNNSC8rZlB6NTU1OVlzV0lGVkNvVjB0UFRrWjJkRFFjSEJ3Z2hzSFBuVHRTdlgvOWZldzdrZllkKzQ4WU5YTGh3QWFkT25jTHZ2LzhPWjJkbnpKNDlHM2Z2M3NYU3BVdXhZc1VLTkczYUZQWHExWU96c3pQYzNkMFJGQlJVcUsrZVBYdGkrdlRwc0xhMkxuVWN5U2twR0ROdUlvNmZQQVVoNUVuWExwNWRVVTZQU0VSRWo0bEpPUkVSRVQxMXJsNzZhNlpMZlkrTW84ZE96bjJqbTY4Nk1PQWp2TjIxYzVGbmtKODhlUklmZi93eFdyWnNpZSsvLzE0NTEvdk1tVFA0NUpOUGdMd04zaG8yYklpUkkwZitxOCtSbHBhR3NXUEhvbWJObXZEeThzTEFnUVBoN095czNILzMzWGR4L3Z4NUhEOStIRWVPSElFUUF0SFIwVGgzN2x5aHZoSVRFekZod29SQ1I2QlZybHdaa3laTktuSjhnOEdJTGI5dXgreTVYK1BldlZTRFVZaFBybDA4KzNpSHdSTVJVYm1TU2xDSGlKNFJucDZlT3lWSmNqeHo1c3pyNW82RmlLZzgxR3JnNGEyU3hIcEFxdUZjclJyNjlPcU9qaDNhb243ZE9rcWQvTm5vRjE5OHNjZytEQVlEVkNwVm1jL3pmaFpkaXJtTVhYc1BZT1BtTGJoNTZ6WUFYSk9GOFYwdVdTZjYzK0xoNGRGRnBWSnR5ODdPcmhVVkZYWE4zUEZRMlhDbW5JaUlpSjVhVnk5Ry9sRzFxcnVycmFNWWZQUG16U0ZmTC83bTFhOFhmd043T3pzNFYzT0NRMFVIV0JReGUvNWZaREFha1paMkg3ZHUzVVptM3JucEVPS2NFR0tWUHQxeTFjMmJrVHB6eDBoRVJJVXhLU2NpSXFLbjJwMDdaek54QndzQkxLeFZ0NkdycEZhM3lzelF1Y2ZFL3Uwa1NhZ29oTVNzSElBa0NhTVFTSk9FZEZ0STRpL0k4cEg0bUhNWHpSMFhFUkU5R3BOeUlpSWllbVpjdlh3K0drQzB1ZU1nSWlJcUwvK2RqNnVJaUlpSWlJaUluakpNeW9tSWlJaUlpSWpNaEVrNUVSRVJFUkVSa1prd0tTY2lJaUlpSWlJeUV5YmxSRVJFUkVSRVJHYkNwSnlJaUlpSWlJaklUSmlVRXhFUkVSRVJFWmtKazNJaUlpSWlJaUlpTTJGU1RrUkVSRVJFUkdRbVRNcUppSWlJaUlpSXpNVEMzQUVRRVJFUkVSSFJQL1AwOU93a1NkSklJY1NQUnFOeHQ3bmpvZkxCcEp5SWlJaUlpT2daSUVtU0JZQXVraVIxVWF2Vk1vRHplYmVjQUZ3emMzaFVSa3pLaVlpSWlJaUluZzBDQUlRUUFLQVNRcmhMa2dScmErc1RucDZleHdHRTUrYm03amgvL3Z6ZjVnNlVTazR5ZHdCRVZINDhQVDEzU0pMVVJnaVJZTzVZaUlpSWlLamMyVXVTVkUwSUFVbVNrUCsvc2l4RGtoNmtkbm5sR1FCK0JEQS9JaUlpeXR4QjA2TnhwcHpvZjRnc3krRXFsU3JUM0hFUUVSRVJVZmtUUWxTVEpLbmFQOVNCSkVrYUFCOEtJZXE0dTd2UE9YdjI3SzUvTDBvcUxjNlVFeEVSRVJFUlBRTzBXbTFYQUZzTHpwVG55NXNwenhaQy9DYUUrRVduMC8wWUV4T1RiTTU0cVdRNFUwNUVSRVJFUlBRTU1CcU5RcTFXQS84L0l3NEE2VUtJZzdJc2I4N0t5dHA4NmRLbGRIUEhTYVhEcEp5SWlJaUlpT2dab0ZhckpUeVlGVThXUXV3MUdvMmJjbk56dDBWRlJlbk5IUnVWSFpOeUlpSWlJaUtpWjREQllJaFJxVlFkSXlNajl3T1F6UjBQRVJFUkVSRVJFUkVSRVJFUkVSRVJFUkVSRVJFUkVSRVJFUkVSRVJFUkVSRVJFUkVSRVJFUkVSRVJFUkVSRVJFUkVSRVJFUkVSRVJFUkVSRVJFUkVSRVJFUkVSRVJFUkVSRVJFUkVSRVJFUkVSRVJFUkVSRVJFUkVSRVJFUkVSRVJFUkVSRVJFUkVSRVJFUkVSRVJFUkVSRVJFUkVSRVJFUkVSRVJFUkVSRVJFUkVSRVJFUkVSRVJFUkVSRVJFUkVSRVJFUkVSRVJFUkVSRVpHNS9SK0F0Z29PUjB0OU53QUFBQUJKUlU1RXJrSmdnZz09IiwKCSJUaGVtZSIgOiAiIiwKCSJUeXBlIiA6ICJmbG93IiwKCSJVc2VySWQiIDogIjExNjUyOTc2OTMiLAoJIlZlcnNpb24iIDogIjg0Igp9Cg=="/>
    </extobj>
    <extobj name="ECB019B1-382A-4266-B25C-5B523AA43C14-5">
      <extobjdata type="ECB019B1-382A-4266-B25C-5B523AA43C14" data="ewoJIkZpbGVJZCIgOiAiNTA4NzI5MDE5NjMxIiwKCSJHcm91cElkIiA6ICIxMzEyNjI5NzAwIiwKCSJJbWFnZSIgOiAiaVZCT1J3MEtHZ29BQUFBTlNVaEVVZ0FBQXUwQUFBTG1DQVlBQUFEMmVhcWtBQUFBQVhOU1IwSUFyczRjNlFBQUlBQkpSRUZVZUp6czNYZDhGSFgreC9IM3BKRUtvYmRUaWxKRVNnTHFUejNoS0RhRUU2VUlJcUpJdDRDQ29Gd1FFUVFWUEJCT1FRUkZGQlVGZ1hDS0JwUlFCSUtDTkFuRmlFaEhBaW1rYm5aM2ZuOFk5dGdqZUNTUW5RbDVQUitQUE56NXpuZm0rOW1BNUwyVDczeEhBZ0FBQUFBQUFBQUFBQUFBQUFBQUFBQUFBQUFBQUFBQUFBQUFBQUFBQUFBQUFBQUFBQUFBQUFBQUFBQUFBQUFBQUFBQUFBQUFBQUFBQUFBQUFBQUFBQUFBQUFBQUFBQUFBQUFBQUFBQUFBQUFBQUFBQUFBQUFBQUFBQUFBQUFBQUFBQUFBQUFBQUFEZ3ltRllYUUFBQUhaVnExN2o2d3gvLzFhR2FUUTFEYk9hWWFpY2FScitWdGRsQjRaaHVreFRhWVpwSERjTmM3dmM3clVIOXUzY1kzVmR3SldLMEE0QWdKY1dnYlViNVBVekRHT3dES09KSklXRmhxcEc5V29xVzY2c0F2eko3SkxrZExtVWxwYXVZOGVPS3pNclM1SmttdHJobHZuV3dUM2IzNVBrdExwRzRFcENhQWNBSUYvdGVrMy9ULzdHeDRaaDFHMXlmU1A5dmNQZGF2blhXOVNnM3JWV2wyWnJlL2NsYWQzNkRmcjM4amp0M0pVb1NVbW0wOTNyd004N05sbGRHd0FBQUs0Z3RhNkxlcUxPZFZHT20xdmZhUzcvZXFYcGRydE5GSTdiN1RhLy9IcUYrWDkvdThPc2MxMlVvOVoxVVU5WS9lY0tBQUNBSzBTdEJsRXhkYTZMTWgvdU84aE1TVW0xT3Z1V2VLZFRVc3lIK2d3dzYxd1haZFp1Mk94NXEvOThnU3NCRS9NQUFLVmE3UWJOQnZuNUdWTTZ0cjlMYjAxN1hXR2hvVmFYVk9LRkJBZnI3L2ZjclY4UEhORFB2K3kvdlh5bGFrZFRrNC8vYUhWZFFFbkduSFlBUUtsVnUxN1Qvek1DL05hMXV1M1d3UGZlL3BmOC9QeXNMdW1LNG5LNTFIZndFSzM5YnIzRGRKcXRtT01PRkIyaEhRQlFLdFd1WFR2WUNDbTNvMmFOR3ZXK1hQS3B5a1pFV0YzU0ZTbjl6Qm5kYzk4RE9uTDAyRjdscEVVZE9IQWd4K3FhZ0pLSVN3b0FnTklwdU55TGtsRnZ3dGpSQlBaaVZEWWlRdU5makpGaEdBMFVIRG5HNm5xQWtvclFEZ0FvZFdyVXIxOUpocDY2bzIxcnRicnRWcXZMdWVLMWFYV2Iyclp1SmNNd242clpzR0ZGcStzQlNpSkNPd0NnMUFreVFwNDFaSVE5OWZnQXEwc3BOWVkrTVVpU0VSNms0R0ZXMXdLVVJJUjJBRUNwOHBmcnI2OWcrT254dHExYnFYR2o2Nnd1cDlSb2N2MTFhdDNxTmtubVUxZGYzYVM4MWZVQUpRMmhIUUJRcWdRNC9YdEpSc1JUZzduSzdtdFBEdW92R1VhRUVlcjNrTlcxQUNVTm9SMEFVTG9ZZnAwYk5XeWdaazJ1dDdxU1VxZDVWRk0xcUY5UGh0VFo2bHFBa29iUURnQW9OYXBlMDdTS3BOdnV2TDJ0MWFXVVduZTBiUzNKYUZXamZ2MUtWdGNDbENTRWRnQkFxUkVTYU54dkdQSy92YzNmckM2bDFMcWpYV3NaaHZ3REZYeWYxYlVBSlFtaEhRQlFhaGlHOGZjYTFhdnB1b2IxclM2bDFHcmM2RHBWcjFaVmZuN0d2VmJYQXBRa2hIWUFRS2xobW9xKzZZWVdNZ3dlQ0c0Vnd6QjBZNHZta3FFb3Eyc0JTaEpDT3dDZ1ZLaGRPeXJTTUZTai9yWFhXRjFLcVZlLzNqV1NqS3NxWEh0dFdhdHJBVW9LUWpzQW9GUndCNW1OSmFsZVBVSzcxZXBkODhlZlFVUkFjR09yYXdGS0NrSTdBS0JVOERQVVdKSjhmYVY5NDhhTjJyUnAweVdkSXlrcFNaMDcvL2txaWV2V3JWT3ZYcjB1Nm55SERoMVMvLzc5TDdqZjVYSXBNek96MEhWZXJQcjVINXo4Rk1DNm04QkZDckM2QUFBQWZNSHdVODJnd0VEOXBXYU5ZaHNqTnpkWERvZkRxKzNRb1VPYU5XdVdQdnJvSTRXRmhYbmEvZjM5RlJvYXFtM2J0bW51M0xtZTl1clZxK3Y1NTUrLzdMVnQyclJKQ3hjdVZPdldyZFdzV1ROUCs3eDU4MVM3ZG0xOTlORkhPblBtalBMeThtUVlocUtpb2hRVEUzUFo2NUNrcS81U1U0R0JBWEk0OHY1U0xBTUFWeUJDT3dDZ1ZEQk5sWTJJaUNqV20xQm56SmloSlV1V0tEUTAxS3M5TURCUWp6NzZxR2ZiN1hhcmV2WHFtamR2bnBLVGszWG16Qm4xNmROSHg0NGQwOEtGQzR1dHZ0RFFVQzFZc0VDMWE5ZVdKRzNkdWxXTEZpM1NpQkVqRkJvYXFxbFRwM3A5c0NndWZuNStDZzhMMSttODA4eHBCeTRTb1IwQVVGcVVEUTBOS2ZaQit2VHBvejU5K3Z4cG54TW5UbWpreUpHZTdZb1ZLNnBseTVaS1NrclN3b1VMTlhUb1VHM2J0czJ6MysxMkt6czdXMy83MjkvVXRtMWI5ZWpSUXc4OTlKQlh3SFk2blhJNEhQcmIzLzZ6Qm4xZVhwN2F0bTJybDE5K1djcGZ1YVZqeDQ1S1NFaVFKSDMyMldlS2lZbVJZUmdLQ1FueFNXQS9LelEwUkNtcFJvVFBCZ1JLT0VJN0FLQlVNS1NJc0xEUWkraFpkRGZjY0lNQ0F3TjE0c1NKUCsyWGs1T2orKysvWDZacEZyaC8yclJwWHR0SlNVa2FPWEtrRmk5ZUxFbmF1M2V2YXRhc3FkallXRStmZGV2V2FkYXNXWm8vZjc2bmJkR2lSVjdoUHk4dlQxRlJVZnI5OTkrMWV2VnE5ZTdkVzM1K2ZrcE5UUzN5ZXk2cXNOQlFtVEs0MGc1Y0pFSTdBS0NVTU1yKzk3U1Z5OG5sY21ucTFLa0Z0aDgrZkZpMWF0VTZiOS9kZDk4dFNVcExTOVBXclZ0MTlPaFJLVC9VTDF1MlRBODg4TUJsclRFakkwUHo1czNUbmoxN2xKNmVyZzgrK0VDU2RPKzk5MnJ0MnJYcTBLR0RUcHc0b2FwVnEwcVNsaTFiSm45Ly84dGF3MW1oWWFHU2FSTGFnWXRFYUFjQWxBcW1URk1YdUxKOU9majcrM3V1aE8vWXNVUDE2dFZUU0VpSWtwT1QxYjU5ZTgrK2d2ejIyMi82OE1NUGxaV1ZKVWtLQ0FqUS9QbnpWYmx5WmJWcDArYXkxVmkrZkhtTkhqMWFQWHYyVkVSRWhGcTNicTI3N3JwTG16WnRVcXRXcmZUS0s2K29iZHUyK3ZMTEx5L2JtQmRpaUFkY0FZVkJhQWNBbEFxR2pQU01qT0pieHZBczB6UTFlUEJnTFZxMFNDRWgvNWxEbjV5YzdOVXZMQ3pNczc5cDA2YWFQSG15a3BLU05HclVLQVVFQk9peHh4N1RqQmt6MUxwMTZ3TEhPWExraU5mODlUK2IwMzZ1ZWZQbXFWV3JWa3BJU05DaVJZdTBaODhlUlVkSEt6QXc4TEo5RHk1R1JtYUdaQ2pkcDRNQ0pSaWhIUUJRS3BpR21aNVJqR3VQbjNYbzBDR0ZoWVdwZXZYcW5qYTMyNjBCQXdaNDlldlpzNmU2ZHUxNndmUGNjODg5MnJKbGk5TFR6OCsxSVNFaGF0dTJyU1pObXVScEsyaE9lM3g4dlBidDIrZlozcnQzcnc0ZE9xUXhZOFpveDQ0ZGV2UE5ON1Z1M1RxbHBxWXFJc0szOTRSbVpHVEtFS0VkdUZpRWRnQkFLV0djeWN6TUt2WlJWcTllcmR6Y1hKMDVjOFlUaFAzOC9QNTBlb3hwbXNyTnpWVmVYcDZuTFNnb1NPUEhqNWNrblR4NTBxdi8xVmRmN1JYWUw2Uk5telplMDJ0cTFxeXBaNTk5Vms2blU1SlVwa3daM1g3NzdYcnR0ZGRVcDA2ZElyemJvc3ZJeUpScEV0cUJpOFVUVVFFQXBZS3A0ci9TbnBlWHAwV0xGcWxPblRwNi9mWFhML3E0Nzc3N1RoMDdkdFFUVHp4UnJQV0ZoNGVyZXZYcXFsYXRtc2FNR1NQbDF4d2ZINitvcUtoaUhmdGNwbWtxODQvNSsyZDhOaWhRd25HbEhRQlFLdmlaeGlHWHk2WGZmeitwS2xVcUY4c1lzMmZQVmtSRWhONSsrMjBOR2pSSXp6NzdyRHAxNmxSZzM3eThQUG41K1NrNE9GaC8vL3ZmRlJNVG95TkhqbWoyN05sUy9oejE3T3hzaFllSEt6RXgwV3QrZkZFRUJ3ZHIyN1p0NTlWejExMTNxVUtGQ3FwZnYvNGxuYjh3anAvNFhXNjNXNlpwSHZUWm9FQUpSMmdIQUpRS2JxZnJKNzlBZiszWjkzT3hoUGJqeDQvcm80OCswcHc1Y3hRY0hLeFpzMlpwM3J4NW1qNTl1c3FVS2FPYmJycEpwbW5LTUF5NVhDNUowdWVmZjY3YmJydE50OTEybTVRL2ZXWHMyTEZTL3ZLTWQ5NTVwMXd1bDRLRGcvWHNzODllVW4zTm1qWHpXdGRkK1ZlOGUvZnVyYUZEaDE3U3VRdHJ6OTQvNXRuN21jWk9udzRNQUFBQWU2dFVxVUZFN1liTjNHL1BubXNXbDZTa3BEL2Q3M2E3VGFmVGFicGNyb3MrcDl2dE50MXU5Mldvcm1EWjJkbkZkdTRMbWZuT3UyYnRoczFjTldxMEtONm5YUUZYRU9hMEF3QktoZVRrdldjay9iYjM1NlJpRytPYWE2NzUwLzJHWWNqZjMxOStmaGYvNDljd0RCbEc4YTFwSGh3Y1hHem52cERkKzM2V0RPUFhvMGUzRlArZHdjQVZndEFPQUNnOURHM2Q5TU1XbWNYNGtDWDhPZE0wOWYwUFcyU1kybXAxTFVCSlFtZ0hBSlFhcGx0ZkhEdCtYTHNTOTFoZFNxbTFjMWVpVHZ4K1VxWnBMcmU2RnFBa0liUURBRXFOUERON21Xbkt0ZUxiZUt0TEtiVldmcnRha3B6T1RHZnMvKzRONEN4Q093Q2cxRGk2YjEreXBPOVdyaUswVzJYbHF0VXlUWFBkNGNPN1RsdGRDMUNTRU5vQkFLV0w2VjY2ZDErU2Z0eTJ3K3BLU3AwZnQrM1F2cCtUWkVoTHJLNEZLR2tJN1FDQVVzVmg1c3czWldhKytmWnNxMHNwZGQ2Y09WdVNlY2FoM0krdHJnVW9hUWp0QUlCU0pYK0t6RnVyMTM2bm54SjNXMTFPcWJIanAxMWF2ZTQ3bVc3Tk9MSm56eW1yNndGS0drSTdBS0RVeWNuemU5MlVNdjgxNHgyclN5azEvalhqSFpreU14MW05dXRXMXdLVVJJUjJBRUNwY3p4cDYwbVo1cjlXcmxxdGIrUFhXRjNPRmUrYitEWDZkdlZheVRTbTUvK21BMEFoRmQ4ajFnQUFzTEhhdFdzSEt5VHlwNnFWSzEzejVlSlBWYkZpQmF0THVpS2RPbjFhOTl6M2dFNG1uMG95czFPYkhEaHdJTWZxbW9DU2lDdnRBSUJTNmNDQkF6bHVsL25vN3llVG5ZT0dERmRlWHA3VkpWMXhIQTZIQmowMVhDZVRUK1c1VFZkdkFqdFFkUDVXRndBQWdGWFNUcDA0V0s1Q2xWUEhUNXpva0xobnIrNitvNTM4L2ZuUmVEbms1dWJxOGFkSGFFUEM5M0taNXVNSDkremdZVXJBSmVCZkpnQkFxWloyNnNRUDVTcFdkUjM0N1dEYkg3ZnRVT3VXdHlra0pNVHFza3EwNUZPbk5PaXBZZnB1UTRKTTAvMlAzL2JzbUdaMVRVQkpSMmdIQUpSNmFhZE9ySTJzV0MzdDBPRWpkeXlPL2JkZnBRb1ZWTC9ldGZMell4WnBZVGlkTGkyTy9VSURueHFtcEYvMk8xMm0rZlJ2ZTNiODArcTZnQ3NCTjZJQ0FKQ3ZWc09vVy8wTWM0RmtYRldqZW5WMTczS2Y3cnlqclJyVXU5YnEwbXh0Nzc2ZjlmWEtWVnE0ZUttT0hqc3VTUWZkcHF2SGIzdDJiclM2TnVCS1FXZ0hBT0FjVmFzMkRRdUpWRi9ETVBySk1KcElVbGhvcUdwVXI2YXk1Y29xd09JNTc2WnBTcElNdzlvZjRVNlhTMmxwNlRwMjdMZ3lzN0xPRnJmVE5NMDVqak9CYzQ0ZTNaSmxhWUhBRlliUURnREFCZFNxMS9nNnc5Ky9sV0VhVFUzRHJHWVlLbWVhaHFXcHZXd1pJMHFTMG5QTmJWYldZUmlteXpTVlpwakdjZE13dDh2dFhudGczODQ5VnRZRUFBQUEyRUowZEhSOGRIUjB2TlYxQVBBdDdyQUJBQUFBYkk3UURnQUFBTmdjb1IwQUFBQ3dPVUk3QUFBQVlIT0VkZ0FBQU1EbUNPMEFBQUNBelJIYUFRQUFBSnNqdEFNQUFBQTJSMmdIQUFBQWJJN1FEZ0FBQU5nY29SMEFBQUN3T1VJN0FBQUFZSE9FZGdBQUFNRG1DTzBBQUFDQXpSSGFBUUFBQUpzanRBTUFBQUEyUjJnSEFBQUFiSTdRRGdBQUFOaWNZWFVCQUFEZ3dobzFhbFF0S0Npbzd6bE5aMSsvZTdiQjZYVE8rZW1ubjA3NHZqb0F2a0pvQndEQTN2eWlvNk9USlpXL3dQN1RXN2R1clN6SjdlTzZBUGdRMDJNQUFMQTN0NlF2RE9PUDYyeUdZZWpzYTBreVRmUGZCSGJneWtkb0J3REE1Z3pEV0hxQmRrbGE0dk9DQVBnYzAyTUFBTEMvd09iTm02ZWJwaGw4OWlxN2FacVNsTFYxNjlaSVNYbFdGd2lnZUhHbEhRQUErOHR6dTkxZktUK3M1d2QyR1lieEpZRWRLQjBJN1FBQWxBeWZuenVYUGYvMTUxWVdCTUIzQ08wQUFKUUF4NDRkVzJxYTVyazNuTHBPbno0ZGEyRkpBSHlJMEE0QVFBbHc0c1NKVEVrcnptbGFmdURBZ1J3TFN3TGdRNFIyQUFCS2p0aXpTejZhcGxuZ2lqSUFya3lFZGdBQVNvamMzRnhQVUhjNEhJUjJBQUFBd0k2aW82Ty9hOTY4K2JkVzF3SEF0d0tzTGdBQUFCVEtZa2tPcTRzQTRGczhYQWtBVUtyVWFSalYzNVI2V2wzSEpRaksvMitKRGU2RzlQR3ZlN2JOdHJvT29DVGhTanNBb0ZReHBaNWx5NGEzYnRTd2dkV2xsRXFKZS9ZcVBUMURrZ2p0UUNFUTJnRUFwVTZqaGczMHlidzVWcGRSS2ozNFNEOGxmTC9GNmpLQUVvZlZZd0FBQUFDYkk3UURBQUFBTmtkb0J3QUFBR3lPMEE0QUFBRFlIS0VkQUFBQXNEbENPd0FBQUdCemhIWUFBQURBNWdqdEFBQUFnTTBSMmdFQUFBQ2JJN1FEQUdCekdSa1pjcnZkVnBjQndFS0VkZ0FBQ3VudzRjUDY2cXV2Q24zY3M4OCtxeDkvL05HckxUVTFWUjA3ZGxSS1Nzb0ZqNXN3WVlKbXpwenAyVzdidHEyU2twSUtQVDZBa2l2QTZnSUFBQ2hwZ29LQ05IbnlaRVZIUjZ0YXRXcGFzV0tGRGg0OFdHRGZkdTNhcVU2ZE9wS2szYnQzcTNMbHlsNzdGeXhZb0J0dXVFSGx5NWZYMGFOSFZhTkdEYS85R1JrWit1Njc3N1Jnd1lJTDFyTjI3Vm8xYjk1YzRlSGhoWDR2SjA2YzBEMzMzSFBSL2YvMXIzL3AxbHR2TGZRNEFDNE5vUjBBZ0VJNGR1eVkwdFBUMWJOblR4MDZkRWdCQWYvNVVicHMyVEkxYXRSSTExNTdyV2Y3bW11dVVXQmdvQTRkT3FUazVHUWRQbnhZUjQ4ZVZZTUdEU1JKc2JHeGV2Lzk5eVZKNDhhTlU1Y3VYWFRISFhkNHpybG8wU0w5My8vOW4ycldyRmxnUFJzM2J0U29VYU0wWThZTU5XdldyTkR2cDJyVnF0cTBhWk1rNmV1dnY5YTMzMzZyeVpNbmUvYXZYTGxTSzFhczhMVDUrL3NYZWd3QWw0N1FEZ0JBSVh6OTlkZmFzbVdMSk9uVFR6OVY1ODZkTlhqd1lFblNoZzBiZE5kZGQ2bE5telpTZnFBT0NnclN6cDA3dFdqUklvV0hoMnZod29YNjZhZWZOR2JNR0sxYnQwN2R1blZUMWFwVkpVbERodzdWaUJFajFMSmxTd1VIQnlzek0xUHo1OC9YNDQ4L1htQXRlL2JzMGFoUm94UVRFMU9rd0g3VzJROGVmbjUrTWd6RDY0TklRVzBBZkkvL0F3RUFLSVErZmZxb1Q1OCtPbkhpaEI1KytHRjE3dHpaczgvaGNDZzRPTml6blplWHA2Q2dJTFZ2MzE0dWwwcy8vdmlqeG93Wm93RURCbWpUcGsxYXRHaVJicnp4UnExZHUxWVpHUm5LeXNwU1NrcUtGaTFhcEY2OWVtbk9uRGxLU1VtUllSam4xYkZqeHc1Tm16Wk5mZnIwS2RUMEZnQWxFNkVkQUlCQ01rMVQ0OGFOVTU4K2ZaU1ltS2oxNjllcmMrZk95c2pJVUZoWW1LZWZ3K0ZRVUZDUUpHbmZ2bjFxMkxDaGxEL0Zwbi8vL3FwZXZicHExYXFsU3BVcXFXTEZpb3FNakZSaVlxSkdqUnFscUtnb0xWbXlSSTBhTlNxd2hzbVRKeXNtSmtZZE8zYThwUGVTbTVzcmw4dmxxZGZ0ZGlzcks4dnJQWnpiNXVmbjUvWEJCSUJ2RU5vQkFDaWtHVE5tS0NFaFFZOCsrcWhHang3dG1lK2RscGFtc21YTGV2cWRHOW9URXhQVnZuMTduVGx6Umk2WFN6ZmVlS051dlBIRzg4N2R0R2xUelpzM1Q0c1dMZExRb1VPMVljTUd6NzVUcDA1cDh1VEpTa3RMMDZSSms5U3VYYnRMZmk4dnYveXlWcTFhSlVseXVWeHl1VnhlYytyL3U2MXUzYnI2OE1NUEwzbGNBSVZEYUFjQW9CQSsrT0FEclZ5NVVzSEJ3WHJtbVdmVXBrMGJOVzNhVkNrcEtjck16UFM2WWZUYzBKNlVsQ1MzMjYxTm16YXBSWXNXa3FTYmJycEpGU3BVOERyLzZkT245Zm5ubjZ0WHIxNEtEdy9YaGcwYlpKcW0zbm5uSFgzMDBVZTYvZmJiRlJvYXFscTFhbDJXOXpOKy9IaU5Iejlla3JSa3lSSjkvLzMzZXVXVlZ6ejc0K0xpRkJjWHB5bFRwbHlXOFFBVURldTBBd0JRQ05uWjJYcjc3YmRWcGt3WnpaMDdWN3QzNzlZNzc3eWpiZHUycVY2OWVnb01EUFQwemNuSlVaa3laU1JKa3laTjB0TlBQNjJaTTJkNnJsb0hCZ2JxNjYrLzl2bzZHOGJQWGI3Uk1BeUZoNGZyM1hmZjFRc3Z2T0ExaHZLRC9rc3Z2WFRKRDJCS1RrNCs3ME1FQUhzZ3RBTUFVQWdEQnc1VXRXclZKRWxYWDMyMVB2amdBOTEzMzMzNi9QUFAxYWxUSjYrKzU0YjJtMjY2U2IxNzk5YUJBd2QwL1BqeFFvL2JzMmRQejFLUy8rMzMzMy9YMnJWcjVlZjN4NDkxcDlPcEpVdVdLQ2NucDFCamJOMjZWZlhyMXk5MGJRQ0tINkVkQUlCTEVCb2FxbDI3ZHVuZ3dZTmVONFU2blU1bFoyY3JORFJVeXA4ZU0yL2VQSTBiTjA2elpzM1NpaFVyaWp4bW1USmxkT1RJRWM5MlFrS0MxM1Nadlh2M2F2YnMyWVc2WWZTNzc3N1RybDI3UE10VkFyQVg1clFEQUhBSmZ2NzVaNzM2NnF1YU5HbVN5cFFwbzhPSER5czhQRndKQ1FtcVVLR0N3c0xDdEdQSERnMFpNa1REaGcxVGh3NGRkUDMxMTZ0YXRXcHlPcDNuWFoyL21LdnduVHQzMXNpUkl4VVdGaWFYeXlXMzI2MXg0OFo1OW0vZnZ2Mml3N2RwbWxxOGVMR21USm1pY2VQR2VkMUlDOEErQ08wQUFCUlJibTZ1WG56eFJZMGJOMDdObWpXVDIrM1dRdzg5cEl5TURFVkdSbXJFaUJHU3BLQ2dJRDM1NUpPNjk5NTdKVW0xYTllVzhoOXFGQnNiNjNYT2J0MjYvYzl4Ky9mdnJ6NTkrc2poY01nd0RBVUhCM3V0NWI1dDJ6WTk4TUFERi9VZU5tellvSGZmZlZkdnZQRkdnYXZaQUFBQUFENVh1MkZVZkkvZWZjM0x4ZTEyWDdaeldTVTNOOWRuWS9YbzNkZXMzVEFxM3VxL0IwQkp3NXgyQUFBdVFVRlBLeTFwemk1TENjQytDTzBBQUFDQXpSSGFBUUN3eUh2dnZhZms1T1JDSGRPclZ5K3RXN2Z1b3ZxT0hqMWFtemR2dnVEK2pJeU1TMTdiSFlCdmNDTXFBQUErY3Z6NGNhK1FmT3pZTWIzeHhodDYvUEhIdmZwVnFGQ2hVTXMxbnV1eHh4NVQyN1p0ZGRkZGQzbmE5dTdkcTkyN2QrdVhYMzdSenAwN2xabVpLYmZicmREUVVJMGNPVkpObWpTNWhIY0Z3QmNJN1FBQStFajM3dDFWdDI1ZEJRUjQvL2g5OGNVWFBhLzM3OSt2VWFORzZmYmJieS95T0E2SFF3c1dMUEJzdi9IR0cyclhycDEyN2RxbG9VT0hxbW5UcHZMMzl5L3krUUg0SHFFZEFBQWZtanAxcWlJakl5KzRmOVNvVVo3WHc0WU4wNlpObTd4Q2ZsWldscDUvL25tdnRveU1EQzFkdWxSWFhYV1ZKT24yMjIvWHl5Ky9yQ3BWcXVpWFgzNVJYbDZldW5UcG91WExsNnQ4K2ZJRWRxQUVJclFEQU9CREw3endnZ0lEQXkrNFB6RXhVZTNhdGZOc3g4VEU2SjU3N3ZGczkrclZTd01IRGxUTGxpMDliWGZjY1lmWE9aS1RrelZzMkRETm1ERkRRVUZCR2o1OHVFNmRPblhaM3dzQTN5RzBBd0RnSTZacDZwRkhIbEZvYU9nRis2eFpzMFpWcTFhOXBISFdyVnVuUTRjT2FmMzY5Y3JOemRYMzMzL3ZlVUxxd0lFRGxadWJLOU0wRlI0ZXJoNDlldWpoaHgrK3BQRUFGRDlDT3dBQVBwS2JtNnVvcUtqejVyU2ZxMUdqUnBjOFRyZHUzYlJ4NDBZbEpDU29SbzBhR2pKa2lNcVhMNjhGQ3habzFxeFoyckJoZzdLeXN0U3ZYNzlMSGd1QWJ4RGFBUUR3QVlmRElVbHl1OTI2Kys2Ny83VHZqQmt6VkxkdVhVblNoQWtUOU5wcnIzbjJYV2hPKzdsU1VsTDB4UmRmcUdYTGxnb09EbGJmdm4wMWFkSWtPUnlPUDUyYUE4QytDTzBBQVBqQWtTTkhWTDE2ZFptbXFlenNiSzFaczZiQWZyMTY5VkplWHA0a3FWYXRXdXJXclp0dXVlVVdyLzMvUGFkOXlKQWhYazgxblRoeG9nWU5HcVM0dURpMWE5ZE9kOTU1cDhMQ3dwU2FtcXFJaUloaWZaOEFpZ2VoSFFBQUg5aTNiNTlxMTY1ZHFHT0dEaDE2VWYybVQ1L3V0ZDIvZjMrMWJObFNjWEZ4a3FUbzZHaWxwcVlxT3p0YlpjdVdMVlFOQU95QjBBNEFnQStzWHIxYXpaczM5OGxZOWV2WGx5UTkrZVNUbnBDK1lzVUtSVVZGK1dSOEFKY2ZvUjBBZ0dMMjY2Ky9hdFdxVlhyaWlTZWsvRG5vSFRwMEtMQnZjbkx5SlkxVnRXcFZEUjQ4Mkt1dGRldldpb3VMODFvREhrREpRbWdIQUtDWWhZU0VxRXVYTHZyTFgvNmkzTnhjaFllSDY4c3Z2eXl3YjY5ZXZTNXByRmRlZWVXOHRyVnIxeW94TVZHdFdyVzZwSE1EQUFBQVBsRzdZVlI4ajk1OXpkSW1PenZiNmhKTTB6VE5IcjM3bXJVYlJzVmIvZmNBS0duOHJDNEFBQUFVditEZ1lLdExBSEFKQ08wQUFBQ0F6UkhhQVFBQUFKc2p0QU1BQUFBMlIyZ0hBQUFBYkk3UURnQUFBTmdjb1IwQUFBQ3dPVUk3QUFBQVlIT0VkZ0FBQU1EbUNPMEFBQUNBelJIYUFRQUFBSnNMc0xvQUFBQjhMWEhQWGozNFNEK3J5eWlTbk93c1NWSndTS2pWcFJSSjRwNjlWcGNBbEVpRWRnQkFxV0xLL0hkNmVvWVN2dDlpZFNsRlVyYU1FU1ZKNmJubU5xdHJLVExEWEdaMUNRQUFBRUN4aVk2T2pvK09qbzYzdWc0QXZzV2NkZ0FBQU1EbUNPMEFBQUNBelJIYUFRQUFBSnNqdEFNQUFBQTJSMmdIQUFBQWJJN1FEZ0FBQU5nY29SMEFBQUN3T1VJN0FBQUFZSE9FZGdBQUFNRG1DTzBBQUFDQXpSSGFBUUFBQUpzanRBTUFBQUEyUjJnSEFBQUFiSTdRRGdBQUFOZ2NvUjBBQUFDd09VSTdBQUFBWUhPRWRnQUFBTURtQ08wQUFBQ0F6UkhhQVFBQUFKc2p0QU1BQUFBMlIyZ0hBQUFBYkk3UURnQUFBTmdjb1IwQUFBQ3dPVUk3QUFBQVlIT0VkZ0FBQU1EbUNPMEFBQUNBelJIYUFRQUFBSnNqdEFNQUFBQTJSMmdIQUFBQWJJN1FEZ0FBQU5nY29SMEFBQUN3T1VJN0FBQUFZSE1CVmhjQUFBQXVyRVdMRnVWY0xsZjBPVTJSa2hRVkZkWDZiSU8vdi8vV0xWdTJwRmxTSUFDZklMUURBR0JqS1NrcEtsZXVYSnhoR0VIbnRodUdFUzlKcG1rNlVsSlNxbGhXSUFDZllIb01BQUEydG4vLy9qUkozNWltS2RNMFBlM25iSCtUM3dmQUZZelFEZ0NBelJtR3NjZ3dqSUxhSmVseksyb0M0RnVFZGdBQWJDNDNOemRXa3JPQVhVNkh3N0hVZ3BJQStCaWhIUUFBbTl1MWE5ZHBTYXYrdTkwMHpmajhmUUN1Y0lSMkFBQktBSmZMOWJsaEdKNjU3SVpoeURBTXBzWUFwUVNoSFFDQUVzRFB6MitKSk5jNVRTNm4wN25Fd3BJQStCQ2hIUUNBRW1EcjFxMG5KYTA1dTIyYTVuYzdkdXo0M2RxcUFQZ0tvUjBBZ0JMQzdYWi9uajh0UnF3YUE1UXVoSFlBQUVvSWg4T3gyTXhIYUFjQUFBQnNxbm56NWp1am82TjNXVjBIQU44S3NMb0FBQUJ3OGR4dTk3dUdZZkNiY3FDVU9mL3hhZ0FBWE1IcU5JenFiMG85cmE2ajZNeGd5VEFsNVZwZFNWRVowc2UvN3RrMjIrbzZnSktFSyswQWdGTEZsSHFXTFJ2ZXVsSERCbGFYVWlvbDd0bXI5UFFNU1NLMEE0VkFhQWNBbERxTkdqYlFKL1BtV0YxR3FmVGdJLzJVOFAwV3E4c0FTaHpteEFFQUFBQTJSMmdIQUFBQWJJN1FEZ0FBQU5nY29SMEFBQUN3T1VJN0FBQUFZSE9FZGdBQUFNRG1DTzBBQUFDQXpSSGFBUUFBQUpzanRBTUFBQUEyUjJnSEFBQUFiSTdRRGdBQUFOZ2NvUjBBQUFDd09VSTdBQUFBWUhPRWRnQUFBTURtQ08wQUFBQ0F6UkhhQVFBQUFKc2p0QU1BQUFBMlIyZ0hBQUFBYkk3UURnQUFBTmdjb1IwQWdDTEt6TXpVekpremxaZVhWK0QrRzIrOFVVZVBIaTNTdWR1MmJhdms1T1JMckJEQWxTTEE2Z0lBQUNpcEFnTUR0V25USmgwOGVGQVRKMDZVWVJqLzg1aU1qQXpGeE1SNHRVMllNRUhoNGVGL2V0eUNCUXMwZWZKa3I3WVBQL3hRalJvMWtpUWRPSEJBTDcvOHNuNzY2U2RWcmx4WlR6MzFsTzY4ODg0aXZTOEE5c09WZGdBQWlpZ29LRWl2di82Nk5tL2VyTFZyMTE3VU1VNm5VMXUzYmxYWHJsM1Z0V3RYYmQyNlZVNm44MzhlbDU2ZXJydnZ2bHVyVjYvMmZEVm8wRUNTbEplWHB5RkRocWhwMDZaYXZYcTFCZzhlck5HalIydi8vdjJYL0I0QjJBTlgyZ0VBdUFTVktsWFN4eDkvck1xVksxLzBNUUVCQVdyWnNxWG45ZHk1YzdWMDZWS3ZQaGtaR2VyY3ViTXFWcXlvSlV1V0tDMHRUUlVxVkZCRVJNUjU1MXU3ZHEweU16UDErT09QS3lBZ1FQZmNjNDhXTGx5b0w3LzhVazg5OWRSbGVKY0FyRVpvQndDZ2lINzY2U2RsWm1aSytlSDk1TW1UU2tsSjhlcXpmLzkrblRselJwTGs3Kyt2U3BVcW5YZWVQbjM2NkptT0RTRXZBQUFnQUVsRVFWUm5udkZxYTl1MnJUNzc3RE5QLy9UMGRGMTk5ZFVGMXJGejUwNDFidHhZQVFILytiSGV1SEZqN2QyN1Y1STBldlJvdVZ3dUJRUUVhUHYyN1RKTlUvLzR4ei8wODg4L2Evbnk1VHAxNnBUdXZQTk9qUmd4UXBKMDh1Ukp2ZkxLSzlxeVpZdmNicmNlZWVRUjlldlg3eEsvV3dBdUJhRWRBSUFpV3JObWpRNGZQcXdWSzFabzA2Wk5pbytQVjN4OHZHZS8yKzNXZSsrOXA2Q2dJRWxTZUhpNEowQnYzYnBWa3VSeXVTUkpTNWN1VmV2V3JSVVpHVm5nV09ucDZmcmdndyswZE9sU1hYWFZWZXJldmJ2YXRHa2o1WWZzQ2hVcWVQVXZYNzY4dG0zYjV0bGV0MjZkUHZyb0k5V3FWVXVUSjAvV3M4OCtxM3Z2dlZjTEZpelF3WU1IMWExYk43VnUzVm8zM25pai92blBmOHJ0ZGlzMk5sYVNkT1RJa2N2K3ZRTlFPSVIyQUFDSzZJa25ucEFrclZpeFFwTFV2WHQzZGUvZTNiUC94aHR2MU1zdnY2d2FOV3A0MmxKVFU1V1RrNk1QUC94UWtwU1RreU5KMnJKbGk1S1NrdlRzczg4V09OYW9VYU1rU2RuWjJmcm1tMjgwWXNRSVRaOCtYYmZlZXF2Y2J2ZDUvZDF1dDllTnNUZmZmTE5xMWFvbFNXclhycDBXTEZpZ1J4OTlWSkowOWRWWHExYXRXa3BLU3RLTk45NG93ekIwK3ZScFpXWm1xbWJObWhmOElBSEFkN2dSRlFBQUh3c0xDOU9VS1ZNMFpjb1VoWVdGU1pMNjkrK3Z4WXNYNjhTSkV3VWVVNjFhTlZXclZrMTE2dFJSLy83OTFiSmxTMzM3N2JlU3BITGx5aWsxTmRXcmYycHFxaXBXck9qWkxsdTJyT2QxY0hDd0pIbUY4WkNRRU04SGlPZWVlMDUxNjlaVjE2NWROV3pZTUIwNmRPaXl2bjhBaFVkb0J3REFCcTYrK21wMTc5NWRwMCtmdnFqK2htRjRwdDAwYk5oUU8zZnU5THJpdm4zN2RqVnQyclJJdFVSR1JtcnMyTEZhdm55NUFnSUNMbmoxSDREdkVOb0JBTGhNenB3NW85MjdkMTlVMzl6Y1hPWG01bnExRFIwNlZOZGRkMTJCL1dOalkzWDgrSEdscGFWcDRjS0ZXcjkrdmU2NTV4NHBmN3FMMiszV3pKa3psWjZlcnM4Ly8xd0hEeDdVdmZmZVc2VDM4ZTIzMytyMDZkTXFWNjZjcnIzMjJnS24zd0R3TGVhMEF3QndDVXpUbENTdFdyVktVNlpNMGVPUFAzN0I0SDFXV2xxYU9uYnM2SGw5TWRhdlg2L1hYMzlkcG1ucTJtdXYxUnR2dktFbVRacElraUlpSXZUR0cyOW80c1NKK3VDREQxUzNibDFObno3ZGEzcE1ZV3pac2tYanhvMlQyKzFXZ3dZTk5INzgrQ0tkQndBQUFDaVMyZzJqNG52MDdtdGVMbnYyN0RHYk4yOXVkdXJVeWZ6eHh4Kzk5dDF3d3czbWtTTkh2TnJTMHRMTUJ4NTR3TFA5OU5OUG0yZk9uREZOMHpSVFVsSk1wOU5wSGp4NDBMemhoaHZNakl5TXkxYW5YZlRvM2RlczNUQXEvaUwrcUFDY2d5dnRBQUJjZ3NqSVNEMzAwRU42L1BISFBUZDQvcG15WmN2cTAwOC85V3hQblRyVjgzcnc0TUhhdDIrZi9QMzkxYkZqUjg5TnFnQkFhQWNBNEJKVXJWcFZ3NFlOSzNEZkR6LzhVS2h6ZmZMSko1N3BOdWN1MXdnQWhIWUFBR3lFc0E2Z0lLd2VBd0FBQU5nY29SMEFBQUN3T1VJN0FBQUFZSE9FZGdBQUFNRG1DTzBBQUFDQXpSSGFBUUFBQUpzanRBTUFBQUEyUjJnSEFBQUFiSTdRRGdBQUFOZ2NvUjBBQUFDd09VSTdBQUFBWUhPRWRnQUFBTURtQ08wQUFBQ0F6UkhhQVFBQUFKc2p0QU1BQUFBMlIyZ0hBQUFBYkk3UURnQUFBTmhjZ05VRkFBRGdhNGw3OXVyQlIvcFpYVWFSNURseUpVbUJRV1dzTHFWSUV2ZnN0Ym9Fb0VRaXRBTUFTaFZUNXIvVDB6T1U4UDBXcTBzcGtySmxqQ2hKU3M4MXQxbGRTNUVaNWpLclN3QUFBQUNLVFhSMGRIeDBkSFM4MVhVQThDM210QU1BQUFBMlIyZ0hBQUFBYkk3UURnQUFBTmdjb1IwQUFBQ3dPVUk3QUFBQVlIT0VkZ0FBQU1EbUNPMEFBQUNBelJIYUFRQUFBSnNqdEFNQUFBQTJSMmdIQUFBQWJJN1FEZ0FBQU5nY29SMEFBQUN3T1VJN0FBQUFZSE9FZGdBQUFNRG1DTzBBQUFDQXpSSGFBUUFBQUpzanRBTUFBQUEyUjJnSEFBQUFiSTdRRGdBQUFOZ2NvUjBBQUFDd09VSTdBQUFBWUhPRWRnQUFBTURtQ08wQUFBQ0F6UkhhQVFBQUFKc2p0QU1BQUFBMlIyZ0hBQUFBYkk3UURnQUFBTmdjb1IwQUFBQ3dPY1BxQWdBQXdJVTFhZEtrYmtCQXdEL09hYm9uLzcvTHp6WTRuYzZKTzNmdTNPLzc2Z0Q0Q3FFZEFBQjc4NCtPamo1cEdFYjVnbmFhcG5sNjY5YXRWU1M1ZkY4YUFGOWhlZ3dBQVBibU1nd2oxalJORmZRbGFTbUJIYmp5RWRvQkFMQy94WWJ4eHkvSERjUFF1YTlOMC96YzR0b0ErQUNoSFFBQW04dkp5WW1UbFAzZjdhWnBaamdjam0rc3FRcUFMeEhhQVFDd3VjVEVSSWVrZit1UG9INTJXb3drTGN2ZkIrQUtSMmdIQUtCazhFeVJVZjdVR0VtTHJTd0lnTzhRMmdFQUtBRisvLzMzWmFacDVwM2ROazB6TnlVbDVVdHJxd0xnSzRSMkFBQktnTU9IRDJjYmh2RzEvbk9WL2NzREJ3N2tXRjBYQU44Z3RBTUFVRUs0M1c3UEZCblROSmthQTVRaWhIWUFBRXFJMU5UVXBhWnB1aVc1SEE1SHJOWDFBUEFkUWpzQUFDWEVnUU1IVWlYOTZIYTdOeWNtSm1aWVhROEEzd213dWdBQUFIRHgzRzczYkQ4L1A1NkFDcFF5eGtYMEFRRGdpbEduWVZSL1UrcHBkUjFGWlpwbW9DVFRNQXluMWJVVWxTRjkvT3VlYmJPdHJnTW9TYmpTRGdBb1ZVeXBaOW15NGEwYk5XeGdkU21sVXVLZXZVcFB6NUFrUWp0UUNJUjJBRUNwMDZoaEEzMHliNDdWWlpSS0R6N1NUd25mYjdHNkRLREU0VVpVQUFBQXdPWUk3UUFBQUlETkVkb0JBQ2lreFlzWDY0Y2ZmdkJzbnpselJuLzk2MTg5MjlPblQ5ZWNPUmVlZnJOa3lSSWRQbnk0U0dQMzZ0Vkw2OWF0dTZpK28wZVAxdWJObXkrNFB5TWpRMjYzdTBoMUFQQXQ1clFEQUZCSTExeHpqV0ppWXZUSko1OG9JaUtpME1mNysvdHIwS0JCK3ZEREQxVytmUG5MV3R0amp6Mm10bTNiNnE2Nzd2SzA3ZDI3Vjd0Mzc5WXZ2L3lpblR0M0tqTXpVMjYzVzZHaG9SbzVjcVNhTkdtaW1KZ1lmZmZkZHdXZU15Y25SMDZuVTF1Mk1CY2RzQXFoSFFDQVFtcldySmxhdFdxbGhRc1h5alJOSlNRa3lPRndhTkNnUVpLa1E0Y09LU0FnUUpzM2I5WmpqejJtbTI2NnlldjRlKys5VjRjUEg5WnJyNzJtVjE5OTliTFg1M0E0dEdEQkFzLzJHMis4b1hidDJtblhybDBhT25Tb21qWnRLbjkvZjY5akpreVljTjU1c3JLeU5IZnVYTVhGeFduQWdBR1h2VTRBRjQvUURnQkFFUXdaTWtSQlFVRTZjZUtFbWpkdnJpZWZmRkxQUFBPTUpHbkJnZ1VLRGc3V2ZmZmRwK3JWcXhkNGZJY09IZFM1YzJkMTY5Wk5MVnEwS0xEUHNHSER0R25USmdVRS9PZkhkVlpXbHA1Ly9ubXZ0b3lNREMxZHVsUlhYWFdWSk9uMjIyL1h5eSsvckNwVnF1aVhYMzVSWGw2ZXVuVHBvdVhMbDZ0OCtmTG5CZmFrcENSVnIxNWQrL2Z2VjVNbVRTUkphOWFzMGV1dnY2Njc3NzViOCtmUFYxNWVuZzRjT0tDS0ZTc1c2YmNMQUM0Tm9SMEFnRUk0ZVBDZ05tN2NLT1VINytyVnF5c3NMRXlHWWFoQmd6L1dmaTlmdnJ4Q1EwTTkyd1dKajQ5WGhRb1ZOSFBtekQrZC94NFRFNk43N3JuSHM5MnJWeThOSERoUUxWdTI5TFRkY2NjZFhzY2tKeWRyMkxCaG1qRmpob0tDZ2pSOCtIQ2RPblhxZ21PTUhUdFdBd2NPMU15Wk05V3NXVE05ODh3eldybHlwUVlQSHF6bXpadnJxYWVlVXFOR2pYVG8wQ0YxNzk3ZGEyd0F2a0ZvQndDZ0VESXlNcFNVbEtTVksxZnExbHR2VlhoNHVOeHV0L3o4Q3JlMnc4cVZLL1hjYzgvcHJiZmUwdWJObTNYRERUZGN0aHJYclZ1blE0Y09hZjM2OWNyTnpkWDMzMyt2Tm0zYVNKSUdEaHlvM054Y21hYXA4UEJ3OWVqUlE1SVVHUm1wOTk1N1R4TW5UbFJzYkt3a0tUQXdVREV4TVdyZnZyMTY5T2loSjU5ODhyTFZDS0J3Q08wQUFCUkNvMGFOMUtoUkkyM2J0azBIRGh6UVk0ODlKdE0wbFptWjZibmluWldWSmNNdzlPbW5uNnBtelpwNi8vMzN2YzZ4Y2VOR0hUOStYSzFidDFaT1RvNW16cHlwZDk5OTk3TFYySzFiTjIzY3VGRUpDUW1xVWFPR2hnd1pvdkxseTJ2QmdnV2FOV3VXTm16WW9LeXNMUFhyMTArU0ZCY1hKMGtLRGc3V3NHSER0R0xGQ2lsL1Zaejc3NzlmSFRwMHVHeTFBU2dhUWpzQUFFVlV1M1p0clZ5NVVxdFdyZEpubjMybXQ5OStXOHBmOGpFME5OUVRpczlsbXFhbVQ1K3VQbjM2S0NBZ1FPM2J0OWVjT1hNVUZ4Zm50ZUxMV1JNbVROQnJyNzNtMmI3UW5QWnpwYVNrNklzdnZsRExsaTBWSEJ5c3ZuMzdhdEtrU1hJNEhBb01EQ3p3dlRnY0RuMzAwVWY2NktPUDFMbHpaN25kYnVYazVHakZpaFZhdkhpeFJvMGFkVW5mS3dDWGh0QU9BTUFsV3Jod29XNi8vZmFMNnZ2dXUrOHFKeWZITXkzRjM5OWZ6ei8vdkVhUEhxMFdMVnFvVXFWS25yNjFhdFZTdDI3ZGRNc3R0M2phQ3ByVGZ2YW0yTE1tVHB5b1FZTUdLUzR1VHUzYXRkT2RkOTZwc0xBd3BhYW1YdkFtMHRqWVdMbmRicjMvL3Z1cVVxV0tZbUppVkxWcVZjMmNPVk9mZi82NVhucnBKWVdGaFJYcCt3UGcwdkZ3SlFBQWlpQXZMMCttYVdyS2xDazZjK2FNT25YcTlEK1ArZmJiYnpWMzdseE5tRERCNjByNXpUZmZySll0VzJyNDhPSEt6czcydEE4ZE90UXJzRi9JOU9uVFZiVnFWYzkyLy83OXZVSjlkSFMwUWtKQ2xKMmRyYkpseXhaNGptN2R1dW5sbDEvV2loVXJOSHYyYkczYXRFblZxMWVYWVJqcTJyV3I1cytmZjhHcjlBQ0tINkVkQUlCQyt1cXJyNVNUazZPTkd6ZXFjZVBHZXV1dHQ3d0NiZVBHamM5Yk9lYlRUejlWVEV5TVhucnBKVFZxMU9pOGN6NzMzSE15REVQOSsvZlhvVU9ITHFtKyt2WHJTNUtlZlBKSnoxZ3JWcXhRVkZUVS96eTJhdFdxQ2c4UDEvang0d3VzRTRBMW1CNERBRUFobkRwMVNtKy8vYmJlZi85OVBmbmtreG94WW9US2xTdm4xYWR0MjdaZTI5OTg4NDNlZlBOTlRaNDgrWUxMSlFZSEIrdU5OOTdReUpFajljSUxMMmp1M0xreURLUFE5Vld0V2xXREJ3LzJhbXZkdXJYaTR1TCtkRjc2NE1HRHoxdS8vYjlsWjJlcmUvZnVoYTRKd0tVanRBTUFVQWo3OXUxVHQyN2RWSzFhTlUyYU5Fa1RKMDdVNk5HakZSZ1lxSUNBQVBuNys4dmxjc25oY0NndkwwL1hYSE9OWnMyYXBZWU5HK292Zi9uTG41NDdNakpTTTJmTzFKa3paNG9VMkNYcGxWZGVPYTl0N2RxMVNreE1WS3RXclFvOFp2NzgrUmQxYnBaOEJLeFR0SDhSQUFBb29XbzNqSXEvK2FZV3JUK1pkK0VIR3YwdlRxZlRhMDY2SkxsY0x1WGw1Y25wZEhyYURNTlFZR0NnMTAyaVZzbkp5VkZ3Y0xEVlplakJSL29wNGZzdHF3L3MyZGJHNmxxQWtvUXI3UUFBRk5KL0IzYmxyd0x6djZhWFdNa09nUjFBMFhFaktnQUFBR0J6aEhZQUFDNGpoOE1oMHpTdExrUEtyd1hBbFlIUURnQkFJVGlkVHNYSHgwdjVUeXVOaTR0VFhsNmV2dnJxSzBuU3RHblROR1BHREovVWtwT1RvOU9uVDNzdEVabWNuQ3kzMnkxSnV2LysrNVdWbGVYWnQzUG5UajMyMkdQbm5lZnc0Y09lK2dIWUUzUGFBUUFvcEZtelpubk5hNTgrZmJvY0RvZmF0Mit2VFpzMmFmanc0WmRsbkRWcjFtajY5T2t5VGRPem1zelpoeStGaElRb09Ealk4OS9Ka3ljckpDUkVNMmZPbE1QaDBFc3Z2WFRSNHdRRkJXbnk1TW1Lam81V3RXclZ0R0xGQ2gwOGVMREF2dTNhdFZPZE9uVXV5L3NEY1BFSTdRQUFGRUpBUUlER2pCbWpNMmZPU0pKTTA1Uy92NytHRHgrdWt5ZFA2dGRmZjFWU1VwS09IRG5pT2FaTGx5NkZYc0l4S3l0TGtaR1JldUdGRjd4dWNGMnlaSW5LbFN0MzNscndTVWxKcWxldm5wNTc3ams5L2ZUVDJyNTl1NVQvSUtqMzNudFB5bitLYTNwNnVqcDA2T0E1YnVMRWlRb09EbGJQbmoxMTZOQWhydzhqeTVZdFU2TkdqWFR0dGRkNnRxKzU1aHBDTzJBQlFqc0FBSVh3OGNjZmE5R2lSVkwrZzViV3JsMnJzTEF3SFRseVJEVnIxbFQ5K3ZXVm5wNnU5UFIwTFZpd1FPM2J0L2U2VW42eE1qTXo5ZU9QUDU3WGZ2VG9VYVdscFduejVzM243YnZxcXFzVUdSbXBBUU1HYVA3OCtmcjk5OS9Wdm4xN2RlblNSY3FmSGpOMTZsUlBpSmVrdVhQbmFzdVdMVkwrVTFzN2QrN3NlVGpUaGcwYmROZGRkNmxObXo5V1o5eTRjYU10bHE4RVNpTkNPd0FBaGRDelowOTE2ZEpGMDZaTjAvTGx5OVdnUVFNTkdqUklsU3RYVnFkT25YVExMYmZvaVNlZWtHbWErdkRERHpWa3lCRDUrUlgrRnJMS2xTdXJUNTgrR2o5K3ZOZFYreU5Iamlnb0tFaVptWm1ldG5yMTZtbjQ4T0hLeWNsUjM3NTlkZWJNR1EwZlBseTdkKytXSlBYcjEwOTVlWG5LeXNyUzhlUEg5Y2dqajBpU29xS2k5TXd6ejZoUG56NDZjZUtFSG43NFlYWHUzTmx6WG9mRDRiVlVaRjVlSHFFZHNBaWhIUUNBUW9pUGo5ZU1HVFBVclZzMzNYSEhIYXBSbzRaZWYvMTFYWC85OWVyWXNhTVNFaElrU2IvOTlwc2lJeU1WSGg1K1NlUHQyTEZENzczM25pSWlJcVQ4K2ZRVksxWlUxNjVkcGZ3cjc2TkhqNWJ5MTJKLzdMSEhkUFBOTjh2ZjMxOTE2OWFWbjUrZnlwY3ZyNkZEaDU2M1ZudVpNbVdrL0NrKzQ4YU5VNTgrZlpTWW1LajE2OWVyYytmT3lzaklVRmhZbUtlL3crRWd0QU1XSWJRREFGQUlaY3FVMFQvLytVOGRPWEpFcDArZjF2MzMzNjlldlhvcE56ZFg0ZUhoNnRpeG80NGRPNmJObXpjck9qcjZzb3c1WnN3WXoxenovZnYzcTB5Wk10cTBhWk9VdjRMTXVmNzYxNzk2WHYvclgvK1NKUG41K1duYnRtM3EyTEZqZ2VlZk1XT0dFaElTOU9pamoycjA2TkdhUEhteUpDa3RMVTFseTViMTlDTzBBOVlodEFNQVVBZ0hEaHpRa2lWTGxKaVlxSExseXVtWFgzNlJKTjE3NzcxcTJiS2xicnZ0Tm4zMjJXZmF1bldyZXZic2VWbkdIRGR1M0VWZGFkK3hZNGRHamh6cGRXeGVYcDVTVTFPMWVmTm12Zm5tbStlZHUzMzc5b3FQajFkd2NMQ2VlZVladFduVFJrMmJObFZLU29veU16TlZzMlpOVDE5Q08yQWRRanNBQUlYUXJsMDdIVGx5Uk1IQndaNjU0VEV4TVFvSkNaRWtQZlRRUStyUm80Y2lJeVBWdW5Ycnl6TG1zR0hEUEN2SW5KM1QvczAzMzBqLzlRQ2xwazJiNnV1dnYvWnNIenQyVENOSGpsU0xGaTBVR2hxcXNXUEhTcEkyYmRxa3paczM2NGtubnRDc1diUDA5dHR2cTJmUG5wbzFhNVpHalJxbGQ5NTVSL1hxMVZPOWV2VVVHQmpvT1Y5T1RvNW5TZzBBM3lLMEF3QlFDRldyVnBYYjdkYkJnd2YxNjYrLzZyZmZmbE90V3JWMHd3MDNTSkxjYnJmOC9mMVZwVXFWODFhTWNUcWQrdmUvLzYzMjdkdWZONys4SUVlUEhsVzNidDI4Z3ZPYU5Xc1VFUkdoNXMyYlMvbnowWjFPcDVLVGsxV3BVaVVwUDF4Lzl0bG5tanQzcmlaT25LaGJicmxGdzRZTjA2UkprN1J2M3o3bDV1YXFTNWN1TWsxVEF3Y085Sno3NnF1djFnY2ZmS0NNakF5Tkd6ZE9uVHAxOHFxSDBBNVloeWVpQWdCUVNNODk5NXllZXVvcGpSMDdWak5uemxUanhvMlZrNU9qMzM3N1RZTUhEMWEzYnQza2REbzFZc1FJWldSa2VJN2J1M2V2WnMrZWZWR0JYWklDQXdOVnVYSmxSVVpHZXI1Q1FrSVVFaExpMlM1ZnZyd3FWNjZzZ0lBQUpTY25hOXEwYWVyVXFaTU9IRGdnd3pCMHl5MjNTSktHREJtaVU2ZE9LVGs1V1lNSEQ5Wjk5OTFYNERLVW9hR2gyclZybHc0ZVBPZzFCOTdwZENvN08xdWhvYUdYNVhzSW9IQzQwZzRBUUNIRXg4ZHIrZkxsU2t4TTFJZ1JJOVNrU1JQTm5qMWJuMzMybWViTW1hUGV2WHVyWDc5K1NrMU4xVFBQUEtQdTNidHIwYUpGQ2drSjBmYnQyejFybnY4dlc3WnMwZFNwVTg5clAzbnlwQUlDQXBTWW1IamV2cGlZR1BuNStlbmRkOTlWcFVxVkZCY1hwMG1USm1uTm1qV0tqbzdXcTYrK3FtKysrVVpUcDA3VjJMRmoxYng1YzQwZE85YnJROFRQUC8rc1YxOTlWWk1tVFZLWk1tVjArUEJoaFllSEt5RWhRUlVxVlBCYVRRWUFBQUFvRnJVYlJzWDM2TjNYTEtwVnExYVo2OWF0TS9QeThyemF0MjNiWm03WXNNR3JMUzh2ejF5L2ZyMW5lOFNJRWVZUFAveFE1TEVMNDhTSkUrWkREejFrenA4LzN6eCsvUGg1KzMvOTlWZnorKysvOTJ5M2FkUEdURXRMTXg5ODhFRXpJU0hCTkUzVGRMbGNacXRXcmN6bXpadWJiZHUyTmIvNjZxdExycXRINzc1bTdZWlI4VmIvUFFBQUFJQ05YV3BvdjlLNTNlNWlQVCtoSFNnYTVyUURBQUNQZ3VhNUE3QWVvUjBBQUFDd09VSTdBQUEyTjJEQWdQT2VmSHJ6elRkYlZnOEEzMlAxR0FBQWJHelBuajJTcE1XTEYydm56cDJlZHFmVHFWR2pSbm0yQXdJQ05INzhlRXRxQkZEOENPMEFBTmpZVjE5OXBidnZ2bHMzM1hTVG9xS2lQTzJyVnEzU3d3OC83TmxtTGpwd1pTTzBBd0JnVTdtNXVmcnl5eS8xOGNjZnEwcVZLaG96Wm96Y2JyY2t5ZVZ5NmVPUFAvYjBIVE5taklXVkFpaHVoSFlBQUd3cU5qWldLU2twQ2dvS2t2SWY3RFJyMWl4SlVzK2VQVDM5aGd3WklxZlQ2ZWtINE1wRGFBY0F3SVl5TWpJMGYvNThsU3RYenRQbWREcjE0WWNmbnRjM0t5dkx4OVVCOERWQ093QUFOcFNZbUtqT25UdHIyYkpsbnJiQXdFQU5IRGp3dkw2Yk4yLzJjWFVBZkkzUURnQ0FEYlZvMFVMTm16ZjNDdTBPaDBOVHAwNDlyMjlHUm9hUHF3UGdhNFIyQUFCc3lOL2YvN3kyb0tBZy9lTWYveml2L2R4VlpBQmNtUWp0QUFDVUVMbTV1Um85ZXZSNTdXbHBhWmJVQThCM0NPMEFBSlFRd2NIQm1qSmx5bm50WGJ0MnRhUWVBTDVEYUFjQW9BU0ppSWc0cjQwSEt3RlhQa0k3QUFBMnQzMzdkazJaTWtXWm1abnExS25UZWZ0UG5UcWxIajE2YU1LRUNXclNwSWtsTlFJb1hvUjJBQUJzYlBIaXhaS2t2LzN0YjFhWEFzQkNmbFlYQUFBQUFPRFBFZG9CQUFBQW0yTjZEQUNnMUVuY3MxY1BQdExQNmpLS0pNK1JLMGtLRENwamRTbEZrcmhucjlVbEFDVVNvUjBBVUtxWU12K2RucDZoaE8rM1dGMUtrWlF0WTBSSlVucXV1YzNxV29yTU1KZGRSQzhBQUFDZ1pJcU9qbzZQam82T3Q3b09BTDdGbkhZQUFBREE1Z2p0QUFBQWdNMFIyZ0VBQUFDYkk3UURBQUFBTmtkb0J3QUFBR3lPMEE0QUFBRFlIS0VkQUFBQXNEbENPd0FBQUdCemhIWUFBQURBNWdqdEFBQUFnTTBSMmdFQUFBQ2JJN1FEQUFBQU5rZG9Cd0FBQUd5TzBBNEFBQURZSEtFZEFBQUFzRGxDT3dBQUFHQnpoSFlBQUFEQTVnanRBQUFBZ00wUjJnRUFBQUNiQ3lqdUFlbzBqT3B2U2oyTGV4eGNtQ0Y5L091ZWJiT3RyZ01BQUFCRlUreWgzWlI2bGkwYjNycFJ3d2JGUFJRS2tMaG5yOUxUTXlTSjBBNEFBRkJDRlh0b2w2UkdEUnZvazNsemZERVUvc3VEai9SVHd2ZGJyQzREQUFBQWw0QTU3UUFBQUlETkVkb0JBQUFBbS9QSjlCZ0FWeFp1TUxjZU41Z0RRT2xDYUFkUWFOeGdiaTF1TUFlQTBvZlFEcUJJdU1IY090eGdEZ0NsRDNQYUFRQUFBSnZqU2pzQUFEYldwRW1UdWdFQkFmODRwNm1CSkVWSFIzdCsxZVYwT2lmdTNMbHp2eVVGQXZBSnJyUURzRVJXVnBZNmRPaWdIMzc0d2VwU0FGdmJ1WFBuYjVJNkc0YlJOLytyZXY1WFg4TXcra3E2UDc4UGdDc1lWOW9CV09LdHQ5N1NxVk9uTkhiczJEL3QxN1JwVTczeXlpdjYrZWVmMWFOSEQ2OTlRNGNPVmUvZXZTVkptWm1aZXUyMTE3UnExU29GQlFXcFM1Y3Vldnp4eDJVWWhpUnA3ZHExbWpadG1vNGNPYUw2OWV2cmhSZGVVTDE2OVM3Yis5bStmYnZHakJralNYSTRIT3JhdGF0eWNuSzBlUEZpaFllSGUvVTlmdnk0bGkxYnBxcFZxMTYyOFhGRmN4bUdFV3VhNXFNWDJMOVVrc3ZITlFId01VSTdBSjlidkhpeEVoSVM5TzIzM3lvc0xPeWlqa2xQVDFlMWF0VzBZTUVDVDF1Wk1tVThyMTk1NVJXZE9uVktYM3p4aFU2Y09LRkJnd2FwZXZYcTZ0eTVzL2J2MzYvbm4zOWVFeVpNME0wMzM2eHAwNmJwNmFlZlZteHNyQUlDTHM4L2c4MmFOVk5zYkt3a2FjbVNKVHA2OUtna2FjQ0FBZXJldmJ0WDMyN2R1bDJXTVZHcUxEWU00MUhUTkQwZlJNKytkcnZkbjF0ZEhJRGlSMmd2Umk2WFM2WnBYclpRQUZ3SmZ2enhSODJhTlV0ang0N1ZBdzg4OEtkOVgzamhCZDE4ODgxU2ZtZ3ZWNjZjSWlJaXp1dVhrcEtpcjcvK1doOS8vTEVpSXlNVkdSbXBybDI3YXRteVplcmN1Yk1XTGx5b1cyNjVSVzNhdEpFa0RSa3lSRXVYTHRVUFAveWdXMjY1cFpqZTZSKysrKzQ3cGFhbWVyV2RQbjI2V01mRWxTY25KeWN1T0RnNFcxTEl1ZTJtYVdZNEhJNXZyS3NNZ0srVW1EbnRDeFlzMEd1dnZYYlIvVk5UVTdWNzkrNEM5NDBlUFZycjFxMDdyejArUGw0SkNRa0ZIak5uemh5OStPS0w1N1d2WHIxYWVYbDVpb3VMMDRRSkV5UkpjWEZ4eXNuSjBkcTFhelZnd0lDTHFuZmR1blhNN1VXcDBMUnBVNzMzM250eU9CeXFVNmVPWW1OajlmcnJyNnRwMDZiNjlOTlBGUnNicTlqWVdGV3BVa1dtYVhxT1MwdExVOW15WlFzODUwOC8vYVRnNEdDdjZTNk5HemZXdm4zN3BEL21CS3RaczJhZWZhR2hvYXBidDY3Mjd0MHI1ZitiTUdyVUtMM3d3Z3U2OTk1Ny81Kzk4dzZMNHZyKzhEdTdDMUpXc0d0RUFRMEtHQVFSSy9aZVkrOEZTelNLc1VSQjFGaXdCbXVDTFVvaVJyR0FtbUF2OFp0RW84WXVJQnBRZzRxQ0RaRWlSY3F5OC9zak1EODNvRkZFUVpuM2VYaGs3dHk1OTh3STdKbDd6L2tjUHYzMFU4NmNPWU9mbng4REJneWdYYnQyTEZ1MlRMbytPRGlZWWNPRzRlenNUTHQyN1RoejVnd0FMVnEwb0V1WExxeGV2UnFBVXFWS1lXbHBpYVdsSlNkUG5pUWpJd05MUzB2TXpjMVJLcFVGL214bFBsekN3c0l5Z1Axa3I3QS85N3V4TC91Y2pJek1CODU3c3dTczFXcFJLSFRmTWFLam83bDI3WnBPVzlXcVZiRzJ0aVlpSW9LWk0yZXlZOGNPVkNvVjhmSHhVcC9VMUZRZVAzNU1WRlNVMUZhK2ZIa0VRV0RxMUttc1c3Y09PenU3VjdMcnp6Ly9KQ1FrQkZ0Ylc4aDI0amR2M2t5clZxMDRkKzRjZGV2V2ZhVnhNakl5K082NzcvRDM5MytsL2pJeTd5c3FsUW96TXpPT0hEbUNsWlVWS3BVS2EydHJURTFOV2JGaWhmUnluSkdSZ1lHQmdYVGQwNmRQQ1FrSm9VT0hEbFNzV0pHMmJkc3lhTkFnVkNvVmp4OC9wa3laTWxMWUFFRHAwcVZKVDA4bkxTMk54NDhmVTdac1dSMDdTcGN1VFdKaW9uUjg4dVJKdG0zYmhvV0ZCY3VXTGNQZDNaMXUzYm9SRUJEQTNidDM2ZHUzTHkxYnRxUisvZnA0ZUhqUXQyOWYxcTlmejVNblQ5QnF0U1FuSjJOaVlzTCsvZnY1KysrL1NVNU94c0xDQXExV0M4RCsvZnVwVWFNR1RrNU9PRGs1NmR5YmpNd3JFaWdJUXI4Y2gxMFFCRVJSREN4c28yUmtaTjROUmQ1cGo0cUtZdm55NWR5N2Q0LzA5SFNpbzZNQmFOZXVIU2twS2V6YXRRdDdlM3NBYnQyNmhhMnRMZE9tVGFOZXZYbzBhZEtFWmN1VzBhNWRPNTA0MkZ1M2JuSC8vbjJPSGowcXRVMmNPSkdXTFZzeWVQQmd2THk4MkxwMXE0NEQ4Q0ltVFpyRTRjT0hwZVA3OSsremRPbFM5UFgxT1hmdUhQWHExZU9ubjM2U3pqZHYzcHg1OCtaeDgrWk5xUzArUHA2U0pVdWlVcWxvMkxBaGFyVWFQVDA5NmJ5bnArZGIzOEtYa1hsWFhMaHdBWDkvZjI3Y3VJR3hzVEYzNzk2VnpqMTc5b3dwVTZaQTl1LytkOTk5UjhtU0pmSHc4S0JidDI2MGJkc1dyVlpMYUdnb3k1WXQ0K25UcDR3ZlB4NnRWcXV6S2s5MmVGb08vM1Vlb0ZHalJsaFlXQURRcGswYkFnSUNHRDc4bjd3L2MzTnpMQ3dzaUlpSW9INzkrcENkVEpxVmxVV1ZLbFVBaUlpSW9HelpzcVNtcG1KbVpvYSt2ajRkT25TUXhyeDkremFQSGoxaTU4NmRKQ1ltWW1kbng3eDU4d3IwMmNwODJNVEV4S1lkWkE0QUFDQUFTVVJCVk93clg3NThKcURIUHl2dTZmSHg4UWNMMnk0WkdabDNRNUYzMnN1VUtjT2dRWVA0N2JmZlNFeE1wRmV2WGh3NmRJaW9xQ2pLbENsRC9mcjFtVFp0R2dBN2R1d2dNakpTdW5iaXhJbnMzYnVYbGkxYjBxUkpFMm5GYTk2OGViUnIxdzVuWjJmSVh2bkwyYW9lUFhvMC9mcjFleVdIUFRRMFZGSytTRWxKSVMwdGpiSmx5L0xUVHovaDZ1cEtmSHc4cFVxVjR0R2pSL3p4eHg5VXJGaVJSbzBhc1hidFdnQWlJeU94dExSazJMQmhmUFhWVjFoYld6Tnk1RWdtVDU1TXlaSWxzYlMwZkF0UFZFYW1jTEd5c21MRWlCRjRlSGd3Yk5nd3FsYXRTbFJVRkZGUlVkTHZKTmtoTC8zNzk2ZGl4WXFVS2xVS0F3TURTcFVxQlVDVktsV0lqNDluNTg2ZGpCOC9IbE5UVTUxVmM3SkQ1TlJxTlFZR0JpODhYNjVjT2VuNCtkQ2JuRlh3blBrQURBME5TVXRMQTJETm1qVjg4ODAzZE9yVWlXN2R1akZ1M0RpVVNpWFZxMWRuK2ZMbFhMNThtU0ZEaHFCV3E5bTRjU01BVTZaTW9VK2ZQamc3TzNQczJER09Iejlld0U5VzVrTW5PanI2V1lVS0ZZNklvdmhwOWlyN3djakl5TFRDdGt0R1J1YmRVT1NkZG1Oall4bzJiTWkxYTljb1diSWtEUnMySkRnNE9GZW96UE9Jb2toeWNqSktwWkpCZ3dZQk1HalFJUFQxOVZHcFZGSll6YVpObTRpTmphVm56NTcwNmROSGltODFNelBEMU5TVWlJZ0lhY3duVDU2UW1KZ285U0Y3OVMwd01KRGR1M2ZqNCtPRG1aa1pRNGNPcFdQSGpnd2NPQkNBTDc3NEFvQy8vdnFMdm4zN1NxdHk1ODZkdzlQVDg0WGhNTXVYTCtlamp6NWl4b3daTDcxWEdabjNqZEtsUzJOaVlrSmNYQnd0V3JUQTJOZ1lsVXJGaWhVcnFGbXpwcFFzcXRWcWNYQndvSHo1OG5tT0l3aUNwQjVqYTJ0TFNrb0tFUkVSV0ZsWlFmWkxkZTNhdGFYeklTRWhEQjQ4R0lEazVHUnUzNzR0N2RLOUx0Ylcxdmo0K0hEejVrMm1UWnVHS0lwNGVIaElrbzl6NTg3RjJOaVlwS1FrZXZYcUJmK3NraEllSG82aG9TR3BxYWswYk5nd1gzUExGRyswV20yZ1FxSDRsSDgrNitUUUdCbVpZa1NSZDlwemVQYnNHWWFHL3lUTloyVmxvYSt2LzhLK1Q1OCt4ZDNkbmJ0Mzd6SjI3Rmg2OXV3SndNcVZLeWxYcmh5elpzMmlRNGNPTkd2V2pPM2J0NU9hbXNyRGh3L1pzMmNQRVJFUnRHelprbUhEaHZIdHQ5OUtZejU0OElDMHREU2R0dWJObTNQOCtIR3FWS25DRjE5OHdmbno1emwvL2p3blRwekF6czZPNU9Sa0hqNThTS1ZLbFlpSWlLQmF0V3FRN2JEUG1UTUhiMjl2U3BjdW5lYzlMRnUyakMrKytBSlBUMC9telpzbk8rNHlIeFQzNzk5SHJWYWpVcWxJVDArbmV2WHFMRml3Z0NkUG5wQ2VuZzcvcUdXZ1VDalFhRFNvVkNxT0hUdUd1Yms1bFNwVklqUTBsQjkvL0pHaFE0ZEM5c3A3L2ZyMThmYjJadTdjdVVSSFJ4TVlHSWlYbHhjQVBYdjJ4TlhWbFdQSGp1SG82TWlxVmF1d3RiV1ZuUHJYUWFQUjhPdXZ2OUtpUlF2TXpNeW9WS2xTcnRDYlo4K2VZV3hzVFBueTVkbTJiUnNBVTZkT3BYZnYzalJxMUlqazVPUmMydTB5TXE5Q1FrTENudEtsUy9zS2dpQm1aR1RzTFd4N1pHUmszaDN2amRPZWxKUWt4WWJtZklpL0NGTlRVMzc0NFlkY2FqT2ZmLzQ1U3FXU21KZ1lnb09EV2JWcUZZbUppZlRyMXc4Ykd4dTh2THp3OGZGQm85R2dWcXRadjM2OWRPMkdEUnVJaW9yU2lVR05qSXlrV3JWcTFLaFJnNVVyVnpKMjdGak16TXhJU0VpZ1ZLbFN6Smt6aDRzWEwySm5aNGNvaWxTdFdoV0FJMGVPc0d6Wk1pbDVkY0NBQVZTb1VBR0FJVU9HVUxseVpRd05EVm0xYWhVTEZ5N2t5Wk1uTDF4dGxKRjVIMGxQVDBldFZ1Y3ArYmhod3dhMFdpM1BuajFqNU1pUmRPellFVmRYVjZLaW9saTRjQ0VwS1NtWW1aa3hjdVJJbldKTEN4Y3VaTjY4ZVhUdDJwV3laY3N5YWRJa0tkeW1idDI2VEo4K25TVkxscENZbUVpREJnMTAxR0JlbDRDQUFCWXNXSUMrdmo2TkdqWEMxZFZWNTN4T1V1cU9IVHVrdHB5UU80MUd3NUlsUzJqWnNpVWRPblRJdHcweXhaUEl5TWlFTW1YSy9BL0lDQXNMU3k1c2U0b1M0ci9mbmw4RDRWVmlZbVZrQ3BuM3htbC84dVNKdEpYOVgwNTdYclJwMDRiQmd3ZXpjZU5HL1B6OCtPeXp6K2pYcngrWEwxOG1JeU4vYWxrUEh6NGtNRENRQnc4ZThPVEpFN3k5dlNGYmFtN1lzR0UwYTlhTUxWdTJjUHYyYlZxM2JpMWQ1K25weVhmZmZjZlVxVk9KalkybFhMbHlPakgwbVptWkpDUWtjT3JVS1JZdlhwd3YyMlJraWpKV1ZsWlNJYUljTkJvTmdpQ2dWQ281ZnZ3NHExZXY1dWVmLzc5bWpJdUxpMVQ5TkMvS2xTc25TUzNtUmMrZVBhVmR0Myt6Y09GQ25lTmF0V3B4NmRJbG5iYk5temRMMzIvYXRDblhHRnF0bHRUVVZGUXFGWGZ2M3VYbXpadDRlbnFTbHBaR2VubzZ5Y25KQkFVRlViSmtTVXhNVFBEMTlhVmR1M2J5THByTWE1T1ZsUldvVUNqa0NxZ3lNc1dNOThacER3OFBaL1RvMFpDOVNxZW5weWNsbHI0S1BYdjJaT2JNbVpRcVZZbzJiZHB3K2ZKbDl1N2RTL2Z1M2VuVHAwKytiS3BWcXhaeGNYSDQrdnF5YXRVcUJFRmcyN1p0VXJKYTY5YXRXYlZxRlFFQkFmajUrZWxjTzI3Y09NYU5HNGVIaHdjV0ZoWlM3SHRxYWlvVEowNmtRWU1HVWppUWpFeHhJQ29xaXI1OSsxS2lSQW1Nakl5WU5XdFdZWnYwV29paVNMdDI3UURvM2JzM0xWdTJ4TnJhR2hNVEUweE1URkNyMVRvdjU4T0hEK2Y2OWV2U2pwdU16S3RnWldWVkl1R1oxazRRUk5IS3lxcEVSRVJFZW1IYkpDTWo4MjU0TDV6MkowK2VFQmNYSjhXRVoyUmtvS2VuSjhXK3ZvZ2NwMzdYcmwzNCt2b3lldlJvZXZmdUxjVzBPem82c25IalJnWU1HTUQyN2R0enhaaGV1SEJCa25mTEN4TVRFelFhRFFxRmduUG56bEcxYWxXdVhMbUNtNXNiWksrWW01aVlrSnljL01KUzdYUG16TUhWMVJXRlFrR3JWcTJZTTJjT0xWdTJmT1dpVERJeUh3clZxbFhqd29VTGFEUWFIY25UOXdXbFVzbnAwNmZodVZDWTU5Vm4vczIzMzM3N3dwd1dHWm04TUxkeXJKV2xFdjBWQXZZQUdrSGR3ckptN1FHUk42NWMrKytyWldSazNuZmVDNmY5NE1HRE5HL2VYTnBHVGt0TG8wU0pFcVNucDdOdjN6NSsvZlZYcWIxcjE2NlFIYnB5OXV4Wm5qMTd4dWpSbzJuVHBnMWx5cFFCd01MQ1FscjVtamh4SXFOSGo1Wld0VVZSSkNFaGdWbXpaaEVhR3NyZXZYdGZLdi9ZclZzM0dqVnF4T2VmZjA1VVZCUWRPblFnTFMwTlFSQndkM2VuVktsUzFLcFZpekZqeHJCeTVjcGNNbzVxdFJvUER3L0dqaDNMaGcwYjZOZXZYNjc0MkhlSm5aMmR2VXFsV2lzSXd0WGc0T0RDTTBTbVdDSUl3bnZwc09md09tR3hzc011OHpwWTFMUWZKU2pFVmFhbUpvWkxGdjBqTlR4dDVseUhoS2RQTDFsWTIwKzhjejNVdDdCdExFcDA3OTZkckt5c1BDc1BwNmFtMHF4Wk0wbnRTVWJtZmFISU8rMHBLU240Ky9zemYvNThMbDI2eE1jZmYweFlXQmo5Ky9mbjZkT25kT3ZXTFpkT3UxYXJaYzZjT1V5Yk5vMmRPM2Z5KysrL1M5S1BaR3V4UDgvellTZzNidHpneElrVERCdzRrSjA3ZDc3MFF6ZzhQSnpBd0VCT25UcEY1ODZkNmQyN04vNysvZ1FHQm5MdzRFR3FWNitPbDVjWCt2cjZMRm15aEVHREJyRmh3d1lxVnF4SWVIZzRRVUZCbkQ1OW1yUzBOTWFPSFV1VktsWFlzbVVMSFR0MnBFR0RCdGphMmxLMWFsVnNiR3plYWlLcW82TmpXMEVRRmdLMmdBbi83Rkw4L2RZbWxKRjVqMGxMUzVPcm1jcThNOHBZV1ptWUtJMDNDQXFoYjRONmRmbDI2U0krcWxRSmdOcWYyRExaWTZiUitZdEJHeXl0SFRvOHpVb1pGUmNSOGJTd2JTNHFMRm15Sk0rWDR4TW5UbkRqeG8xQ3NVbEc1azBvOGs3NzNyMTdzYmEycG43OStuVHAwb1dZbUJnYU5HaUFnNFBEQzMvcFVsSlNLRisrUE03T3p0amIyN04wNlZJNmRlb0V6NjJFaWFLSUtJcGtaV1dSbFpYRnQ5OStTNzE2OWFoVHB3NURoZ3loYnQyNi8ybWJVcW1rZHUzYVRKbzBTUXF0Y1hOekl5NHVqbEtsU3RHM2IxOXB2aGt6WnRDc1dUT3NyYTF4YzNNak9UbVordlhyNCtucHFSUFQycXBWSzZLam96bDkralFoSVNFY1BueVlwVXVYRnNpemZBN0J3Y0doaDBLaDhBQnNCRUVvOVh6U3ZTQUlDSUtRN3l4OEdabFhJU2twaWZQbno5T21UUnNhTldyRXFWT244a3d3SHp0MkxDNHVMamc3Ty9QZ3dRTjhmSHo0NnF1dmNzbSs5dXpaazZWTGwxS2pSZzJkZHExV3k0WU5HeGcwYUJCcXRaclkyRmc2ZE9qQXhZc1hYL3BTM3FSSkU0NGNPVUxKa2lXbHR2Mzc5M1A2OUdsSlN2SjVJaU1qV2I1OE9XdldyTWx6dkk0ZE8zTGt5SkZYZWpZeU1nQVdOclViQ3lpMks1Vkt5NG5qUHVlTE1hTlJLdjgvY2ZtalNwWFk5dVAzclByT2g3VSt2bjFOQk9QNkpXMXFEN3B6N2NxWlFqVzhpTEJtelpvODVhRWZQMzZNalkxTm9kZ2tJL01tRkhtbnZYZnYzclJ2M3g2eXcyU2VwMy8vL2k4OHpwRm1WS3ZWeko4L1gyclB5c3FTU3BybmZQRmNCY1FYcVZPTUdqVXFWMXZObWpXcFdiTm1ydll5WmNya0tXWFh0R2xUQUVsbDVrVlVxVktGZnYzNjVUbkdHNkJ3Y0hEb28xQW9oZ3VDVUI4b2wzUHZPZjltVjlqTGFaUGxyMlRlS24vODhRY25UcHlnVFpzMnVjNDlmUGlRYmR1MlNma2hPVlNvVUlHRWhBU21UcDNLaWhVcmRKeDhVUlR6M0FwWEtCUThmdnlZaVJNbnNuYnRXalFhRFVxbDhyVkNXWEp3ZG5abStmTGxlZXFzbnpwMWltclZxaEViRzh2eDQ4YzVmdnc0SlVxVXdOemNuUER3Y0JJU0VoZzdkaXhrRjEzTGowYThUTEZCWVdsalAwMFFGUE0vcWxSUjljMlNSVFNzNzVSblI2VlN5ZVFKNDNCdTFKREpIak10SHo1NmRNTFN4bjVPNUxYUXhVQ1JXM3h4ZEhTY0RZeDhGM09OR2pVS1UxUFRYTzJuVDUvV3FaNmViZGZ0Z3BwWEVJUnRRVUZCNzFjbXZjeDdRWkYzMmt1VUtDRlZQWHdkWGlRSnFWUXE4L3hnLzVCUkNLS2hvNlBqTVVFUW12T2NrODVMWW5BRlFSaFF0MjdkVHUvT3lpSkRwaUFJTnBjdVhVb3RiRU0rZFBidjMwOUVSQVFkTzNZa016TlR5a2V4czdOajdOaXhCQWNINTdwR3FWVGk1ZVhGeUpFak9YUG1ETTJhTlpQT3ZTaCtGV0Q2OU9tNHVibHg4dVJKcWxldmpwR1IwUXZ0U2tsSjRkbXpad0RFeGNVUkhoNnVvK2x1WUdEQWlCRWpwT1BKa3lmajdPek0wYU5IU1V4TTVNU0pFeXhkdXBUS2xTdno0NDgvTW1uU0pNaGVhVisvZmoxTGxpd2hJU0VoWDg5TTVzT25xclYxWlpYQ3dBK0VObTFidDJUcG9ybVV5c1B4L0RjTjZ6dHhhTThPUEdiT1ZmMzYrL0d2cTluV2FhMGwzZVZPZVBpRGQyTDRxOU5hRUFRRDRHMXNPdzEvL3VESEgzL01jNlU5SmlZbTE0S2JJQWpIQzhJQVVSVGJBVzBBMldtWEtYQ0t2Tk11OCtab1JlRlpjSEJ3cTlxMWF6ZFhLQlREQkVGb3FWQW9xaisvMDBCdUJ6NVNGTVhmQ3NQZXdrUVFoUEVaR1JrbEFObHBmNHVFaElRUUd4dkwwYU5IVVNxVk5HclVpQU1IRGtndjJ4RVJFUys4MXREUUVEOC92MXdKcTJscGFYbldYTGh3NFFKYXJaYisvZnVqVUNnNGYvNDgrdnI2bkR0M0xsZGZhMnRyQWdNRE9YejRNT25wNlV5Wk1vVW1UWnBnYkd5TW01c2IwZEhSVks1Y1dVcUtYN05tRFVsSlNWeThlQkY5ZlgwZDdma3Z2dmlDL3YzN1M2dnJPU3Z0ZCs3Y0lUZzRtSTgvL3BqS2xTdS93Vk9VK2RDd3FGbTdrMEpRK3VucjY1ZWJOYzJOd1FQNnZ0YU9VQ2xUVTN4V2Y4UFdnRjBzV3JLaWJVWTZvUlkxYTd2Y3VYSGw4RnMxL0RVUlJmRmFjSER3aUZmbytyb012M2Z2SG5GeGNYVHYzaDBIQjRjWGhzY2tKQ1J3NWNvVlNwY3VUWlVxVlFnS0Npb1FlK3JXclhzWWVMRnNsSXpNR3lBNzdTL0IzZDJkVHAwNjVibDkvejV5NWNxVkU4QUovdGtLckFYMEJub0pnbERuM3c0OGNDWTRPSGhDb1JsYlNOU3RXM2U4dnI1KzhkcUtLU1E2ZCs0c2hieHB0Vm9PSGp3b09TaDVKWS81K2ZsSnhaWldyMTZOdWJtNWRFNmowUkFmSDgrTkd6ZHl4YlJ2MjdZTmpVWWpIVDk0OEFCUkZObXlaWXRPdjh1WEw3TjA2VkpHamh6SnlKRWphZEtrQ1pzMmJVS3IxUklURTBQbHlwVVpOMjRjQVFFQm1KbVpBZURoNFVIcDBxVUpDUWtoS3l1TDhlUEhvMUFvR0RGaUJCcU5oclp0MjlLMmJWdjQxMHE3czdPejdMREwvRCsxYXVsYmlxcWxpTUpFSzZ0cXdxcmxTN0N4cnZFS0YrWkdFQVNHRHV4SC9icU9USFNiVnU3dm03Y09XdHJhcjRvVU5CNkVoZVd2a3VCN3hMbHo1emh6NXArUS92RHdjS245eElrVE5HN2NXT2RsLzh5Wk16UnMyRERmdFZxS0V0VnM2b3dXWWRBcmRKVjVTd2l3L2ZhMWtCL2U1aHpGeG1tZk5Xc1dzYkd4TDVSWkN3OFBaOCtlUFRwdG9pam1xbFo0NWNvVkhqMTZwTk5tYjI5UGhRb1ZwT1BnNEdEbXpadkhoZzBiS0ZldVhJSGVSMEVSSEJ3Y0JvUUJDK3JXcldzcml1TG5naUMwejFhUUVlU1lkcG0zU1dKaUlocU5oZ2NQL3RtNUYwV1IrL2Z2Uzc5dmVhbXo5Ty9mbjU0OWV6SjgrUEJjSytxeHNiR0lvc2kxYTlmbzBxV0x6cmwvNTVETW56K2ZjdVhLTVc3Y09KMzJQbjM2NUNrM3FhK3ZUNlZLbFRodzRBQjJkbmFZbUppUWxKUUUyVEgyZW5wNnRHN2RHbXRyYXlaT25NaWFOV3ZZc0dFRFNVbEplSGw1WVdSa3BCUFRmdWZPSFp5ZG5mUDk3R1ErTE14c0hHcnFpZmdMQ0hYNzllbkIzSm5UQ2tTZHlNYTZCbnQzYldmZTEwdUVuVC92bVdRcDZqWEx0SEVZZU8vYTVROWFOcVZYcjE3MDZ0V0xvMGVQY3YvK2ZZWVAveWRpcG5YcjFyaTd1K3ZFdU92cjYrY3IvTFlvSXNJZ0V4TjF5MW8yMW9WdFNyRWs3TnAxbmo1TkJwQ2Q5b0xDd01EZ2xhcU1IanQyakQxNzloQVdGc2FqUjQ4a1o5N1YxUlUvUHorU2twS2tWYkx6NTgvejVaZGYwclp0VzhMRHcvbjIyMis1ZmZzMmNYRnhiLzErQ29xZ29LQndZREpBblRwMUxFVlJuQ1FJUW54aDIxVllaR1ZsZmUvbzZDaFhHWHdKbVZsaXJiUm4rWThnYXRHaUJmWHExU016TXhPeVkwLzc5ZXVIVXFsRXBWTHg4T0hEWE5mazVMZjgrMFdhN0JDWTJyVnJTeXRzTCtQOCtmUE1taldMeTVjdjg4a25uMGdoT1ptWm1kSlcrczJiTjhuS3ltTG8wS0ZZV1ZseDY5WXQ3dHk1UTlXcVZSazJiQmhhclphb3FDZ3NMQ3hvMGFJRm4zNzZLV2ZQbmlVMU5aVS8vL3lUcmwyNzR1TGl3dFNwVTltNWN5Yzh0OUtlbEpTVTU1YTlUUEhEMHNaK0dBSnJUZFFsamIwV3pLRnpoM1lGT3I2aG9RR0xGM2pTdktrek0yYlByL3MwT1NuSXZLYjl1THMzUXYxZTRmTDNtcU5IajlLOGVYT2RObmQzZDUxOHR4d0gvME9obG8wMS9wczNGTFlaeFpLQncwWng5dnlsdHo1UHNYTGFEUTBOZGVUYlhvU3RyUzFHUmthc1c3ZU9aczJhWVdkbmg3ZTN0N1M2MXFkUEgybkxlK3JVcWRKMWNYRnh0RzdkK3IzZWJnc0pDWW5NY2VDTEk2SW9YaFFFb1ZyMm9jNXVnNUIzY09sL3RyMWcxeUxQdGp5bStIZERyZzZ2T0w1QTdyeUZmTnV1RkFTVG5JckQrV1hod29XRWg0ZWpWcXZKek14azBxUkpaR1JrWUdob3lPelpzLy96ZXExV3k0MGJON0N4c2VIbzBhTjA3dHlaSTBlT0VCUVU5RUxKMXZEd2NPTGo0M0Z3Y01EVDB4T2xVc21pUll0UUtCUlNwZVdaTTJkeTZ0UXBOQm9OczJmUHhzbkppVC8vL0JNZkh4LzgvUDd4ZGM2ZE80ZVBqdzhiTjI2RTdQb09hV2xwYUxWYVVsTlRPWGJzR0VPSERxVnMyYkxNbVRPSG1KZ1lIZldZTVdQRzRPam8rRWJQVCtiOXBYeXRXbW9qcmQ1NlFSQUcxNjFqai9jeUw2cVl2YjF3cWM0ZDJtRnY5d2xmVHAxaEhCUVN1dG5DeHFGOXFpSno3T093c09TM05ta2hjdmZ1WFlLRGczbjQ4Q0h0MjdlWGRpN1dyMS8vMGlyRk1qSkZuUS9lYVQ5MDZCRG56cDNqOE9IRHFOVnF5cFl0bTJlL3FLZ29QRDA5cVZTcEVxNnVybFNxVkltdFc3ZFNxMVl0R2pac2lMR3g4WCtxempScDBnU0ErL2Z2djVWN2tYbjdCQWNIMXk5c0c5NEhMRzNxSERNeVZyZDgwM0U4UER4d2RuYW1VYU5HYk5xMGlRY1BIakJyMW4rTExpUWxKZkhsbDE5U28wWU5SRkhrcjcvK1l0R2lSUmdZR09EcjYvdENwOTNYMTVmdTNidGphR2pJL1Bueitmenp6MW04ZURGZmZmVVZxYW1wR0JvYTR1TGl3dXpaczJuVHBvMmtNT0hyNjB2RGhnMmxjWGJ1M0VtSERoMms0NW8xYTFLbFNoV09IajJLaTRzTDgrZlBaOE9HRFZoWldVbXlsVGtyN1RMRm02bzFQNm12RlBYOEZRcmg0N0dqUmpCNWd1c0wxYzRLa2lwbWxRbnc4K1hiMWV0WXYrSEh3V3BSdjZGQnpVOEdSZDM0NjhKYm4vd2RvdEZvbURkdkh0T21UZVBLbFN1TUhUdVdLVk9tRkxaWkh5U2lLT1pMT2xjbS8zendUbnZyMXExcDFxd1pYYnQySlRFeDhZWDlsRW9sOWVyVjA5bDZmL2JzbWZTR25wV1Y5VTcrc01ySXlJQ2xwU1dyVnEzSzgxeDZlanJ1N3U0TUdUS0VJVU9HTUhUb1VBWVBIb3lKaVFtZE8zZG13NFlON055NU0xZWRnNUNRRUU2ZVBFbGdZQ0JraDh0NWUzdEx5V281VHJ1bHBXV3VPVjFkWFZtMWFoVkJRVUhVcjErZlc3ZHU1VmxnQ2VEa3laTU1IanlZd1lNSHMzVHAwbHpxTVdRWGducmU2WmNwRmdnV052WnVDa0h4ZFlYeTVmVytYYnFJeGczZjdScUJTcVZpNnVRSk5HbmNrQ25UWmxyRlBJNzkwOExHWWNhZGE1ZS9LWXFhN3ZsaDd0eTVWSzVjbWZidDI5TytmWHYyN05uRDBxVkx5Y2pJb0h2MzdpZ1VDaFFLQlZsWldXUm1adEt5WlVzV0xWcFUyR2EvbDR3WU1ZSng0OGJSb0VHRC8reWJrcEtDc2JGeHZ1WkpTa3BpMDZaTnVMcSsrZ3Z1a0NGREdETm1qSTRzOElmQUIrK0ZHaGdZU0t0dnRyYTJtSmlZQUxCMTYxWUdEaHdvclo3NysvdHo5T2hSbld1VGs1T2wvaS9UZ0phUmtYbHpuang1UWxoWUdDVktsRUNsVWxHbVRKbGNmUklURTBsSlNXSCsvUG5VcTFlUEdUTm1VS3BVS1NuWlRLVlNzV0RCQWx4ZFhSRkZVU3E0RmhzYnk3UnAweGd6Wm95ay9FSjJJYlFtVFpydzlPbFR0RnJ0QzhQbjZ0ZXZqNStmSHpObXpPQ0hIMzdBMGRHUnVMZzRLbVdYa3dlNGMrY090Mi9mWnMyYU5heFlzWUx5NWNzVEZCUWtyYTUvOGNVWHJGMjd0c0NmbTB6UnAxbzF1NHBpQ2FXZklBanRXelpyeXZMRjh5bnpBbEdFZDRGem93WWMyck1UOStsejlJNmZQTFhjMHNhaGZacEdNZVJoUlBEalFqT3FnT2pYcngrMWF0V1NqbnYwNkVHUEhqMms0NnlzTEIybHRMeHlaR1JlamE1ZHU3SnUzYm84bmZhYk4yK3laODhlSGp4NFFFUkVCQmtaR2N5ZlA1L3g0OGZuaW5pSWpZMWx4NDRkMG9KSlRpaHlEbHF0bHJObnoxSzlldlZjZVFvR0JnWjVDZ2g4cUh6d1R2dnpQSHo0VUZwdDEyZzBSRWRIUzcrd1dWbFp1ZnJIeHNaS21lWWFqYVpZL1dESXlMeHRMQzB0ZFp6a28wZVBjdnIwYVlZT0hZcEdveUUxTlJWQkVMaDM3NTZVUUc1cWFzcmV2WHRScTlXNHVia1JIeCtQdDdlM3pndTFnNE1EYytmT1pmbnk1YlJwMDRabno1NHhaY29VYXRTb0lSVkZFa1dSaUlnSVRFMU4wZFBUWTh1V0xWaFlXR0JrWkNUcHZlZFVUazFKU2VIWXNXUHMyTEVEclZiTGxpMWIrT09QUHhnd1lBQXVMaTRNR1RJRWZYMTlTWjFxMWFwVmJOcTBpUWtUSmhBY0hNeTZkZXNZTm15WTdMQVhVOHhyMUc2TFVyRk5YMSsvd25TM1NRd2ZPcWhJaEJTVUtWMGEzL1dyMkxSbE80dFhyR3d2Q0JtaDVqWHNYTzcrZmZWL2hXM2JtMkJ2Yi8vUzgvTGlXLzVZdjM0OVY2OWUxV25UYURTSW9zajQ4ZU4xMnAyZG5lblVxUk4xNjlibGp6LytZT0RBZ2ZUdjM1K0lpQWhxMTY3TkR6L29DcXdNR0RCQStqNDlQWjJXTFZ0aVptYVc2L2ZrKysrLzUvdnZ2OWRwbXpScEVxMWJ0eTdBT3kzYUZDdW52Vk9uVHBJRTQ3bHo1K2paczZma2lQKzcwRXBNVEF5aUtFcjkwOVBUWmFkZFJxWUFHVE5tak03eHdJRURHVHAwS0dRWFNtcmR1aldpS0ZLclZpMCsrZVFUcVo5YXJRWmcvUGp4Vks1Y09VL0p0dmJ0MjlPOGVYTXlNelBwMTY4ZlRrNU9MRml3UVBvUUVBU0JzV1BIU3BWSnpjM05tVE5uRG1STFJQNzAwMDgwYmRvVVVSVHAxcTBiTld2V1pNU0lFYlJxMVFwQkVLaFZxeFlkTzNaazl1elptSm1aMGFGREI1eWRuZkgyOWlZbUpvYXdzRERjM2QxcDE2NGRXN1pzd2NYRmhjek1UTFJhcmZUMTQ0OC82cXpVeTN4d3FDeHM3YjhXUk1HdFdqVkx4YXJsWG54U3k3YXdiZEpCRUFSR3VBeW1RYjI2VEhTYlh1bFc1SjBqRnJiMksrNkVoMzRGYUY1aGlDTEZDOFFDWkFxQU5tM2FVSzllUFoyMkhUdDJVTDU4ZWJwMzc2N1RYcTVjT1VxWExrMnJWcTBJQ3d2VGVWRktUVTBsTEN4TXAzOTZlbTZ4dGwyN2R2SHMyVE9kR2h2L1JxMVdZMkJnd0pRcFV6aDM3cHhPNkV4cWFpclRwMC9YYVV0T1RtYlBuajFVclZyMU5lKys2RkJzblBicTFhdHo3ZG8xS1VZOUxTMk5vS0FnNlllcGV2WHFPdjFEUWtKMHR0aGtwMTFHNXUxeDl1eFpuV01EQXdNdVhMaVFaNjJFSEtwVnE1Wm4rL05qR0JnWXNHTEZDdXJVcVpOcjFlYTMzMzZUUGhDZS84TStmZnAwcGsrZkxoMGZPblFvenhlRGF0V3FzV25USnVsYXBWS0pqWTBOV1ZsWkxGbXlSUHJiNHVMaWdvdUx5eXM4QlprUGhhcFdkaDhyOVpUYkJZUUd2WHQreXJ6Wk16QjZCYm5od3VLVFdyYnNEd3hnenZ5dkZZRjdEMHkxdEhWb29kVm9COTc5KzhxdHdyWk5wbWp3NzZKMUFNZVBIOGZRMERDWE0wKzJRNzlqeHc0ZVBYcUVrWkVSMjdkdlo4S0VDVHg2OUlqdDI3ZnI5STJQejF0aGV0R2lSVVJHUnVacWo0bUpJVGs1bVlVTEY5S3BVeWNBWnM2Y1NlZk9uYVUrZWNXMHQydFhzSktxaFVHeGNOcm56WnRIV2xxYXpnOUdSa1lHMTY1ZGt4d0N0VnJOakJremNIZDNwMnpac2h3NGNJQldyVnBKL2RQUzBxUVA3Z1VMRnJCa3lSTElqcjJTRThwa1pBb2VRUkFLSkl6Z1pkS0tyNUxVOUxMaUszbGRyMVFxNVJYMFlveWxqZjFBQWNISDJNaTQ1TUs1TStuZXRmTXJYRlg0R0JrYXN0eHJBYzJhTkdiVzNFVU5VbEpTUWl4dDdUK1BEQThOS0d6YlpONC8rdmZ2VDY5ZXZXamZ2ajFqeG95aFQ1OCtrcVBkcUZFam5iNm5UcDNLc3hEbHNtWExTRTVPWnZMa3lmVHQyeGQ3ZTN0OGZId0lEdzluekpneE9qNWFjYUZZT08yZW5wNjUybnIxNnNYOCtmUHovRUFPRHcvbjh1WExUSmt5aFZ1M2JxSFJhRWhKU1pHcXFjNmVQVHRQbmZZY0tsZXV6S1ZMYjE5a1gwWkdSa2FtYUZDNXNwT1J2b2xtclNBSXcrM3RQbUhsY2k4c3pOKy9iZmp1WFR0VHg3NDJrOXhubEF5OStwZS9wWTFEKzR5bnF2SDM3MS9LZnpVMW1mZWU2OWV2NCtIaG9kT1drSkNBSUFpNVJEeFdyMTZOdWJrNXAwNmRJaWtwaWNPSEQyTmhZY0doUTRjSUNncUM3SnhCSXlNampJeU1BR2pZc0NGZmZmV1ZORWJPVHFWYXJXYkJnZ1Y0ZTN2ejFWZGZNVzdjT0diUG5sMXNFNGcvZUtkOTgrYk5YTDU4T1ZkN1RFd00wNlpOeS9VZlg2NWNPV0pqWXhrMWFoUktwWksrZmZ1aVZDb1pQbnk0TFBrb0kxUElwS1dsRlVpSmR4bVpnc1RDeXNGUm9kTDRDd3FGOWFqaFEzSC9jdng3SFU1cFlWNlZYZHQrWkxuM0dqWnMyaktpaEluRzJjTElZZUNkaU12QmhXMmJUT0ZRdlhyMVhFbWdQajQrVW0yTDU4bFJoL0gzOTZkcDA2WllXRmpnNWVYRmQ5OTlKKzFDVHAwNmxiWnQyK2FLVkVoTFMwT2xVckZ5NVVyMjdkdW5jMDRVUlRadjNzem16WnNoTzBZOXg2WkZpeFpKRVJDOEpLYjlmZWVEOTBLSERSdjIydGM4ZXZTSWN1WEtvVlFxdVhCQnQrN0VzbVhMWG5vc0l5UHo1dmo1K1JFVGFDK2RMUUFBSUFCSlJFRlVFNE83dTd2VWxpUGg2TzN0L1oveDdHK0xuTnlXNTEvMkF3SUNlUFRvRVpNbVRTb1VtMlFLRjNOcis0a0tnYVhseXBVdHNXTHhRcG8xYWZ6VzUweFBUMzlwMkZaQm9LZW54NHlwazJucTNJakpIak90NCtMaXpwaGIyM3ZjdlI2YWR3RUZtUThhUFQwOUtsYXNxTk5tWkdTRW9hRmhybmF5NDkyMVdpMDFhdFNnWXNXS0JBUUVjT0xFQ2FaTm13YlpWV3R2M0xnaHhiZVBIVHVXeG8wYms1S1NJcW1ENVJTbXk2RisvZm9jUG53WUl5TWpJaU1qR1RwMEtOYlcxbGhZV05DM2IxOGFOLzcvMzcyOFl0b25UcHlJdnI1K2dUK2JkOGtINzdUbmg3eCtBR1ZrWkFvWFFSQm8yclFwaHc0ZDRvc3Z2cERhbzZPakpUMzJWOFhYMXhjYkc1dlh0c0hIeDRmNCtIam16SmtqeGRzZlBueVlRWU1HdmZaWU11ODNaalkyWmZVcHNSbEI2TktrY1NPOGx5MmliQjYxQlNJakl6bDc5cXlPckYwT3djSEJ6Sm8xaTRNSEQrcTBoNGVIVTdKa1NRd01EUGo4ODg4SkRBemsvUG56bUp1YlkyaG9TTWVPSFRsMjdOaC83anJkdm4yYmtKQVFldmJzbWUvN2JOYWtNWWYzN3NKdCtxd1NwMDZmWFZuTnhxRjlCdW5EN2wyNzlpVGZnOHA4OE55NWN3YzNOemQrLy8xM0FQVDE5V25XckptVXREcDM3bHlhTjI4dXlUWG1oTW5jdVhNbnp3SjMveVlnSUlET25UdWpWcXRmZWNIa1JRWDczaWRrcDExR1JxYklJSW9pVDU0OElUVTFsYlMwTkJJU0VsaTJiQmszYnR5QTdDM1BFaVZLY1B6NGNRRE16TXo0NXB0dmNqazlEeDgrWlBEZ3dSdytmRGpQbFpVYzJjalhaZlRvMFl3ZVBacFZxMVl4YWRJa29xS2l1SHIxS2x1MmJHSEhqaDA2ZlMwdExTVVpTWmtQQ3d0cmgxWUN3bGFWbnFyeXFHR0QrZTNvWVpLZVBwV2M5cDkvL2xuYXR0KzRjU00vL1BBRENvVWlWNVhlRjNIMzdsMzgvZjJsN2Y0SER4NHdiOTQ4MXE5Zno1VXJWN0MydG42bE1ERkRRME5Xcmx4SjgrYk5jeFcweVNFcUtvcVJJMGZtcVFBQ2NPdldMWVlORzhhbTc3OWp3eVkvbG51djZTSm1DcUdXTm5hREk2OWRQZjVLTnlSVDdCZ3laQWhLcFZKeTJzbE82cy9aSWRMVDA4UFkySmhTcFVycFhIZmx5aFZzYmY5YkdyVmJ0MjVTOGN2aWhPeTB5OGpJRkJtU2s1TnhkWFVsTVRFUmpVWkRmSHc4c2JHeERCNDhtQW9WS3BDVmxTWDlrWStPanBhY29YLy80VTlOL1Nkbnp0VFV0RUREQ0F3TkRWbXhZZ1dUSjA4bU1UR1I3Ny8vbmtHREJqRmd3QUF1WExnZ1ZRYjA5L2VYQ3JuSmZGQW9xOW5VbVMvQ05BdnpLc3FWeTd5b1dlTmp6TTBxU2JHNjhmSHhlSGw1c1hyMWFtclhybzFhcmNiTHk0c3BVNmJRdW5YclBGVXkvazJIRGgySWk0dVRKRW1qbzZOeGMzT2phdFdxK1BuNW9hK3Z6MDgvL1NUMXQ3VzE1ZFNwVSt6ZXZWdHFTMGxKUWFGUVlHaG9TSThlUFJBRVFWck5CT2paczZkVUt5R25YMTdreE9ZckZBS2ZqeHhHdzNwT1RKbzZvL0tkdTlHL1ZyT3BzK1QydFpBNVFPN3FoRElmREdGaFliaTZ1cjd3L002ZE8zTzFiZHEwU1NlTThkNjllMHlZTUVFNmZ2ejRNYUdob2ZqNCtFaHQ2OWF0NCtEQmc4eWJOMDlxUzBsSndjREFRS3FkazdNSTg3d2tkM0ZDZHRwbFpHU0tEQ1ZMbG1UWHJsMDZNZTNoNGVGVXJWcVZ6WnMzOC9qeFkrYk9uUXVBbFpYVmZ4YkpXTDE2TmM3T3pqZzdPeGVZalJVclZtVGJ0bTNjdm4yYkV5ZE9zSGZ2WHZUMTlWbThlREZuejU1Rm85SHc2Nisvc21MRmlnS2JVNmJ3cVdacmF5R0srdHNSY083ZXBTTUw1ODVDYld3TS82cm8rUGp4WTBSUnBHN2R1dElMWTRNR0RkaTllL2NyT2V4WldWbjA3ZHNYc2tNQUhqNThpSmVYRjJSWG9EeDA2QkE5ZXZUZzBhTkgzTGh4ZzN2MzdqRjE2bFRHakJuRG1ERmp1SGZ2SGhVcVZHRGR1bldVSzFlT1FZTUdzWGJ0V295TWpPalNwUXRxdFZySGVTZGJ1dlQ1NnNUUDgrK2RLZ2Q3T3c0RUJqQnI3a0xsdm9OSHZySzBjV2dwQ0JtRGJvZUgzM250aHlyelhsQ3JWaTMrK09PUE54ckR6TXlNd01EQWwvWUpDUW1oZlBueTFLbFRSMnJ6OS9kbi9mcjFLSlZLUHYzMDAySXZDRks4NzE1R1JxWklvOUZvcUZxMUtscXRsb01IRHpKMzdseVNrcEtrOHhZV0ZtaTEyaGZLZjVVclZ3NTNkM2ZhdEdtRG01dWJ6b3I4eFlzWHljcDY5UVhDTW1YS1NBVkd6cDgvajdXMU5WNWVYcFFxVllySXlFZ3lNek9KaVltQjdJcXN4WFVsNkVQRTNOcStENkppZzVHaGdlbjhPVi9SdThlbjBybW9xQ2g2OU9qQkw3Lzh3c21USjFtNGNDRmtsM0p2MXF3WkF3Y09oT3dYMHZMbHl4TVpHU2xWZ0l5S2lrS2owWEQ5K25WcHZKSWxTeElZR01qbHk1ZFpzbVFKcHFhbWRPM2FsU0ZEaHVEdDdVMWFXaHJkdTNlblpzMmFiTnk0RVFzTEN4bzJiQWpaSWdxZmYvNTVuakxIWkJjSysvMzMzMW05ZWpWNmVub3NXYktFdUxnNEhqNTh5TW1USi9PODVzNmRPOFRIeDNQdTNEa0dEQmlBcmEwdGFtTmp2SmQ1MGRTNU1aNEx2SnlmUFJNdW0xdmJqN3A3UGZTblBBZVJLYlk4bjMvMFg5U3BVd2R2YjIrZHRsR2pSakZxMUtqWG5uZnIxcTJ2ZmMzN2dPeTB5OGpJRkNtZVBYdEdkSFEwSjA2YzRPYk5tOFRHeHZMa3lSTzBXaTJMRnk4R0lDNHVEcVZTaWFtcHFZNk0yTDhaT0hBZ3JWcTF3dFBUazM3OSt1SHA2VW1USmswQStQYmJiM24yN05rcjI5VzRjV09tVHAxS1FrSUNVNlpNWWMyYU5kSUtmbEJRRUlJZ2NQTGtTWHIzN3Mza3laTUw1Rm5JRkM1VnFsUXhWQnFYV2FWUUtFYlZzclZtMWZMRlZLLzI0aVM1SGoxNllHTmp3NUFoUXpoMTZoU0NJREJ2M2p6aTR1TEl6TXhrNDhhTmJObXloWHYzN2tGMk9OalRwMC81OXR0dnBURnNiVzFKVEV3a01qS1MyYk5uTTNQbVRJeU1qQmc1Y2lTMnRyWTBidHlZdi8vK201bzFhL0wzMzM5TElWa1BIejdFMWRXVnp6NzdqQVlOR3VTcU1nd3dmUGh3bmp4NXdwZ3hZMWkzYmgzdTd1NGtKeWZ6MTE5L3ZmUTVXRmhZVUtsU3BWd2hOSDE2ZHFOdUhYc211azgzRFF1L3ZzdkN4djRISWUzcHhNakl5TFRYZnRneU1tK1FiMVJja0oxMkdSbVpJc1BmZi8vTnNHSERLRkdpQkk2T2pzeWZQeCsxV3Myd1ljUDQvUFBQSllkNzVNaVJqQmt6UmxwaGZCa1dGaFpzMkxDQnRXdlhNbW5TSkh4OGZIQnljbUxidG0zNXN0SFB6dzhuSnllZFNxdkhqeC9uczg4K1k5ZXVYZlRzMmJQWUZ2NzRrS2hpVTd1MlNsQUdDRkJyK05DQlRIZjc4ai9sNGdSQmtQN3ZGUW9GSlVxVXdNdkxpNHNYTC9MZGQ5OUJkbkcrSEhMVVk5YXZYeSsxcGFXbDhjc3Z2ekJ6NWt3V0xWckV6Smt6Y1hKeW9tUEhqcFFxVllwOSsvWng4ZUpGT25YcVJGQlFrQlNYZnVMRUNRWU9IRWl2WHIwQWFOYXNtWlNzMnJ4NWN5bXN3TTNOalJVclZoQVJFVUg5K3ZXSmlJamd4eDkvbEFvRy92MzMzengrL0ZoNkliMTY5U29PRGc2NXRMaHpxRjdOa2tCL1B4WXY5MmJUVnYvUm9xR3BjeFdiMmdPanIxMjU4Z2FQWDBaR0pnOWtwMTFHUnFiSThORkhIN0YxNjFaT25UcEZURXdNYXJXYWMrZk9FUmtaS1lXYlhMOStuZWpvYUp5Y25GNTVYSlZLeGFSSmsyalJvZ1VPRGc3NXRpODJOcGFmZnZxSmpSczNTbTFCUVVGY3UzYU41Y3VYYytIQ0JmYnYzMC8zN3QzelBZZE00V05wYmU4S3dqZGxTcFV5V080MW4xWXRtcjNDVlFWRFVsSVNwMDZkNG4vLyt4OFhMMTRrS1NtSmdJQUFEQTBObVQ5L1BvMGJOMmI1OHVVMGFOQUF0Vm90eWVQMTY5ZVBVNmRPMGJGalIrTGk0bENyMWJsZU1oNC9mc3pLbFN0ejZWK25wS1FRRlJVRndKTW5UMGhLU3BLTzQrUGovOU5tZlgxOTVuemxRYk1talhHZk1lZVR1UGo0ODViV0RwTWpyMTllLzU4WHk4aThKbDI2ZE1tbEdQWTZwS2FtMHF4WnMvZXljcjNzdE12SXlCUVoxR28xYXJXYVU2ZE9TVzJmZlBJSmZmcjBvVisvZnZUdTNadmp4NDh6ZnZ6NGZDVWtQWi9nbEIvV3JGbEQ4K2JOc2JLeWd1ekt5blBuenNYZDNSMTlmWDA4UER3WVBYbzAxYXBWdzk3ZS9vM21rbm4zbUp2WExxMHdWR3dVRkVJUDU0WU5XTEZrSVJVcmxIK25OcFFxVlFvWEZ4ZmMzZDFadlhvMXBVdVhKamc0V0NvVlg3NThlVnEyYk1tOGVmTjBpbzhCTkczYWxDTkhqckJqeHc1KysrMDN2dnZ1TytuM1pNV0tGZHkrZlp0R2pScmxtdFBTMHBJK2Zmb0FjUGJzV2U3Y3VTTWRQeS9aOTErMGF0R01RM3QyTU5sanBzSFo4eGZYV1ZvN2ROQSswNDY4ZS9mS2YzditNb1ZLV2xvYTY5YXQ0OENCQTJSa1pHQnZiNCtIaHdjV0ZoWlNIMTlmWDNiczJFRnljakpObXpabDFxeFprdXhpWkdRa0N4Y3U1T3JWcTVRdlg1NEpFeWJRdm4zN3QyNzN4SWtUSlVuZzU3R3hzY2tWSC84aElEdnRNakl5UlJxMVdzMkVDUk5vMDZZTm8wYU5JaU1qQTdJMTNYTUtITDBMVWxKU3VIVHBFbXZXckFIZzVzMmJ1TG01MGJwMWErbkR5Y2JHaGlsVHBqQmh3Z1E4UFQybHdpRXlSWitxTmUyYktaWENOcVZTVlhYeUJGZkdqaHJ4VnNLY0lpTWpNVEl5b2tLRkNubWUxOVBUUTZsVVVycDBhVTZjT0VIYnRtMEpDQWlRRWx6SjFydk96TXg4WVNIQS92Mzc4L2ZmZitQbTVvYTd1enZlM3Q1a1pHU3diTm15WEMrN2FyVWFRME5ETGw2OENObTY3SThmUDVhT2s1S1MrUGpqajEvNS9pcFdxTURXalQ2cysrRkh2TmVzNjVHbDBEaFZyV2svT09wR2FONlpyaks1Y0hKeUtuZnAwcVVFUVBPdTVqeHg0Z1FLaFlMdDI3ZWpVcW53OXZabXlwUXAvUHp6endEczNyMmJYYnQyc1c3ZE9rcVhMczJVS1ZOWXZIZ3hYMy85TlptWm1VeWNPSkcyYmR1eVpzMGFmdi85ZDJiTm1vV1ZsUlhWcTFjdk1CdlQwdExRYXJXUXZWcXVWQ3IvczJEU2loVXIrTi8vL3FmVEpvb2lBQjA3ZHN6VnYwdVhManJTbEVXTmQrSzBoMTI3enNCaHI1LzlLL1BtaEYyNy9ncTlaR1NLQmxsWldaSSt1MUtwaE94d21QMzc5M1BvMENHR0R4OU80OGFOV2J4NE1ZR0JnVXlmUGoxZmxVM3pnN0d4TWJ0MzcwYWxVbkh3NEVHKy92cHJSb3dZa1V2Wm9HZlBubVJsWlRGanhndzJidHpJSjU5ODhrN3NrOGszQ2tzYkIwOFFacHBWL2tqcHZleHJuQnpmYkVmbTM0aWlpRWFqd2RmWGwrM2J0L1A5OTkrLzBHa25XMkp2NjlhdFRKczJqWkVqUjFLelprMFVDZ1dpS0xKbXpScE9uejdONU1tVG1URmpCbDkvL1RYTm16ZlBOWWFycXl0anhveWhSNDhlMUtwVkN4OGZuMXlKcEgvKytTY0hEaHlBN0Nxc1pCZHlTa3BLa283SmR1aVNrcEpldVRpVVFxSGdpekdmMGFpQkUxOU8vYXBxOUwwSHg2cFpPOHk3ZmYzeW9sZCthTVdZckt5cy9vNk9qZ3VBZmFJbzdrNUlTUGpsYlNmM3RtclZTbWRsZk96WXNYVHIxbzBuVDU1UXRteFovUDM5Y1hGeGtWN2d4bzRkeTZSSmswaEpTZUhzMmJPa3BLUXdidHc0VkNvVm5UdDNadGV1WFJ3OGVMQkFIZUNwVTZjU0V4UERvMGVQR0RseUpJMGFOZUxMTDc5ODZUVnVibTY1d3NGeXdtT09IRGxTWUxhOUs5NjYweTRpN24vNk5KbXo1OSsvMkNFQXBRSmpnQ3d0S1lWdFM3NFJ4SDJGYllLTXpLdVFtSmhJdTNidFVLdlZMRisrSEY5ZlgzYnUzRW5uenAzWnZuMjdwQkxqNStlSG41OGZjK2ZPWmZ2MjdlOHM4VE5ubGRMSnlRa2ZIeC9zN096eTdOZW5UeCthTkduQ1J4OTk5RTdza3NrZlpsYjJWZlJVYkJVRW9VV245bTN4V2pBSGt4Zm9sYitJcWxXcjZzVEdXbHRiNTRxVi9mdnZ2L25ycjc4d01URmgyN1p0TDFRN0lqdHZJaWU4eGNyS2lzREFRTTZkTzhmZXZYdTVlL2N1OSsvZng4ZkhoeXBWcW1CaVlvS0hod2RUcGt5aGE5ZXVYTDkrblpDUUVNNmVQY3V0VzdmbzJMRWpIaDRlQkFZRzBxVkxGeHdjSExDenM2TmF0V3BZV2xyU3BFa1RLYms3aDE5KytZWHIxNjh6Y2VMRTEzb09lZUhrV0llRHUzY3dZL1o4NWVHanY4NjN0TEZ2STRLK0FPbHZQUGdIVFBiZnM5TEFNRUVRaHBVdVhUcTVUSmt5QjdPeXNnSXpNek1QaFlXRkpSZjBuRGxGdEhLSWlZbEJwVkpoYkd4TWFtb3FOMi9lMUFrdnRMT3pRNlBSY092V0xhNWN1WUtkblozT0xvNmRuWjBrWmJwNzkyNDJiZHBFbHk1ZCtQMzMzNG1KaVdINDhPSFVxRkdEZGV2VzhlalJJMnJVcU1HaVJZc3dOVFZGbzlHd2N1VktqaHc1UW5KeU12WHExV1AxNnRXc1hyMmFvS0FnSmsrZVRFQkFBSm1abVNRa0pMendub3lNalA0emVmeDk0NjA3N1hldVhmNEcrT1p0ei9PMmNIUjBQTVkvV2Y2dEN0c1dHWmtQblRKbHl1ZzRQSFhxMUdIRWlOeGhDa3Fsa2hFalJqQjA2TkE4SGZiS2xTdS8xU1NqU3BVcXZkVHhJanVwVnFib1VzM2F2cHVvRUg0ME5EQW80L21WQi8zNzlIcHJjNW1ibXpOdDJyUlhXcWsyTWpLaVpNbVNPbEttRmhZV1pHVmw0ZS92VDY5ZXZhVGlTTjI2ZGFOR2pScVVLMWVPZ0lBQWpoNDlpcE9URThPSEQ2ZCsvZnFTRTlXZ1FRTVNFeE01ZmZvMFFVRkJuRHg1a2g0OWVyQjI3ZHBjODhmRXhKQ2NuRXhrWkdTdWM0TUhEMzZ0QkhBQWs1SWxXZXU5aklCZGdjejdlbW1MTEcyR1JxRWcvQlV1TGJiazFKN0lDZU1BMUtJbzlsY3FsZjJWU21XYW82UGpVZUJualVhei84cVZnczhYU0U1T1pzV0tGWFR0MmhVREF3UHUzcjBMMlgrZkpZUFVhbFFxRlltSmlUeCsvRmpuSEVEcDBxVUpDUW1SanFPam82bFNwUW9CQVFFY08zWU1kM2QzYWZGREVBU0dEQm1Ddjc4L1k4ZU9aZmZ1M2Z6MjIyLzQrdnBTb1VJRndzTENwSEdPSFRzR3dJVUxGeVRubnV4ZDJydDM3K3BVWVhWMWRhVkZpeGI0K3ZvU0dob3F0ZWZVNTVnMGFaS096UTBiTm1UUW9FRUY5aHpmQm5KTXU0eU1USkhsMzZzLy82YTRWOGVUeVIrV05nN1RFUVF2bTVwV3JGNnhGS3VQcTczQ1ZmbW5hZE9tZWJZN09qcm1Vc0V3TWpMS1UxNVJxVlF5Wk1pUVhPMjJ0cmFRTFlNNmN1VElGOXBnYW1wS3AwNmQ2TlNwazlUV3MyZlAxN3FQTjJGQTMxN1VyZVBBdUVtVFZaRjNvbXBiMmpoTWo3eDJlZkU3TStBZElmN2phVHM2T2pyZXp1OFlnaUNVZk83N25IRnpuSGdEb0pzZ0NOMVVLcFhvNk9oNFJoQ0V6ZkdwMnBmL3NYeEZJaUlpbURwMUtsV3JWbVhxMUttUS9SS1JGemw1UlhtZDEycTFPamxISmlZbWRPN2NHWUFXTFZxZ1ZDcnAwYU9IRkxLVkl6K2FjOC9QbmozanlaTW5tSnViVTdkdVhRRFMwOU1KQ3d2RHlNaUl6WnMzWTJkblIwQkFBR1R2VUgzMjJXZlM4Zk4wNmRLRkZpMWFTTWZKeWNtTUdUTW1WN2hZVGxKdFVVYit4Sk9Sa1pHUktaYm9xZlFBOFJWNnloUUVnZ0JHUm1xMElvRDQ3ckxJM3lHaUtQNm9VQ2dldmVFWU5vSWdsSDFab24yMkF5OENDbEVVRFVSNDQrZjU2NisvTW0vZVBJWU5HOGJJa1NPbFhVeFRVMU1BRWhJU3BOMmZwS1Frc3JLeUtGdTJMS2FtcGp4NnBIdkxDUWtKbEMxYlZqcCszaUZXS0JUbzZlbnBWS2cyTkRRa0xlMmZzUDBlUFhvUUh4L1BsQ2xUTURNejQ0c3Z2cUJ4NDhiODlOTlBPRGs1OGZEaFE1WXVYVXBJU0FoNzkrNUZvVkRRdUhGanlNN0pXTGx5cFZTSWoreWQwZWRadlhvMVdxMDIxMHI3KzREc3RNdkl5T1FMT2NHODhKQVR6TitNeUd1WEYxZXp0Zys3RWhiMlk3ZStnOTU2ZUl3TU9lRXhwS1dueFFsYWNVVGs5ZEFQTXRjcUpDUmtGN0RyVGNhb1c3ZnVGMENqNThKaklIc0ZXaFRGREVFUWpnT0JhV2xwZThQQ3doNENXTnJVZWFOdGs3LysrZ3RQVDArKytlYWJYRVhyU3BjdVRZVUtGYmg4K2JLVStILzU4bVdNakl6NCtPT1BzYkd4NGRkZmY1WENlbkxPNTFjOVM2VlNNWHIwYUZ4Y1hOaStmVHRmZnZrbGh3NGRZdCsrZmF4ZXZacURCdzlpWkdTRXM3TXp2WHYzeHRQVFU3cTJRb1VLL1BYWFgvejU1NTlTdnNiNjlldHAzYm8xbHk5ZnBrR0RCZ3dkT3BSKy9mclJ2WHQzcWM2QnA2Y252WHYzTHZKU3ZiTFRMaU1qODlxODd3bm1BdWp4enpKVlptSGJrbS9rQlBNMzR2YjEwSDFtVnZZT2lNKzJ6cGl6b01XSlUyZnlsWWdxODNLZUppVXhZL1o4RGgvOUZWSFUvcEdwWWNpOWlORG93cmFyS0tQVmFzVWM1emQ3dFQwVk9BTHNGa1h4UUhCdzhJdXpML1BKcmwyN2FOcTBLZGJXMWpySm5ZYUdocFFvVVlMZXZYdXplZk5tNnRhdGkxcXQ1cnZ2dnFOZnYzN282ZW5ScGswYlZxMWF4YnAxNnhnNmRDai8rOS8vdUh2M0x0MjZkY3VYTFJjdVhLQjgrZkpZV0ZoZ1oyY254YURQblR0WFIzWHA3Tm16R0JvYVltOXZUMnhzTEdTSGtRMGNPQkJmWDErYU5HbENlbm82MjdadG8wK2ZQdnoyMjIrWW01dGpZV0hCOE9IRCtlR0hIMWkwYUJFYWpZYTJiZHV5Y09GQ1NmS3lxRkowTFpPUmtTbXl2TzhKNW5YcjFoMmoxV3ExSVNFaFB4UzJMVEtGUjdiejJOclN4c0h6MEMrL3pneTkrdGRia1h3c0xEUWFEZDI3ZDhmZTNoNHZMNjkzUHYrbDRCQytuUG9WMGZjZVpBbUNPQy95V3VnaUlPOEFhWm5uRVVSUmpBY09aR1ZsN1ZhcFZMOWN1blFwOVcxTytQRGhReTVjdU1DdnYvNnEwKzdtNXNhZ1FZTVlQbnc0Y1hGeGZQYlpad2lDUU5ldVhYRjFkUVdnWk1tU2VIdDc4L1hYWCtQbjUwZjE2dFZadFdxVlRuak02eEFURThPc1diTklTa3FpY3VYS2ZQMzExNVF0V3piWGVOOS8vMzJlK1IvZHUzZkh4OGVIME5CUW5qeDVncVdsSmVYS2xkUHAwNjlmUDVLVGswbE5UYVZIang3ODhzc3Y3TnExQ3o4L3Y1Zm1oc2dVY1J3ZEhZL2xLTWpJeU1oOEdEZzZPdjdQMGRIeGNHSGJJVk4wcUZyVHZsazFXNGU3Vm5aTzRscWZEV0pXVnBiNHZyTmp4dzZ4YnQyNjR2VHAwOS9wdkZsWldlS2E5UnRFS3pzbnNacXR3OTJxTmUyYkZmYi83L3VFalkxTldTY25wOWRLTExXMHFYTnNnTXRuNy9UL3ViRG8zTG16bUp5Y0xDNVlzRURNeU1nUXM3S3l4S0NnSUxGMzc5NVNuMjNidG9sbno1NFZqeHc1SXU3YnQwOFVSVkdjT0hHaWVQRGdRWjJ4ZnZubEY5SEZ4VVVVUlZHTWpvNFdIejU4bUMrYkJyaDhKbHJhMUhucnZxSzgwaTRqSTFPc3FGMjdkbWxCRUZvQlZLOWUzZlRXclZ1SmhXMlRUT0VUZFNQMHBMbDViUWZSVUxOeHVmZWFIcWZQbkdmRmtvVlVyRkQrbmN6LzZOR2pGMVk0elErSmlZbjQrdnErVUxubWJmRW9Kb1lwMDJaeDV0d0ZSSzI0Ui90TU96THFic0hMRW43SVhMdDI3VWxoMjFEVU1UWTJadGFzV1lTRWhEQnExQ2owOVBRWVBYcTBkRDR2NmNZdVhicXdhTkVpbGk5ZkR0a0tOMHFsVW9xSk56TXplNGQza0Q5a3AxMUdScVpZb1ZBb2VnQksvbEZGNkFac0tXeWJaSW9HZC85eExudGFXdHU3L25uMjNEZWRlL1F6V080MW4xWXQzdjVDc1p1Ykc3YTJ0b3daTXliWFZuNStXTE5tRFczYnRrV2xVaEVURTFNZ052NFh4LzQ0aWZ1TU9jVEZ4NmNoaWxNaXI0ZXVleWNUeXhRcm5wZEpyVk9uRGhjdVhPQmxTanM1dEcvZlhxZnE2L3ZJdXlraktDTWpJMU5FVUNnVVBYSTBqd1ZCZUhkQzFUTHZEWkhYUTlkcDBEYUlTMGdJKzh4MUl2TzlscEtSa2ZGVzUvVDE5Y1hjM0p4aHc0YXhaczBha3BOekY3M2N0MjhmTFZxMHlQUHIrZjduejUvbitQSGpqQmt6NXEzYW5FTkdSZ2J6djE3S1o2NFRpVXVJRDlPZ2JTQTc3REx2aWxkeDJEOFVaS2RkUmthbTJHQnRiVjBTNlBoY1V5ZDdlM3ZqUWpSSnBvZ1NmZTNLRlUxU2JEMnRWcnRoMHhaL2VnMTA0ZGJ0M0ZWQ0M0b1NKVW93ZE9oUWR1N2NpYjYrUGdNSERzVFB6MCtuY0UyM2J0MzQ0NDgvOHZ4U3E5VUFQSDM2bEhuejVqRjkrdlIzVWl6bTF1MUllZzEwWWROV2Y3UmE3UWFlSlRwRlg3dHk1YTFQTENOVERKR2RkaGtabVdLRG9hSGhwNElnNkQvWFpLQlVLanU5NUJLWllreDBkUFN6TzlkRFIyZHB0WDNEd3E0bmZ0cDdJRC92MmY5VzV4UUVBV05qWXhRS0JmZnUzWHRoTmNxOEVFV1JPWFBtMEtCQkE5cTBhZk5XN1FUNGFmYytQdTA5a0xDdzY0bFpXbTNmTzlkRFIwZEdScWE5OVlsbGlpU3Y4N01xa3ova21IWVpHWmxpUTA1b1RBN1ozL2NFZmlwTXUyU0tObmV2aC81VXpkYjJRdW96Y2Z2VXIrWTRuL3p6TkF2bnprSnRYSENiTkhGeGNmajcrM1Bnd0FIYXRXdUhyNjl2cnRqMmZmdjJzV0xGaWp5dlAzandJQWtKQ1p3OGVWTHErenhIang1bC8vNzlWSzVjK1kxdFRVNUpZZGJjaGV3N2VBUlJGRThMUXNhZ3U5ZkM3N3p4d0RMdkRldldyU005UFowdnYvd1NzaDEyRnhjWEpreVlrS3M0azB6QklUdnRNakl5eFFJcks2c1NvaWgyNXJrWXlPeTQ5ayt0ckt4S1JFUkVwQmUyalRKRmw5dmg0WGVBNXRWczZzemZlK0RJdEpEUXE4cVZ5N3h3c0xjcmtQSEhqUnRIczJiTjhQZjMxeW52L2p6ZHVuVjdhY0VhdFZyTnBVdTZCYysrL2ZaYlltSmlDa3luL1hMb1ZTWk5uY0dkdTlGWkFpeUp2SFo1RHBCVklJUEx2RGNjT1hLRWFkT21TY2NLaFlJK2ZmcXdZTUVDZHUvZWpaN2VheWxXNWlJcEtZbXVYYnZTb0VFRHlDNmsxS2hSSThpdXRtcHRiWTJCZ1FFM2I5NWszTGh4dEczYlZybzJOVFVWSHg4ZjB0TFNtREZqeGh2WlVkU1FuWFlaR1psaWdiR3hjV2RCRUl6L1hSb2NLR2xpWXRJZWVMdHhEeklmQWxtM3I0WE10TEIyK1BYTzNlaXRmWWVNcU96KzVYaEdEWGRCb1hpelpMaE5telpoWUdCUVlJWVdORnF0eUlaTmZpejNYa05tcHVZK2FBYmZ2bmIxZUdIYkpmUHV1WHIxS3VucDZlanI2ek4yN0ZpZGMwWkdSa3lZTUVFNkhqcDBLRTJhTk1uWFBLYW1wdlRzMlZPYU0rZjdSNDhlMGI1OWU4cVdMWnRyUjJudDJyVUVCZ1lDMExwMTYzek5XNVNSblhZWkdabGlnVktwN0pXSHcwNjJra3d2MldtWGVWWHVYTDk4ek16R3hsN0lMTEY1OFhMdkxpZi9QSXYzc2tXVUxWTW0zMk8rTFlkOTh1VEpienpHNDlnbnVFMmZ4YW5UWjBFVUQyYVNQdXllckNWZWJQbjU1NStwWDc4K05XdldaT0xFaVhuMnlkN0Z6SGM0bGtLaG9ITGx5cVNtL2xNSTFzM05qVXVYTHZIMDZWT3BDbXBxYWlvbFM1YVVrckRKVmpKYXMyWU5BUUVCK1pxM3FDTTc3VEl5TWg4OFRrNU9lcUlvZnZwdmFiRG5qcnRuL3ozVUZJWjlNdThmMlU1clYzTnIrNGwvbmo2enRGUDN2aVZXTEY1SXN5YU5DOXUwQXVYa24yZVk3REdUdUxpNDlDeFI5TGg3UFhSVllkc2tVM2pjdm4yYkF3Y08wTGx6WjB4TVRMaC8vejYzYjkvV0tXd0VNR1BHREJ3ZEhhbFZxMWErNWxtK2ZEa3FsWW85ZS9aSWJZOGVQU0k5UFowSER4N285TjI2ZFNzMWF0U2diTm15QmZLU1dwU1JuWFlaR1prUEhxMVdXMTRRaEc5emprVlJITTQvVHZ1bTdIK3BWYXRXdWJDd3NJZUZhYWZNKzhmZDY2R3JMS3djVHNiR1B2RWYvdmtYMXFPR0Q4WDl5L0Z2SE5OYjJHUm1ackxjZXcwYk5tMUIxR3F2YXpVTXZCc1JHbHpZZHNrVUxxdFdyY0xjM0Z3Nk5qTXo0NXR2dm1IVXFGSFNJb2hXcStYczJiUDA2OWN2My9ONGVub1NIeC9QMWF0WHBiWXpaODRRSHg5UDU4NmRwYlp5NWNwaGEydWI3M25lTjJTblhVWkc1b01uT0RqNFBqQXY1OWpSMGJFbFFGQlEwTHlYWGlnajh3cmNpYmdjWExteVUxMTlrNnp2ZnZqUmI5aTVDNWRZdWR3TEMvT3FoVzFhdnJoek40cEo3ak1JdmZvWG9paittUEZVTmY3Ky9VdXBoVzJYVE9HaTFXcUppWWxoK1BEaFhMeDRFUUJiVzF0VUtoV2hvYUU0T0RnQUVCWVdoa3Fsa283elMzaDRPSnMyYmFKcjE2NEExS2hSQTREWTJGZ0E3dDI3eDUwN2QxaTJiTmtiM3RuN2creTB5OGpJeU1qSXZDSDM3MTlLNVQ3RExXM3Nmd205Y3RXbmE2OEJKUmZObTBXM0x1OVhHWUM5Qnc0eGErNGlVbEpTa2tURU1aSFhRdjBMMnlhWm9vRkNvV0JVaTc3VEFBQWdBRWxFUVZUZHVuV2NQMzllcDcxRml4WWNPM1pNY3RKUG56NU5xMWF0VUNqZXZCVFE0OGVQYzgyWFEwSkNnazQ4ZTNGQWR0cGxaR1JrWkdRS2lQOWo3ODdqYXM3K1A0Qy9QdmUya2dyWnNsUW1LclRjN0V2MllTeGp5YzZNYlN6RlRKWWkyeVJaQ3FFWWhyR1RmVGRrK1JtK2cwR1dVbWhSS0JVaDdjdXQ3cjNuOTRmNlRGZTN6VlMzOUg0K0hqMjRuL1gwNmR4NzM1L3pPZWQ5SWtPRGpqUTFibk0vTFNQOThOd0ZTenJjK3VjdVZ2eTZHRFUwTlpWZHRDSmxaR1ppK1VwM25EcjdKeGpZZlpsVU51NTErSk9YeWk0WHFWd1V6YkxidFd0WGVIaDQ4RG5iYjk2OEtaZEI1cjlvMkxBaGJHeHNGSzZMaVlsQmVIaDRtWnlucXFBWlVRa2hoSkF5RkIzeDlFVmtTR0JYR1dUclQ1NDVML3QreERnOEN3NVJkckVLOVN3NEJOL2Jqc1hKTStkbE1zaldSNFlFZHFXQW5aU1V0YlUxc3JPekVSOGZqL2Z2MytQTm16ZG8yN1p0Z2UyZVBuMktnSURTRFlzUUNvWFExTlJVK0tPdXJsNkd2MFhWUUMzdGhCQkNTTm1UUklVRUxXeld3dnpxcTFlUmgyekhUYXEveUhFT0p2ODRIcDluTVZJV3hoajJIVHdNanczZXlNbkpqcE5KcFJOZmh6LzlQMldYaTFRdGFtcHE4UFgxQlFBY1Bud1lQWHIwZ0lwS3dmRHlqei8rUU8vZXZTRVNpVXA4N05qWVdGeTllbFhoT3VvZVF3Z2hoSkF5OHpyOHlUVWpvellXMmNnK3NOTERzOSt0Zis3QjA4TU5kV3JYVm1xNUVoSVQ0YlRJQmYrN2RSdU1zYXRpaWVDSHVJakFEMG90RktsU05tellVR0J5STdGWURJRkFnT3ZYcndNQUJnMGFoSVVMRjRJeGhtZlBuc0hOemExVTUyalhyaDFjWEZ3VXJudnk1QWtPSERpZ2NOMktGVjluamdFSzJna2hoSkJ5OU9yVjAzY0F2ak13dFhEODM2M2Jhd1lPRzZPNmFkMXFkTzdZWGlubHVYUHZQdVk3TDhYN0QvRTVNc1lXUjRVR2JnUlFjT1l4UW9yZzZPZ0lSMGZIRW0zNzh1VkxORy9lSExxNnVzVnUrK2JORzdpNXVTRTVPUmtKQ1FrRlpsM05rNTZlanJkdjM4TE96ZzVqeDQ1Rno1NDlTLzA3VkRVVXRCTkNDQ0hsajBXRkJuazJiZG42NzNjZlBoejVZZXJNYit5bVRjRzhYK3dWZGlVb0R4S0pCSnUyL0k3dHUvWkN4dGdMcVRSblhQVHpadzhxNU9Ua3E5RzNiMS8wN2R1M1ZQdDg4ODAzMkxselo0bTIxZGZYeC9idDI3K3dkRjgzR29oS0NDR0VWSkRvNTg4ZXBIUFpWbEtaN05Edk8vZGc3TVNmRUJQN3B0elBHeFA3Qm1Nbi9vVGZkKzZCVkNZN2xNNWxXMUhBVGtqVlFrRTdJWVFRVW9FK0JBZW5SWVVHL3NDWWJQS2p4NEhwZzRhUGdlK1Y4aHYvNlh2bC96Qm8rQmc4ZWh5WUxwWEtKa1dGQnY3d0lUZzRyZHhPU0FncEY5UTloaEJDQ0ZHQ3lOQ2cvWTFOTGUrbXBLVWUrWG5lUXVzeEk0WmorZEtGME5EUUtKUGpaMmFLc1dMTldody9kUllNekQrSFlWenM4NkRuWlhKd1V1a0VoNFpoM0tScHlpNUd0UlFjR2xZaDU2R2duUkJDQ0ZHUzJOREE1MmpWcXJNaFUxbDM5T1JwaDBlUEE3bk5uaDR3TldueG40NGJHaFlPQjBkbmhMOTR5Y0N4elpHY1pDRkNnclBMck9Da1VtRmdmNmFrcE9IZS9VZktMa3IxeGJIekpkaUtsQ2VSU0hSREpCTGRVSFk1Q0NGbGg5N1hwREl5YUdrK3dNalU2b09KWlFkMjhQQXhKcFBKV0duSlpESjI0UEF4Wm1MWmdSbVpXbjB3YUdrK1FObS9GeUdrYkZDZmRrSUlJYVFTaUhyKzVKS0VaVnBtWldWZGQxbnBqcG0vekVkU2NuS0o5MDlLVHNiTVgrWmorVXAzWkdkblg1TnhXUlpSejU5Y0t0ZENFMElxREFYdGhCQkNTQ1VSSFJiMkpqSTA4RnZHWkV1dVhmK2ZaTkR3TWJqLzBML1kvZndlUE1MQVlXTnc3ZnIvSkl6Smxyd0tlZHd2S2lUa2JZVVVtaEJTSVNob0o0UVFRaW9YV1dSb2tMdU1TYnUvZVJzWE9YN3lkR3plOWdla1VsbUJEYVZTS1RadDJZWUpVMmJnYlZ4Y3BJeEp1MGVHQnJuVFpFbUVmSDBvYUNlRUVFSXFvYWpRSjNkVEpPbVdVb24waE5kdnYyUENsT2w0Ry9lT1gvODJMZzRUcHN6QWx0OTNRaXFSbmtpUnBGdEdoVDY1cTlSQ0UwTEtEUVh0aEJCQ1NDV1ZFQkdSRWhrV09Gb21sVTMzZStDZk9YRFlhRno5NndhdS9uVURBNGVOZ2Q5RC93eVpURFl0TWl4d2RFSkVSSXF5eTBzSUtUK1U4cEVRUWdpcDVLS2VCKzFxWm14NU56azU1ZkFzaC9rV0FDQ1RJUWd5NlppbzUwOUNsVjArUWtqNW81WjJRZ2docEFwNEhSSDRUQ2hKNjFCVGxZdXVxY3BGQ3lWcEhTSXBZQ2VrMnFDZ25SQkNDS2tpSWlJaXNvUUN2QkFLOENJaUlpSkwyZVVoaEZRY0N0b0pJWVFRUWdpcDVDaG9KNFFRUWdnaHBKS2pvSjBRUWdnaGhKQktqb0oyUWdnaGhCQkNLamtLMmdraGhCQkNDS25rS0dnbmhCQkNDQ0dra3FPZ25SQkNDQ0dFa0VxT2duWkNDQ0dFRUVJcU9RcmFDU0dFRUVJSXFlUW9hQ2VFRUVJSUlhU1NvNkNkRUVJSUlZU1FTazVGMlFVZ2hKRHl3aGhqeFcxUzJBcU80N2l5THhFaEpVZjFseENTSDdXMEUwSUlJWVFRVXNsUjBFNElJWVFRUWtnbFIwRTdJWVFRUWdnaGxSejFhU2VFVkF1K3ZyN3c4UEJBN2RxMUZhNlBpNHZEK2ZQbjBhQkJnd292R3lGRitlbW5uL0RxMVN1NVpSS0pCT25wNmREUjBaRmJibWxwaVUyYk5sVndDUWtoRllHQ2RrSkl0V0ZqWTRQWnMyY3JYR2RuWjFmaDVTR2tKSGJ2M2kzM09pNHVEdlBuejBmLy92MHhhZElrcFpXTEVGS3hLR2duaEZRYmp4OC94dHExYXhXdSsvanhZNFdYaDVEU3VuTGxDcnk5dlZHdlhqM0V4Y1hoaHg5K3dPREJnekZpeEFpb3Fxb3F1M2lFa0hKRVFUc2hwTm93TnpmSHRHblRGSzZiTjI5ZWhaZUhrSklLRHcrSGw1Y1hFaElTc0czYk5seTdkZzJwcWFudzlQU0V0N2MzRGgwNmhEbHo1cUJ2Mzc3S0xpb2hwSnhRMEU0SXFUYWVQbjJLYmR1MktWeVhtSmhZNGVVaHBEang4ZkZ3ZDNkSFFFQUFKaytlakhIanhzbTFxRGRzMkJEdTd1N3c5L2ZIeXBVcmNlclVLWGg0ZUNpMXpJU1E4a0ZCT3lIa3F5YVJTQkFTRWdKMWRYVk1uVG9WTFZxMFVMaWR1Yms1b3FPajhmNzllNWlhbWxaNE9RbFJwSGJ0Mm1qWHJoMWNYVjFScTFZdGZybUppUW5FWWpILzJ0cmFHa2VQSHNXVksxY0tERTRsaEh3ZGFNYTBZb2hFb2hzQUVCQVEwRXZaWlNHRWxBNWpqS1dtcHNMTnphM0F1cGlZR0dSa1pLQmx5NVlGMWkxYnRneTZ1cnIwK1VpVUt2K01xQzR1THJoeDQwYWgvZGF6czdOaGEydUwrZlBuQXpRaktpRmZKV3BwSjRSODFXclZxb1gxNjljREFPenQ3ZUhoNFFFZEhSMGNPM1lNNGVIaG1ETm5Ub0h0Q2Fsc1pESVo1cytmaitIRGh5dGN2M2Z2WGhwTVRjaFhqb0oyUWtpMUVCNGVqdGV2WDh0MUhiaHg0d1pDUTBQbHR2UHg4VkZDNlFnaGhKQ2lVZEJPQ0trV0RodzRnSXlNREZ5OWVoWDkrdlVEQVBUcjF3L096czdLTGhvaGhCQlNMQXJhQ1NGZnZUdDM3aUE4UEJ6Nzl1M0R6Smt6OGZidFcyUmxaU203V0lTVWlyZTNOM2JzMktGd1hVWkdCb1lNR1ZMaFpTS0VWQndLMmdraFg3V3dzRENzV0xFQzN0N2VNREF3d0o0OWU3QjkrM2I0K2ZraExTME5seTVkZ2tBZ0FISXp6VWdrRXVvaVF5cWxPWFBtVUo5MlFxb3hHbDFlRE1vZVEwalZ4UmhqV1ZsWmVQSGlCVnExYWxYWU5wREpaTWlYcUFNcUtpcVVmWU1vWGY3c01SS0pCQnpIUVNnVWxtaGZxcitFZkgyb3BaMFE4bFZUVjFjdk5HREhwK0NteElFUUljcWlva0pmMTRSVWQvUXBRQWo1YWhYVzJraFAwRWhWUVBXWEVKSWZCZTJmTVRRMDFORFYxVzJZYjVFR0FGaFpXUm5tTFVoS1NvcUxqSXdVS3p3QUlZUVFRZ2doWll5QzlzOW9hMnRyQ3dTQ0NBQnl6OHM1am51VisxK3B0cmEyUGdBSzJna2hoQkJDU0lVUUtMc0FsVTFRVU5CN3h0Zy9qREVVOG5NN0tDam92YkxMU1FnaGhCQkNxZzhLMmhVN2xkZVZrT000NVA4L2dOUEtMUm9oaEJCQ0NLbHVLR2hYUUNhVG5jcWZhaXNQWTR4SnBWSUsyZ2toaEJCQ1NJV2lvRjJCd01EQVdJN2o3bisrbk9PNCswRkJRVEhLS1JVaGhCQkNDS211YUNCcUlXUXkyVW1PNHpybWIzQ1h5V1RVeWs0SUlhUkN0VzNidGhGamJFYmVhOGFZSVFCWVcxc3Z6MXZHY2R3Zmp4NDllcXVzTWhKQ3loOEY3WVdReVdTblZGUlUxdWNGN2JsOTJ5bG9KNFFRVXRIaUdXTnpPWTdUeGIvanF3REFGWitDK0NTTzQ5WW9zWHlFa0FwQTNXTUtFUlFVOUlveDlqanZOV01zME4vZlAwSzVwU0tFRUZMZFBIcjBLQWZBK2J3c1pubnl2VDZmdXcwaDVDdEdRWHZSVGhYeWYwSUlJYVRDTU1aT0s1b2dsZU00TU1ib0tUQWgxUUFGN1VVN25aZnlrZnF6RTBJSVVaYTB0TFRMakxHMHo1Y3p4dExTMHRJdUs2ZFVoSkNLUkVGN0VRSUNBb0laWXg4WVkvR0JnWUhQbEYwZVFnZ2gxVk5FUkVRV3gzRytrTzhXQTQ3amZDTWlJcktVWFQ1Q1NQbWpnYWpGMjhNWUsvaE1raEJDQ0tsQVVxbjB0RkFvSEowL1FRSk4rRWRJOVVFdDdVVXdOalpXVDhxVU5rd1d5eG9ZR3h1cks3czhoQkJDcXErY25KeUxBTVQ1Rm9uRll2RkZKUmFKRUZLQktHZ3ZSRE5qVVN1cGl0WjljSUpKNEFTVEpDcGFmb1l0elUyVlhTNUNDQ0hWVTNCd2NCcUF5L2gzQU9yVjNHV0VrR3FBZ25ZRkRGcGFUQk9vc0ljNk90b1cyN2RzeFBZdEc2R3JvMjBKb2ZDUmdZbkZUOG91SHlHRWtPcUpNWFltTDRzTVpZMGhwSHFob0QyZk9zYkcyb1ltbHNjRlFzSE9qdTJ0TlgzUEhrTy9QcjNRcjA4ditKNDlobzd0ckdzSUJJSmRoaWFXeCtzWUcyc3J1N3lFRUVLcUY4YlllUURTVDEzY3BlZVZYUjVDQ0tsd0JxYm1uUTFOTFY5OTA5cWFlVy9kemlRU0tmdWNSQ0poR3pkdlpkKzB0bWFHcHBhdkRFek5PeXU3M0lTUTBoT0pSRGRFSXRFTlpaZWpPaXZ3QVZzS3lpNjdzb2xFb245RUl0RWRaWmVERUZLeHFLVWRFQmlhV2l3V2NNS2IrbzBhR2g3YSt3Y2NaczJFVUZqdzBnaUZRc3o3WlJZTzdmMERqUm8yTkJSd3dwdUdwaGFMQVZCMkdVSUlJUldDTWJhUDQ3ajl5aTRISWFSaVZldGdzNm1KaWI2S1FPTUF3UFhwMjdzbjFxMTJoYTZPVG9uMlRVcE94c0tscnJoMi9YOEFjRTJHcklsUklTRnZ5N3ZNaEpEL3h0allXTDJHVnEzbkFKQ1JsdHFTY2x3cngzOXBNZWNVVFExYVRSZ2JHNnZuQ0RROUFVQlZsdWxFOVplUTZxUGFmdkFadERRZklCQUlENmlwcStrdGMzYkVoTEdqVU5ydkFjWVlmSTZld09xMUc1Q2RsUjB2azBrblJqMS9jcW5jQ2swSStVK2FHWXRhQ1ZYWUVSVWhMQUFnUjRwQXlLUmpJNTgvQ1ZWMjJhb2JDdHBMTDYvK2d2dFVmeG1qK2t0SWRWTDlQdmhhdFZJelpDcnJ3RGlIRnNiTnVjMmVhMkZxMHVJL0hUSTBMQndPanM0SWYvR1NnV09iSXpuSlFnUUhaNWRabVFraC81bEJTNHRwbkVDd1dWZEhXM1B0YWxjQWdQTlNWeVNscEdRd21jd2hLaXhvdDdMTFdKM2tEOXFIRGgwS3FWUUtvVkJZWUx1TWpBelkyTmpBeGNXRlgxWWRnM2FxdjRTUWFxV3hxV1ZMUXpQTFIwWm1Wc3g1bVN2THpNejhMMk9oNUdSa1pETG5aYTdNeU15S0dacFpQbXBzYXRsUzJiOHZJZVRmckZCR1psWnN6STlUMlp1M2IvbjM3WnUzYjltWUg2ZCtldDlTVnFnS2xmL3pjOGlRSWV6cDA2Y3NOamEyd00rUkkwZllpaFVycXUxQVZLcS9oSkE4MWFhMXd0RFVZaEk0YnF1MlZxMmE3aXRkTUxEL3QrVnlIdDhyLzRmRnY3b2hKUzAxWFNabHMxNC9EenBRTGljaWhCVEx3TlM4TXdmQllhRlFhT2d3YXdabXo1eGVZSkM1VkNyRjVtMDdzSFhIYmtpbDBrZ0cyZmlvMENkM2xWYm95azFnWldYVnZTd09GQkFRd0dmdkdUcDBLUFQxOWFHbXBsWmd1dzhmUHNEVTFGU3VwVjBrRXZVcWl6SXd4c0lEQXdOankrSlk1WUhxTHlFa3Y2OCthSy9YcXBWV0RabnFkZ0hIVGJDMnNvRFhlbmMwYWF4ZnJ1ZU1pWDJEdVFzV3cvOXhFR1NNSGNvUTVOaDlvRm5yQ0tsSUFrTlRDMmVPRTdnMWF0aEFaZVBhMWVqWXZtMlJPL2c5ZUlSNUM1Y2k3dDA3Q1dNeWw4alFJQThBMWFwVnR6aVdscGJ6aEVMaHhySTQxcU5Iai9qL0R4MDZGQzR1THRCUmtBamd6cDA3aUl5TWxBdmEyN1l0K205WlVveXgxd0VCQVFabGNyQ3lSZldYRUZMQVZ4MjBOMjNadXIxUXFIcEV3SEhmMkUyYmdubS8yRU5GUmFWQ3ppMlJTTEJweSsvWXZtc3ZHR01SRW1uTytPam56eDVVeU1rSnFjWW9LMVQ1RVlsRTdnRG1NOGI2LzlkamZkN1MzclJwVTRVdDdlL2Z2MGZMbGkzTHZLV2Q0N2dGQURvSEJBVFUrYS9IS2t0VWZ3a2gxUTFuWUdyaFpHUm1sZDJ4Kzdmc3pyMzdaZFozdmJUK3VldkhPbmJ2eTR6TXJMSU5UQzBkdi9ZYkpVS1V5YUNsK1FBalU2c1BKcFlkMk1IRHg1aE1KaXYxZTFZbWs3RURoNDh4RThzT3pNalU2b05CUy9NQnl2NjlLZ3VSU09SdWJXMmRXUmJIWW95eG1KZ1lGaFFVeEhidjNzMGVQbnpJZ29LQ0N2ejg5ZGRmN05TcFV5d29LSWhGUjBjelZrWjkya1VpMFM2UlNKUlFGc2NxSzFSL0NTRkYrZW9DU0NPak5nMll1dkFBeDNIOWV0cDBnNmVIRytyVXJxM1VNaVVrSnNKcGtRditkK3MyR0dOWHhSTEJEM0VSQVIrVVdpaEN2aWFVRmFwQ2lFUWlkNDdqNXZyNysydisxMk14eHRqcDA2ZHg5MjdCN3RjM2I5NUU1ODZkb2FxcUtyZThZOGVPR0RseVpKbGtqeEdKUkxzQTJGYUtsbmFxdjRTUTZxWlpDL08rUnFhVzcxcGF0R2Q3OXZ0OFVTdEZlWkhKWkd6UGZoL1cwcUk5TXpLemZOdXNSWnZ5R1FsTFNEVkRXYUVxVGxtM3RPZTVjdVVLMjd0M0wvKzZWNjllTERvNm1xV2twUEEvWXJHWVgxOFc1NjhzTGUxVWZ3a2gxWTJLZ1puRk9rTlRTMm52QVVQWjAyZkJaZmFoVjlhZVBndG12Yjhid2d4TkxhVUdaaGJyQUZSTUozdEN2a0tHcGhhVERNMHMweXphZDJNWEwxOHR0L2Z0eGN0WG1VWDdic3pRekRLdFdVdUxpY3IrdlpXbHZJSjJSMGRIZHU3Y09mNTFyMTY5MkpneFk5aUVDUlA0bjFPblR2SHJ5K0w4bFNGb3AvcExDS2xXbWhxMytjYlF6TkxQeU15S09TMytsYVZuWkpUYkIxOVpTYy9JWUk2TGx1VzFmdmcxYTJIZVhOblhrWkNxcEY2clZsb0dwcFkrUm1aV2JNUzRpU3c2SnJiYzM3ZlJNYkZzeExpSnpNak1paG1ZV3ZyVWE5VktTOW5Yb2FLVlI5QWVGUlhGZXZmdXpTWk1tTUMzTXZmcTFZc2xKaVlXK3Jjb2kvTXJNMmluK2tzSXFYWU1UUzNHR1psYXByUnAyNFdkL2ZOaXVYL29sYld6ZjE1a2JkcDJZVWFtbGltR1poWmpsWDA5Q2FrS21yWnMzZDdRekNxaWVTc1JXN2R4TTh2SnlhbXc5MnhPVGc1YnQzRXphOTVLeEl6TXJNS2J0bXpkWHRuWG95S1ZkZENlazVQRHBrNmR5cTVjdWNJOFBUM1pwRW1UV0dCZzRGY2R0RlA5SllSVUsvcjZiV3NZbWxydU5US3pZa05IVFdDUlVhOHI3RU92ckVWR3ZXWkRSMDM0MU9wdWFybEhYNzl0RFdWZlgwS1VxVzNidG5wdDI3YlZVN0NLc2tJcFdWa0g3VXVYTG1YTGxpM2pyK3VaTTJmWWhBa1RXTmV1WFZuMzd0MVp6NTQ5V2UvZXZWbVBIajFZbHk1ZDJKSWxTeGlydWtFNzFWOUNTUFZpWUd3cE1qSzFERzNlU3NUV3JOdklzck96bGZiQlYxYXlzN1BabW5VYlA3VittRnFHR2hoYmlwUjluUW1wU05iVzFxRVdGaFp0QU1ES3ltcVZ0YlcxYS83MVJrWnRHaGlhV2w0eE1yTmlVMmI4ekQ0bUpQRHZuLzM3OTdNUEh6NVUrUHYyWTBJQ216TGo1N3diN2lzTmpVWDFsSFlCSzBoWkIrMkJnWUZGdGpSTEpCS1drNVBELzBpbFVzYXFZTkJlVlAxVmx1cFlmd21wNnFyVUlNaG1KaFlPQWc3cjlQVHFxbS93V0FXYnJwMlZYYVF5b2FxcWlzVUw1cUZibDA2WXQzQ3BTVUpDd3QxbUpoWUxYNGNGYlZaMjJRaFJ0bVl0elB0Q0tEaWtwcVpXZjVIakhFeitjVHp5Wi94NysvWXQ5dS9mRDBkSHgwS1BzV3paTXNUSHg2TjJJZWxmUTBKQ2NQYnNXYmxsdnI2KzhQRHdLSFNmdUxnNG5EdDNEcGV1L2dXUERkNzl0TlVsc1kxRW9reU80M0x5YmFZS1FCdkF4L3o3TXNiK0NRZ0lHRnJTYS9DMXNyQ3dLSEs5VUNpc3NMS1VsK0xxcjdMVXFWMGJ1N2R2eHI2RGgrR3h3YnNmeDJVSE5XdlJadUxyOEtmL3AreXlFVUlVcXhKQmUyTlQwN3FxVFBWZ0RUWEJBS3UySGJCNWd6dnExaW1mMUxwSGp4NUZWRlFVbkoyZFM3UjlVbElTM3I1OUN6TXpzd0xybGkxYmh2NzkrOFBHeHFiWTQ5eTZkUXNhR2hxNGRPNEVIQmN0VTc5OTU1NjNrYWxsdjJ4a1RZb05EZjFZN0FFSXFXSkVJdEZJaVVRUzl1VEpreWVGYktKaVlHcStVVXRONWVkNkRSdHo2MWE3NHRkbFMzSHM4RUYrZ3c4ZlBxQmV2VThOaEljUEgrYi9uK2ZreVpQUTB2bzAzazVEUXdPYW1xVkxMMjVqWTRQWnMyY3JYR2RuWndlTzR6Qmw0Z1IwYUdjTkI4ZEZxaThqbzRTTVl4dWlRb0tXdEczYlZwOHhkaGJBVVg5Ly8zV2xPbkUxVUJhNTFpczVGUU16aXpVYzR4eU5qQXdGbXozZDBicFZ3ZThKWmZxcy9qWjhHUmwxMmNETVlrTlVTTkFTQUJKbGw0OFFJcS9TQiswR0pwYTlPSEErYW1vQy9icTF0WEJ3OTNZSUJKOCs2MU5TVXZEKy9YdTU3WFYxZGFHbjk2azc3T3JWcTNIanhnM1VyRmtUQUNBV2k1R1dsc2F2QjREWTJGajg4ODgvVUZkWEJ3RElaRElJQkFLNVk4YkV4Q0EwTkZSdVdkT21UV0ZpWW9LSWlBZ3NYYm9VeDQ0ZGc0cUtDaElURS9sdE1qSXk4T0hEQjBSSFIvUEw2dFdyQncwTmpRSy9aM1oyTnJadDI0WWpSNDVnM3gvYnNHdmZBWGg2L1RhSTVYQkJocVp0SmtTR1B2M2ZmN3FRaEZReUhNY05VMUZSdVFDZ1FOQXVsYkxhemMwcy9HdXBDODBiNmV2ajRJRjkwS3RiRjVjdlh3WUFSRVpHb2xHalJ1alhyeDh1WDc0TWlVU0NidDI2NGZMbHk0aU1qSVNob1dHQjgybHFhcUpXclZxbEt1UGp4NCt4ZHUxYWhlcytmdnozWHJwMUt6UDhlZm9vWE56V0NFNmZ1N0NnWlJ1cjRUS1pyQWJIY2RFQW1sbGJXejlrak8zUHlzcmFFVXdUM0h6MW1ocTMrVWFvS2p6TWdlc3dZdmozV1BIcll0UW81UTFqUmZxOC9ocWFXZmFRU1dUalhvYy9lYW5zc2hGQy9sV1pnM2Foa2FtVm00d3g1MlpOOUlVamh3N0U4N0JRaU1XZnVsT3FxYW5oNnRXcjJMbHpKeG8zYmd3QWlJK1BSOWV1WGVWYXlSMGNIREJreUJBQWdKK2ZIdzRmUGd4dmIyOStmWThlUFFBQTBkSFI4UFQwUkd4c0xMS3lzaEFURXdNQStQYmJiNUdlbm80VEowN3dqM0pmdm53Sk16TXpPRHM3bzEyN2R1amF0U3ZXcjErUGI3LzlGa2VQSHVXUC9mTGxTN3g1OHdaWHIxNlZLOC9XclZ2eDRzVUxmbGxpWWlKcTFhb0ZGUlVWZE96WUVWcGFXbEJWVlVYVGVqcElTazdXVDgxa2Z4bVpXbm04Q24zc0FrQmFibGVjRUNWU1VWRzVMeEtKWkFBRU1uQnEyaHBDNGFCQjMyUFZ5aFZ5MiszWXNRT1BIajNDbGkxYkNod2pLU2tKczJmUGhwMmRIYjcvL252NCt2ckN6ODhQbHk1ZGdwYVdGdXJXcmF2dzNOSFIwVmkrZkRrYU5td0llM3Q3ZnJtNXVUbW1UWnVtY0o5NTgrYkp2YTZocVltWlV5Y2k2c1Z6UkVTOE1FN05rcVJycUhLM1ZRV2NXQ0FRMkRMRzFxcXJxODhUaVVRTEF3SUNUbjdoWlNLVm5LR3B4VGdPM0k2YU5XcldXdVc2RkVNSEQxUjJrVXFraHFZbVBOMVh3cVpyWnl4elhkMGhQVDM5c2FHWnhZeklrS0NqSmRpZEVGSUJLbVhRYm1SbVpzQ1kybUZ3Nk5LM1IxZThlQjRDbjRNSG9LcXFpc0dEQnlNek14UHo1czJEUUNCQTc5NjkrU0Q5MkxGamlJeU1sRHZXOXUzYmNmandZUUJBWm1ZbUVoTVRNWGJzdjlrVjA5UFRBUUIxNnRUQitQSGo4ZGRmZnlFNU9SbTJ0cmJ3OWZWRmRIUTA2dFNwZy9idDJ4ZDZIZ2NIQjV3N2R3NDllL1pFMTY1ZElaUEpBQUFyVnF6QXQ5OStpeTVkdWdDZmdoSUloVUpzM2JvVnlHMHRORFEweEtSSms3Qmt5UktZbUpoZzZ0U3BtRGR2SG1yVnFnVkRRME9rcGFkam1lc3F3Zm1MbDVjWW1scjI1TGpzOGE5Q1FxTEsrVTlBU0lWTFQ4L3Vuc1VKWjJ1b2NKTjFhMm5DeThzTEhUdklaNlRidTNjdnJsKy9qcDA3ZHlvOGhxNnVMclp1M1lvWk0yWWdKeWNIQXdjT2hJMk5EUVlQSG96azVPUkN6eTBVQ3RHdVhic0NUOW1lUG4yS2JkdTJLZHduLzFPMStQaDR1THU3SXlBZ0FKTW5UMGFYcnQzZ3ROaWw1dlBRWjZQQjJOT0VkM0I1OHlaZ25FZ2s2ZzVncDBna21wbWRuVDNtMmJOblNwK1JrNVFOZmYyMk5kUzBKVnM1anB0czBhWTF2RDNkWWRDc3FiS0xWV3BEQncrRWxZVTU1amd0cmhYMDlOa1JRMVBMZnRrcEtqKy9lZk1vUTlsbEk2UzZxM1JCZXpNVGk1RmdnbDAxTkRWMDNGeVdZTVN3N3dFQVAvendBK2JNbVlQMjdkdGo4ZUxGcUZPbkRwS1Nrb285bnAyZFhZbGEybXZXckltT0hUc2lORFFVdFdyVlFzZU9IUkVRRUZEZ1N6dy94aGpTMHRJZ0ZBb3hmdng0QU1ENDhlT2hwcVlHRlJVVnZsdk52bjM3RUI4ZmorSERoL090ZG41K2ZsaStmRG1PSERtaThOaWVucDVvMUtnUkZpOWVESy8xN3VqV3BUT1dyM1R2a3BuSkJUWXpzWmoyT2l5SVd1cklWMFBHbUxwVUlEd3U0QVJHSXNzMnNPbmF1VURBbnBhV2hxQ2dJUHorKysvUTF0YUdWQ3JGckZtemdOeWcyOG5KQ1FCZ2FHaUliZHUyWWYvKy9SZzJiQmcwTkRTd2UvZHVtSm1aUVZ0Ykd3RGc0K09EY2VQRzhRTWRqeHc1d2o4UmswZ2tDQWtKZ2JxNk9xWk9uWW9XTFZvb0xMTzV1VG1pbzZQeC92MTd0R2pSQXUzYXRZT3JxeXZmQmVmRW9iMll2MkFScnY1MXZZMjZ0c1Rmb0libHVJQ0FnSnVHaG9hV3VycTZZeWxnLzNvWUdGdUtCQ3FTSTV4QVlESnQ4bzl3bXZzelZGVlZsVjJzTDJiUXJDbE9ITm9MVDYvZnNHdmZ3U25xMnBJdUJqVXN4MFZGQkFZb3UyeUVWR2VWSm1odjBxU0pwckJtbmMwQ2dXQmFLek1UYlBiMFFIT2pULzFTazVPVDhlclZLNWlibXdNQVhyMTZoZWJObThQZjM3L1k0MjdldkJtN2QrOEc4dlZwSHpyMDM2UU5lUzN0ZVRJek0vbkJhbEtwRkdwcWFvVWVPeVVsQlU1T1RuajkralhzN093d2ZQaHdBSUMzdHpmMDlQVGtCcUllUG53WUdSbWZHaXI4L1B6ZzR1SUNMeSt2UWpOVHJGKy9Ick5uejhieTVjdXhZc1VLakJ3K0JOWldGbkJ3V3FRVEhCSjJ3c0RVWWljblRuR0lqSXdVRjNzUkNLbkVtcGxZT0RBR0F4MWRIVzdUZWc4RVBmWlhlTE9zcGFXRlRaczJ3YzdPRG1GaFljakl5RUR0MnJXeGQrOWVmcHZObXpmRHdNQUFCdzhleE1xVksrWDJqNHVMNDF2YkpSSUpZbUppK1BOSXBmLzJPc3ZNek1TQkF3ZjQxM2Z2M2dWeXg3WmtaR1NnWmN1Vy9Mcmc0R0FnZDlENXVISGo0T0xpZ2hzM2JzZ0ZiQTFxMTBKYWVvWUpZekwvMmxhaUxJN0Qxb0NBZ01KVDNaQXFwVEpuTlV0TlRTMzFPSTQ4bE5XTWtNcW5VZ1R0VFV6TnpWVTQ0VkVPYURYNXgzRlk1RGhYTGxoKzhPQUJSQ0lSTkRRMGtKeWNqQThmUHNESXlLallvRjFQVHc5TGx5NUZyMTY5Z0VKYTJuLzg4VWU1QUNFMU5SVUdCZ1pBN2hlN2lrcmhsMGhIUndjN2QrNHNNRkJ0eG93WkVBcUZlUC8rUFFJQ0FyQjU4MllrSnlkajlPalJBSURMbHk5ai9mcjFmTWFac1dQSG9uNzkra0R1RXdWOWZYMW9hbXBpOCtiTldMVnFGVDUrL0loNjllcWh1WkVoVGg4NUFBOVBMK3p6T1RLZGFlcDBhV0pxUGk0bXRORHNHNVhhZjhtM1hBMHlUM3oxWklDYU9GdTJVQ2dRaURRMU5iRmx5MGEwYTlzV1FZL2wzOWQ1L2RIenNqQnQzNzRkYVdscCtQSEhIN0Znd1FLKys5bXJWNi93ODg4LzQrZWZmMVo0dmdFREJ2Q0QwUDM4L0RCOCtIQSt1UGJ6OCtPM3ExV3JGdGF2WHc4QXNOd3R5SDhBQUNBQVNVUkJWTGUzaDRlSEIzUjBkSERzMkRHRWg0ZGp6cHc1Y3NmTkh4VEpaRExNbnorZnY0SFA4eUgrSXh3WExjTUR2M3ZxS2dJTWIyeHF1b2F5UWxWdFptM2FmQ3VSQ1ZaSW1LQnoxODZkNExWK05aNDlmWXA1OCtaaDA2Wk5oZTduNU9TRUFRTUdvRStmUHFVNjM4U0pFN0YzNzE2NU5KaWpSbzNDeG8wYjBiUnB3VzQ0NTgrZng2bFRwN0J2M3o0K3hlVHk1Y3ZSdG0xYi91bnp3NGNQSVJLSkNrMnRlZURBQVF3Y09KQ3ltaEZTU1NnOWFEYzBzYkFIdUkxMWRIVTFQTjNkMEt0SHdmU0kyZG5aZVBQbURTSWpJM0gvL24zWTJOZ1VtK2QyN2RxMWVQZnVIY0xDd3ZEbm4zOEN1WDFRWTJKaU1ILytmSDY3ZXZYcXdkblpHVk9tVElHNXVUaytmdnpJRHpndExtaFhwRStmUHBnd1lRTDI3Tm1EQXdjTzRLZWZmc0xvMGFNUkdCaUk3T3hQU1NPV0wxK09iZHUyWWNHQ0JZaVBqNGVlbnA3Yzc1T1RrNE9rcENUY3ZuMGJIaDRlY3NkWFUxT0R5NUtGc09uYUdVNkxYVm9uSkNiZU56U3huQmNaRnJpOVZBVWxSSWtNVEN4N1NTUnNNQ2RVMFZ3MC94ZGN2bkFPVW9rRS8vdmYvL0Q2OVdzMGI5NmMzOWJmM3gvMTZ0V1RTNTJxcGFXRnRXdlh3dEhSRWZQbno0ZEVJb0dYbHhjV0xGaUFqaDA3RmpoZjgrYk5FUm9heW1kdUVvdkY4UGYzNTRPVi9PZkxFeDRlanRldlgwTkhSNGRmZHVQR2pRS1pwSHg4ZklyOWZldnAxY1crUDdaaDlpOE91UDNQSFNOVmFGQldxQ3JNd01TeVY0NlVPNnlsd2VsTitXa0dMTnUwZ3QrOWV6aC8vankwdExUZzYrc3J0NzJSa1JIZlNNTVlLL0FrNmNtVEozajM3cDNjTWdzTEM3NHg1K1hMbDFCWFZ5OXgzdnFFaEFUczJMRURXN2R1eGFOSGp4QWJHeXYzaFBueDQ4ZjQ0NDgvRUIwZGpjMmJOOFBJeUVqaGNmTFBnVUJaelFoUlBxVUY3YzJhbWRjV2FBcjJjQUp1V0plT0hiQmg3U28wcUs5NFFyYUJBd2VpWnMyYW1EbHpKbVF5R1Radkx2N3AzUERodzVHVmxjVy8zcnAxSzlMVDA2R3Vybzd3OEhBc1hicVVUd1VKZ0c5ZER3a0p3ZlRwMHdFQVdWbFpVRlZWNVFlV2xzVHc0Y094ZE9sUzZPcnFvaytmUGdnTURNUzVjK2N3ZE9oUWpCdzVrdDl1MXF4Wm1EVnJGaFl1WEFnREF3TStGM1JHUmdZY0hCelFvVU9ISW5OSzkrcGhBOSt6eHpCdjRWS05lL2NmL201b1l0bGZsaW1iK3ZyMWs4UkNkeUpFK1lSR3BsWnVBSFBXMUZRWHRqSXp4ZFBIai9EbXpSc3NYcndZclZxMTRwOVNJYmZiU2xoWUdLeXRyUXNjcUVXTEZ2anh4eC81dnV4cjFxeEJ6NTQ5QzJ5M1lzVUtpTVZpdVlHajJkblpDQTBONVlNbkxTMHRMRjY4R0U1T1RueUdtUU1IRGlBakl3TlhyMTVGdjM3OUFBRDkrdlVyOFJ3T254TUlPSFJvWncyZFdscTRGL0JVUCtwMXpEVWpVNnUxbEJXcVNoRWFtVnE1TWNDNWNkTW13cTd0TEFGcE5tSmpZeEFlSG80blQ1NWd6Smd4aUlpSWtOdXBWcTFhdUhIakJzNmVQWXZnNEdDOGUvZU9uOHpMM3Q0ZUJ3NGNRR3BxS3ZUMTlRRUE5Ky9meDl5NWM5RzNiMThBd0xWcjF5QVNpZVFDYitSMitiS3pzNU5yWFBMeDhjSENoUXRoYjI4UFEwTkQ2T3JxOGkzc3lPMUNWcmR1WFV5YU5Ba2RPblNBdXJvNjB0TFM1TDZmVU1RY0NIbFp6UkxTR05WZlFpcVlVb0wycGkwdGJJUkM3cEJRcU5KMDNpLzJzSnMycGNnQm53RFFyVnMzR0JzYkl5QWdBUC8zZi84SEV4T1RJcmZQNjNjcUZvdXhaczBhYUdob1lNNmNPVGgrL0RqNjl1MkxyVnUzWXMyYU5YS1BGVDkrL0lpRWhBUysxU0U3T3h1cXFxcHl3YjhpZVVIOWlSTW5zSHYzYmt5ZlBoMGpSb3pnKzdTTFJDTHMyYk1IWThlT3hlSERoL25KWGdEQXhjVUY5dmIyRUFnRTZOV3JGMXhjWE5DelowL01tREdqMk92WW9INTkrT3paZ2Q5MzdvWFhiNzhQa3dva2JadTJ0SmdRL1R6b1ZyRTdFMUxCOG1lRmF0M1NDSHAxYXNQQzNCeXRXN2ZHd29VTDBhUkpFd0JBV0ZnWTdPenNjTzNhTlVpbFVqUm8wQUJkdW5RQll3eXhzYkY0OXV3WkhqNThpTnUzYjBOZlh4L3U3dTVJU0VqQXRtM2I4TWNmZjZCOSsvWm8yYklsOVBYMVlXRmhnZVhMbHhjb2k2MnRMZHpjM1BqNUdUNTM1ODRkaEllSFk5KytmWmc1Y3liZXZuMWI3T2RBSG05dmIrellzVVBodW95TURBd1pNZ1FYVGgvRk10ZFZRc29LVlhYa3I3OURCMzJIVmE3TG9LYXFDbzdqb0txcUNtOXZiOWphMnNMQndRR3JWNitHcmEydDNLUjdjWEZ4cUZHakJuNy8vWGZZMk5pZ1RaczI4UEx5UW1wcUtnQmc1TWlSZkpDK1lNRUNmai9HR0h4OWZiRnAweVorNEhVZVJkMWpMbHk0Z01EQVFNVEh4OFBMeXd2SVRiU3dmdjE2Nk9ycVlzU0lFZnpFWUpjdlg4YXRXN2V3ZXZYcVVzMkJrSnZWak9vdklSV3Nvb04yZ2FHcDVYS0FXOXBZdjVIUWEvMGF0QlZaRmJ0VGRuWTIzTnpjSUpWS2NmcjBhVGc0T0NBNk9ob2RPM2JFMmJObmNlWEtGU0MzWlR5dnJ4NXkrNm11WGJzVzdkdTN4L0xseS9IdzRVTUF3UGZmZnc5MWRYVk1uandaZ3dZTnd1alJvOUdrU1JOY3ZIZ1IzYnQzNTI4Z3hHSXgxTlhWa1pXVmhmUG56K1BhdFd2ODhzR0RCd081SDhUMzd0MURabVltcGsrZmpqNTkrcUJPN215dEJnWUcwTmJXaHBhV0Zod2NIREI5K3ZRQ3JlZGFXbHBZdUhBaDdPenNzR3ZYTG93ZVBWb3VUM1N4RjFRZ3dPeVpQNkZUaDdhWXUyQkowNWpZdHplTVRDeFh2QW9MWFAycDIzRGxscHljWEtEL0wzS3ZzVlFxbFhzYUFnQ1RKazNDcEVtVEtyQ0VwQ3dVbGhWS0VSTVRFMXkvZmgyWm1aa1FDQVI4bDVha3BDVE1tVE1IelpvMVE4ZU9IVEZseWhTK1pSSzVZME9lUG4yS2UvZnU0ZWJObTJDTUlTUWtCSW9tWEgzLy9qMmNuWjBMTkJibzZlbGh4SWdSV0xGaUJieTl2V0ZnWUlBOWUvWmcrL2J0OFBQelExcGFHaTVkdXNUdko1RklJSkZJNE9QanczZXhtVE5uanNJNmpkeVVsUjgvZm9SV3pacVVGYW9LK2J6K2R1L2FDZitYbTIyb1Q1OCtTRTlQeDVrelovaDVPbDY4ZUZFZ3lVSERoZzNSc0dGRCtQajRvRldyVnVqWXNTTnExcXhaYkplWDI3ZHZJem82R3JWcTFjSytmZnR3OHVSSmZzeFhiR3dzWnMrZURSVVZGWWpGWWl4ZXZCaDkrL2FGc2JFeDlQVDBvS3VyeTdmQzc5Ky9IOUhSMGVBNERoekhnVEdHd01CQWZwNFRsSElPQktxL2hGUzhDZ3ZhR3h0Yk5GRlZnUS9IY1QwRzlPc0w5NVV1MEM3QnFQYVVsQlRZMjl1alJvMGEyTFJwRTdTMHRMQno1MDRFQlFYaDNidDNHRFpzV0lIODZWS3BGSFBuenNYejU4K3hhTkVpZmlCcWZ2MzY5VU9yVnEzZzZlbUpvVU9IWXUzYXRUaHk1QWpjM056dzZORWpmUFBOTndnT0RzYVlNV09Ra3BLQ0lVT0dGRGlQVENhRGk0c0xuSjJkY2Z6NGNWeS9mcDFQL1FpQTcyYVRKeTlnLy9qeEkwSkNRdUR2NzQ4N2QrNUFMQmJEenM0T1RabzB3Y0dEQi9IZGQ5K2hRNGNPTURNelE5T21UV0ZxYWxwZ2V2YlB0UlZaNGVLWlkxajhxNXZ3MHRWcmJvYW1GbjF5SlBnaE5pSW9wb1IvSXFYUTBkSEI5ZXZYNVpZOWZQZ1F2Lzc2SzFhdFdzVS8waVZWVTFGWm9ZckNjUnhxMUtnaHQweFhWeGVuVHAwcWNyODJiZHFnVFpzMi82bk1XVmxaMkxScEUweE5UUUVBK3ZyNmNITno0OWN6eGlDVHlaQi9ISFZlWU9UcTZscmtlSnNwVTZiSXZhYXNVSlZiWWZVM09qb2EwZEhST0hmdUhNek56Zkhnd1FPb3FhbnhtY3BpWW1MZzQrUEROeWgxNzk2ZEg1T1JtWm5KMzRoS3BkSml4MDN0M3IyYjN6NDlQUjJqUjQvR3hJa1RBUUFqUm95QXQ3YzNtalJwZ21YTGxpRXJLd3NhR2hydzhQQkFhbW9xUDlBNklTRUJpeGN2aHJXMU5kemMzUGh4WG5wNmVsaTFhaFh3QlhNZzJOcmFVdjBscElKVlNOQnVaR0l4aEFtNHZab2FHbldXTDFtSU1TTnRTN3h2clZxMU1HVElFSXdZTVlML2NOUFIwWUdOalEwU0VoTDR6QkVBTUhqd1lFZ2tFZ2lGUXN5Y09SUE5temN2OE1XZlg1TW1UZURsNVlXNHVEaGN2MzRkSmlZbWFOKytQUVlOR29UMzc5K2pRNGNPc0xTMHhQUG56eFh1bjU2ZWpucjE2cUZMbHk2d3NMREF1blhyTUdEQUFDQTM2RUR1Rnp4akRGS3BGRktwRkpzMmJZS1Bqdy9TMHRMNEp3RDVINkgyNnRVTE1URXh1SFBuRGg0L2ZveExseTVoM2JwMUpicFcyclZxWWF2WGVodzljUm9yMXF6cmdTeHhvSkdKeFpSWFlVSG5TM2k1bFVvaWtlQ1BQLzdBbFN0WG9LcXFpc0RBUUd6WXNBSDI5dlp5Z3hCSjFWQmNWcWpLU2wxZEhhMWF0U3AwUGNkeGhiYU9sbmJnT29DdkxpdlUxNktvK3R1MGFWTTRPRGpnMXExUFBSRnRiR3o0N2wwQUVCQVFBQXNMQ3o3SGY3Tm16ZmgxYVdscC9Id0JVcW0weUpiMndNQkE2T25wUVNLUjhNc2tFZ21mUGpqdlNVOUdSb1pjMnRLOGJxRjUzVWdYTDE0TXFWUUtjM056bkRoeG9zQjV2blFPQklGQVFQV1hrQXBVN21uekRFMHRGM0VjNTI3UzBoaGJOcXlEOFRlS1I2a3JXMVpXRmxKVFUvbVVjQ1ZWV0lZWnFWVEt0OGJsL1FEZ1cweksyL1B3RjVpellCSENua2RBaFpOdDFsSVhXdWI5dlhQVEpYTDRkRlBCNWFzSFhMNVVpbHp1T3VTdWwxdW5hUC84eHkxa2Y3bDlIejE2eEE5TXVIbnpKcnk4dkdCaVlvS2xTNWZDeWNrSkV5Wk1nSTZPRGp3OVBhR21wZ1luSnllKzlkUGEyanBHVWJrK1AyZHBmdC9QOXkvSjc4c1lFM0ljcDNCQUJtUHNkVUJBZ0VHcC8zaGZBVU1UQzN0dzNNWTZ0V3NYbWhXcXFzb2I2MUllV1Vkdi9IMExUb3Rka0pDWUtBWkRwY3NLSlJLSjNEbU9tK3Z2NzEvNEtQa3FRaVFTN1FKZ0d4QVFVT2Z6ZFNXdHY2TkdqWUs3dXp1TWpZM2xsaytkT2hXelpzMUN1M2J0Q3V6VHQyOWZIRDE2RkhwNmVoZy9manhjWFYyeGMrZE85Ty9mWDY1UGUvLysvZEd0V3pja0pDUmc0Y0tGOFBMeXdvMGJOM0R1M0RuK1dDRWhJWHlqVDJ4c0xKWXVYWXErZmZ0aTdOaXg0RGlPZjdvYkZSV0Z4WXNYNC83OSsramN1VE42OWVvRmYzOS9uRGh4QW4zNzl1WFRUMzQrQjBKK0dSa1ovQndJaGFuczlaZVFxcTdDdXNlb3FxZ0MrT0swM09WT1hWMjkwRUZwUlNtc1pVMG9GSlk0UFZkNTRMaThhdzRBakFQQU9JNlQ1ZnNqc0h4NTBobkhjZnovODZWUVozbmI1NjVuK0hlbHduWEZIZmV6L1UyQ2dvS3dkdTFhaU1WaS9Qenp6K2pkdTdmYzcyRmhZWUg5Ky9manpKa3pzTGUzeCtEQmcrSG82QWlPNDY0cC9yMkxEcVRLZW4xaDJ6UEdyQUJZRm5td3IxQnBza0lCUU8vZXZlSGo0eVBYTngyNXdkRDY5ZXRoYUZpd0s4MlpNMmNna1Vnd2F0UW91ZVVIRGh4QVptWW1aczZjS2JkY0pwTmgxNjVkR0Q5K1BMUzB0QkFmSDQvKy9mdmo0Y09IQ3Y5K0Vva0V0MjdkUXE5ZXZiQjY5V3EwYTljT3ZYdjN4clZyMXpCZ3dBQjRlM3VqUm8wYWZNYW56ODJZTVFPYk4yK1d1MEh2MUtrVDd0MjdWOFNWKzRTeVFpbFhhZXR2bnVIRGh5TXpNNU4vblppWUNHZG5aNzU3U3RPbVRiRno1MDY4Zi84ZWpERytjU2d2UTFsaE5EUTA1TjRidHJhMitQdnZ2K0hzN0F3MU5UVk1uRGlSVHptYWxKUWtWK2RjWFYzbFd0cVJHM2dmTzNZTXYvMzJHMFFpRVdiT25DbjNIdnZTT1JEeVVQMGxwSHlWZTlBZUdScm9ZV1JpRWZ3a09IanZrRkhqUzkwOWhwUmVidmNZaUxQRUNaeU1UUWtQZTFKWnU4ZU1hOVNvRVVhTkdvWHZ2LzllN2lhblc3ZHVhTml3SVpBYkdOdmEyc0xHeGdiUG5qMERQdVh1bmxMb1VTc0JhMnRyVjhaWXRRcmF2eVFyVkduSlpESWNQSGdRcnE2dVFHNWYzYmk0T0NCM2NLbFlMT1puS2RYVDAwUDkrdlVoRUFqdzRjTUhPRGc0WU92V3JYd1h1cUp1MEhiczJDRjNRNzU1ODJaa1oyZGp3SUFCOFBQemc2T2o0Z2xOODNLNG56NTlXbTRBckVRaTRRTW41TjdzZno1amE1NXl6QW9sRUlsRVRRTUNBaWpMaHdML3BmNmVPWE5HN25WaExlMlBIeitXNjNwVlhORCtPYUZRaUo0OWU4TE96ZzZkT25WQysvYnQrWFc2dXJweTI3cTZ1c3ExdE9lMXBqZHExQWp1N3U2b1hiczJuang1Z3FOSGoyTHMyTEg4ZnFXZEErRnpsTldNa1BKVElTM3RyOEtDempjMnRyQUV5L1JaN0xLeXg4M2JkMHM4RUpXVVhFcHFLaGIvNm9aTFY2K0JNZG5mVldFZ2FyMTY5VEJzMkRBTUdqUUk2ZW5wY2wrU2UvYnM0ZitmbVprSkR3OFBoWG00aWRLVk9pdFVjbkl5eEdJeFpETFpwMndxdVhuU1g3eDRBZVFHNDlPblQrZHY1UGJ2MzQ4R0RScmcyclZyYU42OE9Td3NMQkFkSFkzWHIxL2p3b1VMUUc2cU9vbEV3bWZ0Nk5HakI3Nzc3anNBd0tKRmkrRG82SWhidDI0Vk85WkZSVVVGTGk0dWZDbyt4aGlFUWlFY0hSM3g0Y01IdkhyMUNoRVJFWWlOamVYM0dURmlCRGlPdzZWTGwvaUI1RlpXLzE2RDY5ZXY0OGNmZitSZkYvZEVwd3l6UXFsWVdWbjFFZ2dFd3hoand3RGNCVEN5QlB0VkoxK1UxZXpodzRkNDgrWU5nb0tDQ25TUEtjeUZDeGZrRWlQa1pTZ0RnSlVyVi9LemE2ZW1wcUovLy80S2p6Rnk1RWpjdm4wYlo4K2V4WWdSSXlBV2l4VjJ1MVRVMG83Y3B6NTVYVi9ldkhtREowK2V5QVh0S01VY0NJV3A2bG5OQ0ttc0txeDdURzd3Mk52UTFISzU3NVZyUzRPZVBpdnhoMk9lWmN1V0lUNCt2a0JmdXp3aElTSDhoQldsY2V6WU1SdzZkQWp2Mzc5SG8wYU5NSDM2ZEF3Y09KQmZMNVBKWUdkbmg1RWpSL0tUck1oa012ejU1NTg0ZWZKa2tYMzhuSnljY09QR0RmNjFob1lHL3Zubm4wSzNmL0RnQVR3OVBiRi8vLzVTOVg5L0ZQQVljeGNzUVV6c1d5bkhzUldSb1VGVjZzTlJLcFhpNE1HRENxZmpCb0NmZi82NVZKTmNrWXJ4cFZtaDl1N2RpM3YzN2lFOVBSMnVycTdvMzc4L2Z2MzFWK1RrNUFBQWZ2bmxGemc3Ty9PRCsrcldyWXZzN0d6czJyVUxHemR1eEpVclYrRGo0NE1aTTJidzc4bS8vLzRiV1ZsWi9HdmtCa1ZQbmp5QlRDYkRtREZqSUJBSWNQLytmYWlwcWNIUHo2OUF1VXhNVE9EcjY0dVRKejlscnZ2NDhTTnUzcnlKbWpWcklqWTJGbzBiTjBiTGxpMlJrcEtDbEpRVUhEMTZGQU1HREFCakRObloyYmg0OFNJT0h6Nk0rdlhydzhYRmhhK3pVcWtVaHc4ZjVzL2o0dUpTb3V2N0pWbWhtalJwb2xtL2Z2MEJBSVl6eGdaeEhGY2J1VGNLTEgvS0d3SUFuS0dweGZYUzF0K0VoQVIrWm1zM056ZG9hV21oVDU4Ky9FM210bTNiQ3JTZ2g0U0VJREF3RVBQbno4ZkxseS81Rzh5ODc3TmZmLzFWWVo3Mi9CNDhlSUM5ZS9jaUtpb0tibTV1T0hQbURQcjM3NDhlUFhyQXlzb0tUWnMyVlpoeEt5MHREYXFxcWxCUlVVRnljaksvL09YTGw5RFgxLy9pT1JDS3V2bEZGYzVxUmtobFZkRjUybVdSb1lITG03YTB1QmI3NXMyaHNST25sZm94cElhR1JwRXpoWDZKdW5Ycll2djI3YWhUcHc0dVhyd0lGeGNYdEdyVml1L3JkL3o0Y1docmEvUEJ3SlVyVjdCanh3NmtwcWFpVmpFZjhDa3BLVmkwYUJIZjRsZGNDMXY3OXUwaEVvbXdZOGNPekprenA5aXl5MlN5dk1lUWtFb2wwVklabzhlUXBFTDhsNnhRYytmT0JYTDd0Ry9ac2dWMTY5YVZTNFVuRkFxaHBhWEZ2Ny9TMDlNUkhoNk8yTmhZT0RrNUlUWTJGdHUyYmNQMTY5Y2hGbi9LTHFlcHFRbE5UVTNjdjM4ZjJkblorUFBQUDNINThtVWNPblJJTHZ2RzI3ZHZ3UmdyY0xNZEdCaUlkZXZXWWZ6NDhYd3FQVjlmWDVpWW1NRE96ZzcxNnRYRDBLRkQwYmx6Wjh5ZVBacy9ob09EQXdRQ0FjNmRPNGZFeEVRK3c4aU5HemY0U1pieXA0SjFjSENBUkNJcGNTYWQ0ckpDR1JzYmEydHJhM2VXeVdTbUFvR2dKNEQrQURUejR2TzhmM00vZStwYldWbjlsOGRWelVxd1RaVWdrYkZtUW83VDBkVFU3RkhhK2hzZkg0OSsvZnJCMHRJU216WnR3dHExYStIdTdnNkJRQUJWVlZVSWhVTGs1T1R3MlYyTWpJeFF0MjVkVEpzMkRVS2hFS05HallKUUtNVGt5Wk5MbkhFb0pDUUVIaDRlR0QxNk5EWnUzQWdORFEwTUdqUUl6NTQ5dzdWcjEzRCsvSGswYnR4WXJzdk0xYXRYOGVlZmZ5SXpNeE9XbHBaZ2pHSGx5cFhZdjM4L3Y4MldMVnVRbkp4YzZqa1FGQTJ5VmFTcVp6VWpwRElwOSt3eGhmbVNBVC9MbGkyRFZDcEYvZnIxRmE3LysrKy9DN1MwdjN2M0RnMGFOQ2h4dWFSU0tUcDI3SWd0VzdhZ2MrZk9rRXFsR0RSb0VEWnQyc1NQMGo5NjlDZ2FOR2lBMU5SVTdOdTNENmRQbnk3MGVHUEhqb1c5dlQxNjlPaFI0akxFeGNWaHpKZ3h1SERoUXBFM0JlL2V2OGQ4NTJXNDYvY0FUTWJPVnJVQlAvbGIvYjc3N2p2czNMbXp5SmIyRVNORzhJK1d1ZkpJM1ZHR2N2dTB1d1FFQkpSdHArNUtvcXl5UXVVTlJIMzY5Q20yYnk4ODBZUzJ0aloyNzk2TnpNeE0rUGo0SUQ0K0hzdVdMUU1BN051M0R5WW1KdWpjdVRNV0xseUlOV3ZXWU51MmJVaEpTZUczeWMvTnpRMTZlbm9GWnBjY09YSWtGaTFhaE5UVVZHemJ0ZzJqUm8xQ2VIZzQ5UFgxY2V2V0xiUnUzUnBaV1ZtNGQrOGV6cDgvajhqSVNOaloyZUh5NWN0SVMwdkQrUEhqa1phV2h0T25UME5YVnhlZE8zZFcyS1hnNzcvL3hyVnIxNHB0cFZRa2YxWW94cVJ1dWhyQ0dJN2pwZ0xvbERkaFRwNzhieEhHV0ZsbXU4bnc5L2V2V1lMdEtpMURVOHRGQWc3dWhzMmFZTWZXTFY5VWZ4V2xhOHg3NGlLVHlTQVFDQ0FVQ3ZtZy9OMjdkOURUMDFOcWdnSmxrNisvYkhGa2FLQ0hzc3RFU0ZWUzBTM3R2TnpnY3JpaGlZWDlQL2Y4Tmc0Y05yclExRnErdnI3dzgvUERwVXVYb0tXbGhicDE2eW84Wm5SME5KWXZYNDZHRFJ2eXM0bzZPanJDek13TU0yZk9MRGFkbzBRaXdiRmp4OUM0Y1dPSVJDSUF3TE5uenlBVUN1VnlxZWYxL3p0L3Z2aUdndVRrWkQ0bjcrY0NBZ0xnNWVXRjhQQncxS3haRTI1dWJ1amN1VE1hTm13SUl5TWozTDkvbng4ODlEbjUxRnBzZm1SWTBPL0ZGcWFTKyttbm53cDk0cEtVbElRUkkwWlVlSmxJMGI0MEsxUk1UQXlDZzRPUmxaV0ZGU3RXb0VlUEhnVnVmdFBUMHpGNzltenMyN2VQWDVhVWxBUmZYMThjT25RSXlPMHUwTFp0VzJ6ZnZoMnFxcW9JQ0FpQVFDQkFpeFl0MExWclY0WG52bi8vUHBZdFc0YkF3RUMwYnQyYUQ2cHljbktncHFZR2RYVjFiTml3QWJHeHNVaElTTUR3NGNQeHd3OC9JQ3NyQzFwYVdoZzhlRERldm4yTGh3OGY4cDhUd2NIQnNMVzFsZnRNVUZWVkxaREpCcmw5b2IrVWZGWW9BRUEyZ1BjQXNoaGpoYWEveWd2WVpUTFozd0JjdjdnQW42NVRsV2tZS0FvRGg1cGEybCtjMVV4UjhNMXhYS0ZaeUVyVGVQUzFVcERWakJCU0Nrb0wydk5FaGdYOTNzVFUvSFpDVXRMUm4rd2RGRTdDMHJ0M2I5alkyR0R3NE1GeS9mRStKeFFLMGE1ZE83bkFiL2Z1M1RoKy9EZ21UWnFFQVFNR1lQTGt5ZERTMHBMYkx6NCtIbVBIamtWcWFpb2FOV29FVDA5UC9qRjlTRWhJa1JPdEZDY2xKUVdPam83UTBkRkJpeFl0TUgzNmRIN0NqWVVMRjJMVXFGSFl2bjA3UG43OEtOZG51M1hyMWdnT0RpNFF0R2RuWitkTllnRUdGaXlCYkd4TTJOY3hpY1h1M2J1TGJHa25sY2QvelFwMTdOZ3hxS2lvZ09NNExGMjZGQzlldk1DZ1FZUGt0bUdNNGYzNzl4ZzBhQkNhTjIrT0RSczJZTkdpUmJDeXNzTEpreWRSbzBZTk5HellFQ3RXck1DYU5XdGdZV0hCdDNEbVRYTDJ1WkNRRUNRbUpzTFMwaExMbHkrSFVDakU2dFdySVJBSStQenJrWkdST0hQbURJS0RnNkdqbzhNUGpoMHlaQWhzYkd6UXJWczNIRDkrSEFFQkFYeTNsN1p0MjhMYTJsb3VhTS9PenNhbVRac0tsQ0V0TGEzRTF5bS96N05DUmY2YkZXcS92cjUramZyMTZ3L2lPTTZXNDdoQkFHcDkzbjA5ZC9yNitJQ0FnUDk5VVFHK0lwVFZyT0lWckwvVVBZYVEwbEo2MEE0QU1hRlBualJwMHFTZHNHYWR6ZnNPSHBsMi82Ry8zSFRuR2hvYTBORFF3TzdkdTJGbVpzYTNYUHY0K0dEY3VIRjhpOGVSSTBkdzllcFZ1V09ycTZ2anh4OS9oSzJ0TFE0ZE9vUng0OFpoMUtoUitPR0hIL2pndms2ZE9qaDY5Q2dTRXhOeDllcFZUSnMyRFh2MjdNRTMzM3lEeE1SRTFLbFRZTzZORWp0eTVBalUxZFVSSHgrUGd3Y1BZc2FNR1RoeDRnVGY2aDhYRndlcFZDbzNtMTVlbWZKbnB3Q0FsNjhpNGVDMENNRWhZWkRKWkx1NHJKUmZZcjZTNmFMUG56OWZaT3F6MzM3N3JVTExRNHIzWDdKQzVhVk1QSGZ1SEZSVVZHQmpZNE1hTldwQVJVV0ZmNnFWbHBhR3NXUEg0c1NKRS94N1ZTZ1VRaXFWSWljbkI4MmJOMGZ6NXMzaDVPU0VqeDgvSWlJaUFqVnIxa1I4ZkR4L250cTFhOHUxaU83ZXZSdERodzZGcHFZbTNOemNNR1BHREhoNGVHREpraVhJeU1pQXBxWW0rdlRwZzlqWVdHaG9hR0RTcEVrQWdLVkxsL0pqYVNaTW1JQ3hZOGRDVjFlWDcvNmlxTlZWVFUwTlM1WXNLYkE4ZnhhWmtpaEpWcWczYjk1a3ZIbno1Z1NBRThiR3h1cmEydHI5T0k0YnpoajdudU00dlh3QlBBMUV6VlZkc3BvbEpTWGg5T25UbURwMUtwQTdKdXZreVpQWXVYTm5oWnkvS21ZMUk2U3lxaFJCT3o0OUxzOEVZcVkzTTdHNEVod2N0dXY3RWVOMDNGeVdZTVN3NytXMmk0dUw0MXZiSlJJSlltSmkrQy8wL05NNGY0N2pPTlNzV1JNQ2dRQ3hzYkY4aXh4eTAxUHA2ZWxCVDA4UExWcTB3Tk9uVDNIeTVFbCtBb3Vzckt3di9yM3lwcTl1MEtBQlZxOWVqYjU5KytMKy9mc1lPSEFnZnZ2dE4yemN1QkVEQmd6QWtDRkRNR3ZXTE5TcythbXJhUDVVWUFCdzhzeDVMRi9wanN4TWNiS1V5YWE5RGdzNitjV0Zxb1Nxd3ZUMnBLQ3l5QXFGM0RTTHljbkoyTEpsQzQ0Y09RSXRMUzMrL1p5LzczZitBWFFBTUgzNmRINjcyTmhZSkNZbVlzR0NCWHgzRUE4UEQzNE16T1BIajNIcjFpMitHNDZHaGdhOHZMd1FFaElDNUU0OG82bXBpUVlOR2tBbWsrSDE2OWQ0OWVvVm9xS2lZR0Jnd0ErOGs4bGtFQXFGcUYrL2ZwSDl4TE95c2hUMnFTL3FhZUhudmlRclZFUkVSQmFBUDNOL2hOYlcxajBZWTdZQWhpbHpIRk5sVkZiMUZ3QUdEaHdJUzB2RlV6TWtKaVpDWDErL1FOWWdOemMzM0xwMVMrSDRocncrODNrem9DWW5KMlA0OE9FRnRoT0x4WkJLcGZ4M1I1NUpreVpoMHFSSlVGTlR3L1hyMTVHWW1BaEhSOGRDWi9IK1hFa3pwQldscW1jMUk2U3lxVFJCZTU3WFlVRW5qY3pNSG1Sa3NzTUxscmgwdWZYUEhheHlYUWF0M0Era0FRTUc4SzNVZm41K0dENThPTjlDcXlpRlcwSkNBbzRjT1lJTEZ5N2cyMisveGU3ZHU0dnQyNjZ1cnM0SGtRMGJObFI0M0MrUjl3V2ZGNHlibUpoZ3g0NGRlUEhpQlp5ZG5jRVl3OEtGQzRIY201TnZ2dmtHYWVucFdPYTZDdWN2WGdaajdBN0haWTkvSFJyeVZVeU9VdGtIazVJUys4OVpvUUNnWDc5KzhQWDF4ZG16Wi9IRER6OFVXQzhXaXhFWUdJaXdzREE4Zi80Y01wbU1ieTE4L3Z3NTVzMmJoKzdkdXlNek14T3VycTZvVisvZmdlM3g4ZkZ3ZG5iR3pKa3owYmh4WTM1NW5UcDEwTFZyVjZTa3BFQW1rL0VEdjUyZG5mSHc0VVBNbVRNSFlyR1kvL2ZkdTNld3Q3ZkhxRkdqY1AvK2ZTeFlzQUNyVnEwcTBPVU91VGNGR3pkdUxMQjg1TWppMDZTWFlWWW9xYisvLzNVQTF3RTRpRVFpeGYzUHFyY3lxYi9JeldDa1NQN1pVai8zMDA4L29YdjM3Z1dXSnlZbXlqMnAwZEhSd2ZYcjErVzJlZmp3SVg3OTlWZXNXclZLWWFwSDVONzBlbnQ3dzk3ZUhqRXhNVWhMU3lzUTRIK3VOQm5TRktHc1pvU1VqMG9YdEFQQXE1Q1FLQURkalV5dDNNNWR1T3o4T09pcDBIdTlPNW8zYjQ3UTBGQyt2N2xZTElhL3Z6Ly9hTHA1OCtZRmpqVnIxaXpZMk5qZ3lKRWpCV2FNUSs2anc1TW5UMkx3M3Fldit3QUFJQUJKUkVGVTRNSFExdGJHOWV2WDRlZm5oeGt6WmdBQTJyVnJoNVVyVnhZNmdjWG4vUDM5a1pDUWdMNTkreUl4TVJFUEhqeEFodzRka0pXVmhaMDdkMEpEUXdNZE9uU0FSQ0xCdFd2WDBLTkhEelJ1M0JnTkd6WkUvaFJ0RHg0OGdNaTZMUWJiamtYVTZ4Z3BCNnlOREExMEFWRDQ0d1JDbENqNmVkQ3RaczNNTFptbVpJK24xMi9EN3R5OVgyaFdLTEZZRE1ZWXhHS3hYTGVvbFN0WDhvRlBZbUtpM0xxTWpBenMzNzhmclZ1M1JwOCtmV0J1Ym83bzZHaWNPSEVDVjY1Y2dadWJHenAyN0FoZlgxOU1uandaYytmT3hiZmZmb3ZvNkdqTW56OGZMVnEwd0pRcG55YlNaWXdoSWlJQ09qbzZVRlZWeGNHREIyRmdZSUFhTldyZ3hvMGI4UFgxUlhCd01CWXNXQUJ6YzNQczNMa1R4NDhmeDY1ZHV6Qng0a1JNbXpZTlNVbEptRGR2SHNhTUdZT1RKMDhxRE5nVUJUekYzYXNxeWdvVlhUWlpvV1EwRzJyaFNsTi9DMU5ZZ0Z0VTBINysvSG5jdlh1M3dQTHM3T3hDOTVGSUpQampqejl3NWNvVnFLcXFJakF3RUJzMmJJQzl2VDFzYlA1TjVwQ1dsc2JQSWoxdjNqekV4c1lpSkNRRVlyRllZV05VKy9idElSQUlrSmlZaUY5KytZWFBrRllhNVZoL0NhbjJLbjFMcDRHSlpTK080M3kwMUFYNlppWXQwZHpJRUhuZmViZHYzMGFYTGwwS3RJWTRPVG54R1dhS0M3WXpNakt3WU1FQ1BIMzZGREtaRE1iR3hwZzVjeVk2ZGVyRWIrUGc0SUJ1M2JwaDlPalJjdnVlUDMrK1FNckhEUnMySURJeUVsdTJiRUZDUWdKbXo1Nk55TWhJMUtoUkExWldWbkJ3Y0lDQmdRRWtFZ21tVFp1RzhQQndxS21wb1ZPblRsaThlSEh1amNNTmVIaDQ0TlhiajVCSXBHOEF5WVRJMEtmVmZ2QllWZksxcDN3c2pxR0poVDA0Ym1PZDJyVVZab1Z5ZDNmSHFWT24wSzVkTy96KysrOXlnZXkxYTlmdzY2Ky9RaUFRWU1TSUVaZy9mNzdDYzRTRmhXSE9uRGtZTUdBQUprMmFKSGRUSGg0ZWp2WHIxMlBGaWhXWU1HRUMyclp0aTVVclY4cDlGdlRwMHdkSlNVbEFiamMyRnhjWGlFUWkzTGh4QTZxcXF1alVxWk5jTjRMQXdFQmtaR1NnYytmTy9ES0pSSUw3OSsralM1Y3VBQUJiVzF2TW1UTUhHemR1NUNkait0eWJOMi9RcUZFanJGNjlHdWJtNW5McnZzYXNVRlZSY2ZVM3Y2MWJ0K0w5Ky9lNGNPRUNEQXdNRkc3ejhlTkhwS1dsWWZEZ3dlalVxUk0vVU5yTnpRMkdob1o4L2Nrdk9Ua1pibTV1ZlBlWVBEZHYzb1NYbHhkTVRFeXdkT2xTT0RrNVljS0VDZERSMFlHbnB5ZlUxTlRnNU9RRVUxTlRSRVpHd3RQVFUyNy8wTkJRNk9qb29GR2pSdnd5aVVTQ0J3OGU0TzdkdTNKZEZSVjl4eFdGNmk4aDVhdlNCKzBBME5qVXRLNGExUGVENHdaMTdkd0pYdXRYbzI2ZE9yQzF0ZVVIZXBhbjhQQndPRG82NHNDQkF3cGI2OHRTZEV3c3hvd1pnL2prZEVpazdHSTJzaWJGaG9aK0xOZVRrakpYM1lOMkFHaGlhbTZ1d2dtUGNvRENyRkFWSlNBZ0FGWldWZ3BidVBNbVhTcnBCRGZscFVCV0tDWWJHeFA2ZFdTRnFxcEtXbi9UMDlNaGs4bnc0TUdESW1kdHJsMjdObHEyYkFsVlZWWCs1dEhOelEzUG56OVhPUGRJZG5ZMm9xT2orYUE5S0NnSWE5ZXVoVmdzeHV6WnM5RzdkMjhBZ0oyZEhTWk1tQUFiR3hzd3huRG16QmxzMmJJRmd3Y1A1Z2Q4NXpkMDZGQXNYYm9VSFRwMDRKY2xKaWFpYjkrK2VQandvZHo3cEtSQk85VmZRaXBHbFFqYXJhMnRGekxHdWtobGFDNWpyTFdhbXBxZ1RXc3p2SWlJS0pEaUVRRDA5UFFVWm0zNEwyN2Z2ZzExZFhXNTJlYksycTEvN21LdWt6UFNVMU56TWlVeXA5ZGhRWnZMN1dTa1hGSFEva21USmswMGhUWHJiQllJQk5OYW1abklaWVVpbnlqS0NoWDVsV1NGcXVwS1UzLzc5T25EajhYSXlNakF4WXNYTVdyVUtDQTNLSTZLaW9LM3R6ZVEyeTB6T2pvYTRlSGgwTlhWbFJ0L2tTYzdPeHVCZ1lGbzM3NDkxTlRVVUtkT0hmenp6ei80L3Z2djViSVYrZmo0b0dQSGpud3FZUUQ0OE9FRG5qMTdWbUJ5cjdpNHVQOXY3ODdEb3FyK1A0Qy83N0RJRGk2bDRzSm9xS0FDTTZPb1dacVd1V2VHWldxNUZMbWxpWks3Wm02RjVvWm1MbW1wNVY2Wlp2ck5ORFhOWDZZZ2loc2dDdUxDSWlEYnNNMXlmbjhJa3dRb29EQU12Ri9QNC9Odzc3bHp6MmZHeTh5SE0rZCtEbDUvL1hYOCtlZWZ1SHo1c21FZWZIeDhQUHIxNjFkb3lreEprblpldjBRVnAxTE9hZit2YytmT2ZaSC9zNHVybDFLV203UGpyN09oTFQ0WU1SU1RKNDUvWktuQXArWEZGMThzdDNOck5Cb3NEVnlOalp1L2g5RHJ3L1ZhREk2SkRBMHB0dzZKS2toSnEwSlZWMVc5S3BTcEs4MzFxOVZxY2V2V0xTQ3ZjbEJPVG81aCs3KzErYU9qb3cwTGhEM3M0c1dMcUZldlhvRWsvdXJWcTZoVHB3Nm1UWnVHL3YzN28wK2ZQbENyMVFVR3E3Nzk5bHZEejFsWldWaTBhRkdScS9FZVBud1lYbDVlMEdxMW1EOS9QdDU1NXgwTUhEalFzTEJZYWZINkphTEhjblp1WXlOM1UyeHU0cTRRcjcvMWpvaStHU05NVmZUTkdQSDZXKytJSnU0S0lYZnordGJadVUzcDF6YW5Ta2VsVXMxVktwVXNiZmFRSnU3dUxuSTNyMU5OM0JYQ2IvSjBrWjZSWWV4ZlA2Tkp6OGdRZnBPbjUvL2VuMnJpN2w3MFpHaXFOQjUzL2ZicTFVdGN2bnhaWEw1OFdmemYvLzJmZU91dHR3emJSNDRjRVJNbVRDaDBIY1RHeG9wSmt5WVp0aWRQbml6Mjc5OHYwdExTRFAvVWFuV0J4L1RvMFVQRXhCVC9tVGR1M0RoeDlPalJRdnR6Y25KRTkrN2R4UjkvL0NHRUVDSTZPbHE4L1BMTDRuLy8rNThJQ3dzVDNicDFLL1NZZmZ2MmlUZmVlSVBYTDFFbFlaSmYzZCs5RzV3WkhYWitoQkQ2SWFFWEw2WDM5Um1FWHc3OHo5aGhsZHErWHcraXI4OGdoRjY4bEM2RWZraDAySVgzNzk0TnpqUjJYRVRsSWVycTFadlJZUmM2UStEemZiLytwdXZyTXdnWFFpOFZPQ1l6TXhNclZxeEFRRUJBbWZyWXVYTW4yclJwVStEZmxTdFhETzBuVHB6QWdBRUQwS0ZEQnd3Yk5nelhybDByOFBodnZ2a0czYnQzUjhlT0hURjE2bFNrcGFXVjhka1c3MExvSmZUMUdZUjl2LzZtZzhEbjBXRVhPdWRWektKSzdISFhyMXd1UjFCUUVJS0NnbkRod2dXbzFXckQ5clZyMXlDWEY1NVdjK3pZc1VJVlo3NysrbXVNSFR2VzhLK29WWFhMWXV2V3JiQ3lzaktNd0x1NHVHREZpaFZvMmJJbE1qTXppNndWWHhSZXYwVEdZeExUWTRvVEhSYTZvNUZyNnpNWm1lcnRFNmZNYkhmeTFOK1k5OGtNMkJSVEs3ZXl5TXpLd3FjTEF2RFQzdjBRRUdmME92M2dtR3NYYnhnN0xxSUtvSXNLT3ovTHBZWFhrWnN4dDdlKzllNTd6cE1uanNjSEk0Wmg3ZG8xaHJteitUZlpsVlphV2hwNjl1eUo2ZE9uRy9ibEp5TTNidHpBOU9uVDhkbG5uNkZEaHc1WXVYSWxKazZjYUZpVjllZWZmOFlQUC95QXRXdlhvbWJObXZEMzk4ZWlSWXZ3K2VlZlA1VW5ydGNMYk56OEhaWUdyb1pHbzcwTGFOK0pZbFVvVTFQbytoMzkvakRjaTdzTFIwZEh3MEpkT1RrNXlNcktNbXpuVzdSb2tlSGExR3ExMkxWckYzSnpjM0g3OW0zRHF0Z1RKa3hBdDI3ZG5tclFaOCtleGRkZmY0MDFhOVlVbUZiajZla0pBTGgrL2ZwajY3SHoraVV5UHBOTzJnSGdWdVNsNndCZWNISDMvUHpIbjMvNStOejVVTm1xcFFGbzFkTGQyS0VWNmZLVnE1anc4WFRjaUw2cEY1Sllkdk5xNkV3QVdtUEhSVlNSYm9aZk9OYkF6YzFUMHRUWXNtaHBZSitUcDA3RDNiVXhWcTllalowN2Q1YjV2S21wcWFoVnExYVJDY2dQUC95QTU1OS9IbDI3ZGdYeWtxTzllL2ZpN05temVQNzU1N0ZqeHc0TUd6WU16ejMzSEpCWGxjUFB6dzlxdGZxeGk5RTh6cjNFSkh3OGZUYisrci9UZ0JBSE5Ld0taZElldm42Lyt2cmJBbFhOa0xlWTE4Y2ZmL3pJYjR6V3JGbUQ5dTNibzBPSERoZzllalFtVHB3SWpVWlRvdjU5ZlgyTFhmZ3BKU1VGQXdZTU1HeWZPblVLTTJmT3hLaFJvNkJTcVlDOE9mYUppWWx3Y0hCQWJtNHVkdS9lRFhmM3dwK1ovZnIxUTc5Ky9YajlFbFVTSnArMDU5SGV2Qm82dFhFemo5K2pvcUszK1F3ZS91ejBqLzB3WXVpUXh5NWtVbEdFRU5qOC9YWXNXcllTR2sxdW5GNm5HeFp6N2RKaFk4ZEZaQ3g1SC9wOUc3ZnduSERxLy83K0lqd2lva2Fuem9Wdm5pdU50TFEwTkc3Y3VNaTJpeGN2b252MzdvWnRHeHNiTkczYUZPSGg0ZkR5OHNMMTY5ZWhVUHk3ZkgzcjFxMmgxV3B4NDhZTk9EazVvWC8vL3BnMmJSb09IanlJcUtnb3ZQamlpeGc1Y2lTKytPSUx4TVRFd05iV0ZuUG56alVrUHovLy9ETTJiOTZNdUxnNGFMUTZwR1pxYzNSQ1RHVlZxS29oLy9wdDdhVTRjejdvZEp2dVBYckpXcmR5UisxYXRaQ2JtNHViTjI4V3VjWkFodzRkWUdGaGdiLysrZ3ZmZlBNTjdPM3Q0ZURnZ0crLy9SWlhyMTVGVUZBUVB2dnNNOGhrTXVqMWVtaTFXamc2T21MZnZuMkdxakhmZlBNTkdqVXFlbkhiOGVQSEczNE9EZzdHcEVtVE1IYnNXTVBDWWdBUUd4dUx3WU1IUXdnQk16TXplSGw1R1JZVS9LK1RwLzdHcEttemtKeWN6T3VYaUo2dUprMWExNVc3ZVIxcTRxNFE3NDBhTDVLU2s0dTlZYWVpSkNVbmkvZEdqYysvYWVkUVBWZGx5WmZZSTVQRUcxRkx4OFhWUzluRXpTdXNhVXVsZU1QblRURi8vdndDdjBNM2I5NFVuVHQzTHZMZmlSTW5ETWRObURCQnZQamlpNkozNzk1aTlPalJCVzdJNjk2OXUvajExMThMblBmRER6OFVnWUdCNHViTm0wS2xVb25ZMk5nQzdlM2F0Uk1uVDU0VU1URXhRcVZTaVlVTEZ3cVJkd1BoQ3krOElMcDM3MjY0S2ZEVFR6OFZ2cjYrUWdnaGJ0eTRJVlFxbGZEem55S2F1aXVFcTd0WGRPT21MY3V2QkJVWjFjUFg3K2RmTEJlNXVibVAvRXlJaVlrUjkrN2RLN1pkcDlNSmpVWmorS2ZWYWcxdE9UazVRcS9YUC9MOEQ1L24zTGx6eGJack5CcWgwK21LYk12TnpSV2ZmN0ZjTkcycEZFM2N2TUpjWEwyVXhuNmRpYWhxa2x6Y1BDYzNjVmZrdHUvOHF2aS8wMmRLOUFaWEhrNzkvWTlvMzdtYmFPS3V5SFZ4OC9yWVZHcmowNU5oMGw1NitWV2hXbmtxUmFlWHVwYXBLbFJzYkt5SWpZMFZOMjdjRUY5Ly9iVm8wNmFOT0hYcWxCQkNpRzdkdW9uOSsvY1hPSDcwNk5FaU1EQlFSRVZGRlptMGUzdDdpNy8rK3N1UXRFZEVSQmphUm8wYUplYk5tMmZZUG5Ma2lIanBwWmVFRUVMODlkY3BvVktwUkl2V0N0RzR1Y2NtVm9XcStsalZqSWpLbTBsV2p5a0JjVE1zZEtsV3Aza2gvdDY5NisrK1B4cExWbnhwV1Ayd0ltaTFXaXhaOFNXRytvNUIvTDNFNjFxZDVvV2JZUmVXQVJBVkZnU1JDY212Q21VbXc0bWs1UHVhc2xTRnFsZXZIdXJWcTRjbVRacGc1TWlSNk5TcEUvNzQ0dzhBZ0tPakkxSlRVd3NjbjVLU2dqcDE2c0RSMGRHd25TODlQUjA2blE2MWE5YzI3SE53Y0REOGJHVmxWV0NGWkd0cmEyUm5aMlBmcndjeHhtOEswblAwV2RZV1VteHRXL051ZGV2cVArQWY3RlVicTVvUlVYbXJxa2s3QU9CV3hPV3phaWxYb2RQcnQ2M2Q4QzBHRGZQRjdUdDN5NzNmMjNmdVl0QXdYNnpkOEMxMGV2MDJ0WlNydUJWeCtXeTVkMHhVQlpoSmlESTN3NDhabWVvekU2Zk14SlNaY3hBZUVZR1hYbnFweUg4blQ1NHM5bHlTSkJrV2pYRjNkOGY1OCtjTmJSa1pHWWlLaW9LbnB5ZHExcXlKWjU5OUZoY3VYREMwWDdod0FUWTJOb1liVXg4bkp5Y0hXcTBXazZiT1FrYW0ra3hPcnE3MStaQ1FCa0tJMFpJa0JhaFVxamVlNklVaGt4QWRGcnBEcTlVcEg3NStNN095akIzV1kyVm1aV0hLekRtRzYxZW4weXVpdzBKM0dEc3VJcXFHNUc2ZXcrWHVYaG1lM2krS0E3LzlYbTVmS3g3NDdYZmg2ZjJpa0x0N1pUUnU3am5NMk0rYmpJUFRZOHBPcVZSdVZpcVY2d0NZdTdoN2ZpRjM4OUs5M090MWNlbnlsY2YrL3UzZHUxZkV4c2FLbEpRVXNYdjNidEd1WFRzUkdob3FoQkFpT0RoWXRHdlhUaHc5ZWxUY3YzOWZ6SnMzVHd3ZlB0encyQTBiTm9oZXZYcUppSWdJY2ZmdVhURjQ4R0N4YXRVcUlmTG1JS3RVS2hFWEYyYzRmc0tFQ1dMbHlwVkNDQ0V1WGI0aU9uWHRMcFJLcFhCeDkveWlkZXZXN2lxVnFsT2JObTBzV3Jac1dVK3BWTVlwbGNvM2pmM2FVb1VxOWZWckxKY3VYeEV2OSt3bjVHNWVPaGQzenkrcVVKRUtvaXFsU28rMFB5dzZMSFNMUmtDVmxwRitidnlrcVpqeHlYeGtaMmMvdGZOblpXVmoraWZ6TUg3U1ZLUmxwSi9UQ0toaUlrSy9lMm9kRUZVLzJwdFhRNmZxZGZvZVVWSFJDVDZEaDJQVGQ5c2dSUEV6ekU2ZE9vVzMzbm9MZmZyMHdZRURCeEFZR0FnUER3L2d3UjlTbUQ1OU9oWXZYb3hldlhvaEtTa0pTNVlzTVR4MnhJZ1I2TktsQzN4OWZURm8wQ0FvbFVxTUhUdjJzVUZ1K200YmZBWVBSM3hDL0gwQW1wdFhRNmRhV2xwYUFOZ2doRWlyVWFOR2tCQmlZMGhJeUU5UDZYVWgwMURxNjdlaUNTRU0xMi9Velp0eGVwMnU1ODJyb1ZOWmhwaUlLb2VXTFMzbDdwNkJjamN2L2F0OWZjVFZzSWdTakVNODJ0V3dDUEZxbnplRTNNMUxMM2YzREVUTGxwYkdmcHBrWEJ4cGY3cFlGWXBNR2E5ZklxSW40TkxjbzFjVE44VzlGbDd0eFBmYmQ1VzRoTmJEOUhxOStHNzdMdEhDcTUxbzRxYTQ1OUxjbzVleG54ZFZEa3pheXdXclFwRXA0L1ZMUkZSV2pWcTBjSmE3ZWYzUnhGMGhSbzZiS082bnBKVDRUZTkrU29vWU9XNmlhT0t1RUUzY0ZZZGQzTjNyRy92NVVPWEJwTDM4TkdyZXlsdnVyb2hzMmxJcHZsaStTbWcwbXZMTWJ3clFhRFRpaStXclJOT1dTaUYzVjBRMmF0N0syOWl2QjVrV1hyOUVSR1Vuazd0NXptamlydEIwN05wRC9ITTIrTEZ2ZktmUEJJbm51L1FRVGR3VkdybWI1d3lPVXRCL01Xa3ZYOCswYkdubjR1YTF0WW03UWd3WVBFemN1bjJuM0JPZVc3ZnZpQUdEaDRrbTdncmg0dWExOVptV0xlMk0vVHFRYWVMMVMwVDBCRnpjUEo2WHUzbEZQZGRLSlZaK3RWNW90WVZYaWROcXRXTDVxcS9FYzYxVVF1N21GZVhpNXZHOHNlT215b2xKZThWZ1ZTZ3laYngraVlqS3FKYXJxNE84aGRmdUp1NEs4ZmJROThYZDJIL0x1OTJOalJWdkQzMy93VTA3TGJ4MjEzSjFkU2pCS2FtYVl0SmVjUnE0ZVRXWHUzc0ZOM0ZYaU9tejU0bXNyS3lubHV4a1ptYUphYlBuUHZpOWQvY0tidURtMWR6WXo1ZXFGbDYvUkVSUHdLVzU1d2R5TjBXbW9uMW5jZWpJVVhIb3lGR2hhTjlaeU4wVmFwY1ducjdHam84cVB5YnRGWXhWb2NpVThmb2xJaXE3eHE1ZXJacTRLUzdrM1dncW1yZ3BMc2liZTdnWk95NHlEVXphallOVm9jaVU4Zm9sSWlvalYxZlhHcTd1WHQrNXVudDk1K3JxV3NQWThaRHBZTkp1UEt3S1JhYU0xeThSVVJrcGxjcGpTcVh5bUxIaklOUENwTjNvV0JXS1RCbXZYeUtpMG1MU1RtWEJwTDF5WUZVb01tVzhmb21JU29GSk81VUZrL2JLZzFXaHlKVHgraVVpS2lFbTdWUVdUTm9ySDFhRklsUEc2NWVJT09mdE1mSVQ5cENRa0s3R2pvVk1oMHFsbWl1RW1CTVNFaUl6ZGl6MHI4YXVYcTNNektYdE1oazhBVUN2UjZqUTY5Nk9qcmdZWnV6WWlCNkgxeTlSOWNhRWdvaXFqWmpJQzVmTnRCbnRiQzJrVzdZVzBpMHpiVVk3Smp4a0tuajlFbFZ2VE5xSnFGcUpqSXpNTVpQaHVwa00xeU1qSTNPTUhROVJhZkQ2SmFxK3pJMGRRR1VpaEJDUGFuN1VZeVZKNGxRaklpSWlJaW9YSEdrbklpSWlJcXJrbUxRVEVSRVJFVlZ5VE5xSmlJaUlpQ281em1rdlFueDhQUHIxNjRkNjllb1YyWDcvL24xTW56NGR2WHYzcnZEWWlJaUlpS2o2WWRKZWpMcDE2Mkx0MnJWRnRuMzExVmNWSGc4UkVSRVJWVjlNMm91UmxKU0V4WXNYRjlrV0dSbUpGMTU0b2NKaklpSWlJcUxxaVVsN01XclZxb1dQUHZxb3lMYU5HemRXZUR4RVJFUkVWSDB4YVMvRy9mdjNzV2JObWlMYklpSWkwTGx6NXdxUGlZaUlpSWlxSnlidC94RVJFWUcwdERUNCt2cWliZHUyUlI1ejdkbzExS2hSQXhjdlhrU2pSbzNnNU9SVTRYRVNFUkVSVWZYQnBQMC85dTNiaDRTRUJBREFsU3RYQUFCcXRScVhMbDFDKy9idEN4MC9aTWdRS0pYS0NvK1RpSWlJaUtvUEp1My9NV1hLRkFEQWloVXI4T0tMTDhMYjJ4dVJrWkdZTm0wYTVzeVpVK0JZYTJ0cm1KdnpKU1FpSWlLaThzV01zd2hhclJZSER4N0UyMisvYmRoMzkrNWRqQjA3dHNCeHMyYk5ncnU3dXhFaUpDSWlJcUxxaEVsN0VRNGNPQUN0Vm9zdFc3Wmd4b3daQUlDR0RSdGk2OWF0eGc2TmlJaUlpS29obWJFRHFHd1NFaEt3ZnYxNmJONjhHV0ZoWVpnM2J4NXUzNzV0N0xDSWlJaUlxQnJqU1B0RHNyT3pNWHIwYUl3Y09SSXVMaTVZdjM0OXZ2bm1Hd1FHQmlJaElRRmR1M2FGSkVtUUpBbGFyUlphclJiKy92NFlNR0NBc1VNbklpSWlvaXFNU2Z0RHJLeXNNR2ZPSEVNMUdDc3JLNHdiTnc3anhvMHpIS1BUNlNDRU1HenpSbFFpSWlJaUttL01PUC9qY2VVYnpjek1LaXdXSWlLcXZzVERJMFRGSEZKY2d5UkowdE9QaUlpTWlVbjdRNHA2azFNcWxjY0FJQ1FrcEt0UmdpSWlJaUtpYW84M29oSVJFUkVSVlhKTTJvbUlpSWlJS2psT2p5RWlJcXJFZkgxOUVSVVZWV0NmVnF1RldxMkdvNk5qZ2YxZVhsNVlzV0pGQlVkSVJCV0JTVHNSRVZFbDlzMDMzeFRZam91TGc3Ky9QM3IwNklIaHc0Y2JMUzRpcWxpY0hrTkVSR1FpRGgwNmhQZmZmeDhXRmhhSWk0dkR1KysraTUwN2QwS2owUmc3TkNJcVowemFpWWlJS3JscjE2NWgzTGh4Mkx4NU05YXNXWU5PblRyQjB0SVNTNWN1eFlVTEYrRGo0NE1qUjQ0WU8wd2lLa2VjSGtORVJGUkpKU1ltSWlBZ0FDRWhJUmd4WWdRR0R4NE1Dd3NMUTN1OWV2VVFFQkNBYytmT1ljR0NCZmpwcDUrd2FORWlvOFpNUk9XRFNUc1JFVkVsVmJObVRiUnQyeFp6NTg2RnZiMjlZWCtMRmkyUW5aMXQyRmFwVk5pNWN5Y09IVHBVNk9aVUlxb2FtTFFURVJGVlVtWm1aaGc4ZUREbXpKbURZOGVPRlJobEI0Q0FnQUFBUUc1dUxueDhmT0R2NzIra1NJbW92REZwSnlJaXF1VDBlajM4L2YzeHhodHZGTm0rYWRNbUpDVWxWWGhjUkZSeGVDTXFFUkVSRVZFbHg1RjJJcXF5aEJEaWNZY1UxeUJKa3ZUMEl5SWlJaW9iSnUxRVJFUW1ZT1hLbFZpL2ZuMlJiWm1abWVqWHIxK0Z4MFJFRllkSk94RVJrUW53OC9Qam5IYWlhb3hKT3hFUlVTVTNkKzVjUEdyRzFudnZ2VmVSNFJDUkVUQnBKNklxejlmWEYxRlJVUVgyYWJWYXFOWHFRald0dmJ5OHNHTEZpZ3FPa09qUnpNMzVjVTFVM2ZGZGdJaXF2RysrK2FiQWRseGNIUHo5L2RHalJ3OE1IejdjYUhFUlBVcHhOME1ybGNwakFCQVNFdEsxd29NaUlxTmgwazVFMWNxaFE0ZXdjdVZLUFBQTU00aUxpOE83Nzc2THZuMzdZc0NBQVlVV3JpR3FETnEwYVZOZkNERXFmMXNJSWNlRFZWQS96ZDhuU2RMWHdjSEJzY2FLa1lqS0g1TjJJcW9XcmwyN2hzREFRQ1FuSjJQTm1qVTRjdVFJMHRQVHNYVHBVcXhjdVJMYnRtMkRuNThmdW5Yclp1eFFpZjRyVVFneFVaSWtKenhJMFBQM3o4V0RKRDVGa3FUUGpSZ2ZFVlVBTHE1RVJGVmFZbUlpUHY3NFk0d2VQUnJ0MjdmSGQ5OTlCN2xjYm1pdlY2OGVBZ0lDTUcvZVBIejExVmNZTzNZc1VsTlRqUm96MGNPQ2c0TTFBSDRSUXVEaHBRY2UydjRsN3hnaXFzSTQwazVFVlZyTm1qWFJ0bTFiekowN0YvYjI5b2I5TFZxMFFIWjJ0bUZicFZKaDU4NmRPSFRvVUtHYlU0bU1UUWl4UnlhVERmdnZlbUdTSkVHdjErOHhXbUJFVkdHWXRCTlJsV1ptWm9iQmd3ZGp6cHc1T0hic1dLRjU2d0VCQVFDQTNOeGMrUGo0d04vZjMwaVJFaFV2SXlQak4zdDcrd3dBZGcvdkYwSmtaR1JrL0dhOHlJaW9vakJwSjZKcVFhL1h3OS9mbjR2VGtFbUtqSXpNVWFsVUI0VVFBeDhlYlpjazZXQmtaR1NPVVlNam9nckJPZTFFUkVRbVFLZlQ3WG00Q21UZXo1d2FRMVJOY0tUOVA5cTBhZU9vMCttVUQrMXlBZ0NGUXRFbGY0ZVptVmxJY0hBdzcxUWpJcUlLbzlGb0RwaVptV1VEc01yYmxaMmRuWDNBeUdFUlVRVmgwbDRFbVV6Mk80QUNFMThsU1RxVzk2UG0vdjM3enhnbk1pSjZFaXRYcnNUNjlldUxiTXZNekVTL2Z2MHFQQ2Fpa3JweTVVcUdTcVg2RFVCL1NaSWdoUGo5eXBVckdjYU9pNGdxQnBQMi93Z09EazVWS3BWSEFQVDY3MkowZWZNSWo5eTRjWU9qN0VRbXlNL1BqM1BheWFRSklYNldKS2wvM3MrY0drTlVqVEJwTDRJUTRtZVpUTlpMQ0dGWXhDTC9aNzFlLzdPeDR5T2kwcHM3ZHk2S1dSVWVBUERlZSs5VlpEaEVaU0tFK0VXU0pCMGV6SEgveGRqeEVGSEY0WTJvUlRBek0vc1pnSzZJSmwxZUd4R1pHSE56YzVpWm1SazdES0luY3Y3OCtSUWh4SEVBSnk1ZXZIamYyUEVRVWNWaDBsNkU0T0RnUkFCL0Z0RjBJcStOaUV5QVZBeVZTblZjcFZJZEw2NWRldFNRUEpHUkNTRjJBZGhsN0RpSXFHSnhla3d4OUhyOUhrbVNYbjY0SHE1T3ArUDhRU0tpYXNTbFdXdDN5Y3lzc3lRa1R5R0plcElFUnlFa28zNWxrNW9OQzBBUHVadGlrREhqa0NTaEV3S3BrcERpaENRdVFLOC9FUjF4TWN5WU1SRlZaVXphaTVHVmxmV3pqWTNOcW9lK2pSQXltWXhKT3hGUmxkZkdRdDVDODRFa1NXTWhTUjRBWUd0ckErZjY5ZURnNkFCelRyTUNBR2gxT3FTbXBpRTJOZzdxekV6QXpBeHlOMFdvSHVLcm1MQUwzd0xRR2p0R29xcUVTWHN4d3NQRDd5cVZ5cjhCdkpDMzYzUklTTWhkSTRkRlJFVGxTTjdNc3ozTXROc2xTZGJVbzFWTHZOYW5KenE5OER4YU5ITTFkbWlWV25oRUpFNmUrai9zUDNqSTgrTGxLK3VidUN1bUNLMyszZWhyb2Y4WU96YWlxb0pKKzZQdHlVL2FXVnFMaUtocWMzRlhqSk9BRlhYclBtc3haL29VOU96K3lpTXJEdEcvV2pSM1JZdm1ydkFkTVJULysvMEk1Z2NzY1UxSXVIZlN4VjB4NmViVjgxOFpPejZpcXFCSzNJaXFWQ3FUM056Y2FwZmkrRzVGUFhlVlN1V3FVcW1DOHJmekVuV1JWK3J4cDdMRTV1WGxwVlFxbGZHbGlZK0lpQ3FXU3d2RkxCbXcrc1dPSFN6KzkvTnU5T3JSalFsN0dVaVNoTjQ5WHNYLzl1NUd4dzd0TEdUQWFybWIxM1JqeDBWVUZWU1ZrWGFaaFlXRi91RWRLcFhxTlNGRWpZZjM1ZVRrL0hMbHlwVmNBTE5VS2xYN2MrZk9mZWJwNmRuRTNOdzhmNEppWXdBMVZDcVY0WHRRSWNSZElZUUlEUTJOS2tOY1ptWm1aaHNCMUxDMnRnNVdLcFhGSGloSlV1QzVjK2NDeTlBSEVSRTlBWGtMcnpHU0RBdjc5dXFCWllzWHdzSzhxbncwR2s5Tkp5ZHNXcjhhL3RObTRjQnZod09hdUNtU29zTE9iekIyWEVTbXpLVGZtWlJLNVJ4Smt0b0JzTE93c05paFVxbTBBSER1M0xuK0FEWkprdlEvSVVSTzN1SHZXbHRiTndTUUtFblNTQURCWGw1ZWUyVXkyWHdoaEdQZU1kYVNKTGtJSWRibDl5R0V1Q21UeVE2V0lUeVpVcW44VmdnUkZoSVMwdWFwUEdFaUlucXE1TTA4MjBzeWFWWG5GenNpY01ubmtNbXF4QmZRbFlLRmhRVUNsd1FnUFVPTkUzK2RXaTF2NWhuS09lNUVaVmZ1U1hzVE44VklBUXdwajNPbjVRaGJtU1FzN1N3bG1Wb0RaeUdFM3M1UzhuSnA0WFZZTDRSRFdwWm9vZ2MwQU9Ca0xjbnVxM1Y3NVc0S1RYS21IalhNcGJzNnZmU3RScWZQbENRaEF3QnptY3pjeGdKU1dvN080a0VQTWlGSk1BZjAvZVJ1aW02bGljM2FBaTQ2Z1ZvNVdzUjZlU216SG5Wc2FyYitMUEpXdUNzUEVyQ2RJeHhFUkFYSjVYSXJ5Vno2dm9GemZZdFZ5eFl4WVM4SFptWm1XTFZzRVhyM0gyaDU1MjdzRnJsY3JvaU9qczQyZGx4RXBxamNrM1lCREhGd3NPdlMwcTFGdWZWeDdmSjVLQlNlSHBJa0llSWg0RG1mQUFBZ0FFbEVRVlJTQ0o1djM3Wkw1TlZRdEZHMWZNRXM3MnZPL0cxSTBvT29CR0JtYm83MDFQdUl2M3NMbHBZMW9OZnJvY25OZ2JPZGJXY0F5TTdLUXZQV2lqTEZwTlhrUXBLWklTaysxdEhNM0J3MTZ6eUwxUHRKRUhvZG5Hby9tM2VVUU9TVlVMVHpWblVxcncrTEsySGhTRXZMQUFBbTdVUkVEN055L0JTUW1uMDJkelljN08yTkhVMlY1V0J2andXZnpvTHZtSTlhQ0N1bk9RQm1HanNtSWlxQzNFMXhiTkF3WDFGZWREcWRhTmV1blJCQ0NJMUdZL2k1YTlldTR2NzkrNGJqOHJlLy8vNTdNV0xFQ05HalJ3OGhoQkNIRHg4V0N4Y3VGRUlJRVJNVEk5NTU1NTBDajNsU1k4YU1FU2RPbkJCQ0NKR2FtaXFHRHg4dWZ2MzFWeUdFRUJrWkdhSnQyN1pQM01lakRCcm1LK1J1aW1QR3ZnNnFHNVZLTlZlcFZPcExjQ2daZ1ZLcFBLWlVLdmw3VVkwNU4yOWVSKzd1bFRGcTNNUnlmUSttZi9tT25TQ2F1SHVsTjJCaEJxSXlNZWs1N1FDUWtaRUJPenM3QUlCV3E0WDVZMjRnZXZmZGQ5RzNiMThNR3ZUdlFuS0hEeC9HK2ZQbm9kRm9FQjhmajdmZWVnc0FvRmFyeXh6WGpoMDdjUGJzV1Z5OGVCRmJ0MjdGenovL0RBQ3d0YlhGNGNPSDhjY2ZmMENyZmJEdWhMKy9QMnh0YmJGZ3dZSXk5MGRFUkNWbktWbFBsaURaZnZUaEtHT0hVbTM0alJ1RG84ZFAyRm5DeWgvQUxHUEhRMlJxVEQ1cFQwcEtncVBqZy90SVM1SzAvMWVEQmcwd2RlcFVOR3ZXRFA3Ky9uQnhjY0dDQlF2UXJGa3pMRnUyck14eGRlclVDUTBhTkVCUVVCREdqeDhQQVBqcnI3L1FwRWtUTkdqUUFBQ1FtSmlJeTVjdjQ3MzMzaXQxM0VSRVZEWU5XN1dxSmVueDRjdGRPcU4xUzNkamgxTnRlTFJ5UjVmT0wrTDRueWMvYXR6WVkybE16TVg3eG82SnlKU1kvRjAzVjY5ZWhhdnJnd3FOT1RrNXNMQ3dLTlhqM2R6Y0lJVEF4eDkvakpFalJ5STlQUjNMbHkvSHhJa1QwYjE3OXpMSDFiQmhROWpaMmFGUm8wYnc4UENBaDRjSDZ0YXRpNVVyVjhMQndRRWVIaDZReStXd3Q3ZUhoNGNIM04zNXdVRkVWQkhNdFdidkFwTDlSMk01eWw3UnhvOFpDVWlTdldRamU4ZllzUkNaR3BNZjNyMXc0UUphdFdvRkFNak56UzFSMHE3WFA1aHFuSmlZaU1tVEo4UE96ZzdyMTYrSFZxdEZ6Wm8xc1hidFdwdzlleFlCQVFIbzJiTW5oZzBiQmdDSWk0dkR4WXNYOGVxcnI1WW90cHMzYjhMWjJSazVPUStxVHZicDB3Y3BLU25JemMxRlRrNE8wdFBUWVdWbFpmaGpnNVVMaUlncWdDVHphZW5XQWw0ZXJZd2RTYldqVW5paVJmTm1DQXVQOEFHdzJ0anhFSmtTazA3YWMzTnpjZmp3WVd6YXRBa0FrSjJkalJvMS9sMVA2YzAzM3pTc2FKZWFtbXJZdjJYTEZ1aDBPcWpWYWt5YU5BbGVYbDRBZ0lTRUJEUnYzaHdBNE8zdGphMWJ0eUkzTjlmd3VOOS8veDNYcmwwcmNkSXVTUklpSWlJd2NPREFBdnYzN2RzSEFNakt5b0phcmNiQWdRTXhlZkprZE9yVTZRbGVEU0lpZXB5NnozaytDK0RGN3QxZU5uWW8xZGFyTDNkQldQaTF6czdObTllNUd4R1JhT3g0aUV5RlNTZnRQLzc0STVvMmJRcU5Sb1BFeEVTY09YTUc5ZXJWSzlEdTVPUUVBSGo1NVFkdjBQazNoeTVidGd3elpzekF3b1VMRGNjLysreXptRE5uam1GYkpwUEJ5c3JLc0gzKy9IbTg5dHBySlk2dmYvLys2TisvZjRGOUdvMEc1dWJta0NRSnk1WXRRMDVPRG1iT1pQVXJJcUtLWUcwaHZTRkpNT3ZXOVNWamgxSnR2ZnBLRjZ4ZXQ4SE1BbGI5QVd3MGRqeEVwc0prazNhdFZvdE5telloTURBUWx5NWR3c0tGQzJGcmE0dlBQdnZza1k4TENnckNsQ2xUNE83dWpsR2pSbUg2OU9sSVNrb3FNRFZGcjlkRENBR2RUb2RXclZwaHpabzFBSUR3OEhCOC92bm5UeFQzM3IxN3NXVEpFbGhZV0tCaHc0WllzbVRKRTUyUGlJaEtUcEtrMTV6cjE0TzdXM05qaDFKdHRXN3BqdnIxNmlJMk5xNGZrM2Fpa2pQWnBOM2MzQnhidG15QnM3TXpXclZxVldoRSsralJvMFZ1anh3NTBsQ3BwVXVYTHVqU3BRc0FHSkowSVlRaGFjL3ZKOStCQXdlZU9PNjMzbm9MUGo0K0VFS3dZZ3dSVVFVVEFzcDJiZHNZcGs1U3haTWtDZDV0VlBqbHdNR3lyVjVJVkUyWmROYm83T3hjNnNjVWx5aExrbFJoU2JTWm1WbUY5RU5FUlArU3l4Vk9rZ1RuNXE3UEdUdVVhcTk1cytjQVNJMXF1Ym82SkVkR3BoazdIaUpUd0hJbFJFUlVMZWd0UldzQWFOYU1TYnV4Tlh2dXdmK0J2YmxWYTJQSFFtUXFtTFFURVZHMUlKUFFHZ0RLZTZUOTNyMTdUM3lPWGJ0MlljcVVLYVY2ek1tVEovSHV1KytXNk5oYnQyNWg1TWlSeGJiblYxZ3JMODN6L25DU3daeDFONGxLeUtTbng1aTZnd2NQb2x1M2J2RDM5OGZRb1VQUnZuMzdRc2RzM0xnUm1abVptREJoZ2xGaUpDS3FqSlJLNVRNaElTSEpBSFFsZll3a1F3TkxDd3MwYkZENnFaVWxsWk9UZ3hFalJtRDY5T25vMUtrVFFrSkM4T0dISDZKV3JWb0Zqc3ZJeU1DZmYvNXAyTDUyN1JycTE2OFBPenU3SXMrYm5aMk5xS2lvSjFxSTc1OS8vc0VQUC95QUxsMjZHRW9kSTY4TXNsd3V4N1p0MjVDZW5nNk5SZ05Ka3FCUUtEQnIxcXd5OS9jb2pSbzJnSVdGT1hKek5RM0xwUU9pS3FqU0orMEpDUW1ZTzNjdUxsKytEQUJvMTY0ZFpzeVlZWGdEVkt2VldMeDRNWTRlUFFwTFMwc01HREFBSDM3NG9lRW1vK2pvYUN4Y3VCQ1hMbDNDTTg4OGc0OCsrdWlKVmpyOUw1MU9CeDhmSHlDdjZveUxpd3VHRGgwS2YzOS8xS2xUcDhDeEtTa3BtRFp0R25yMzdvMjR1RGdzWDc0Y3ZYcjFLdks4czJiTktsQitrb2lJL2lXRVdLSlVLdDhXUXZ3aGhGaW5WcXNQUjBaRzVqejZNWEN3dDdjdjE1dFFhOVNvZ1lVTEY4TGYzeC9mZi84OUFNREx5d3ZyMXEwekhLUFZhdkhLSzY4VWVOek1tVE14YmRvMHRHM2J0c2p6M3I1OUd4TW1UTURodzRlZktENGJHeHZzM0xrVGNya2NBQkFTRW9JZmYvd1JVNlpNZ1kyTkRWYXNXQUZiVzlzbjZxTWtaRElaN0d6dGtLeEpkaWozem9pcWlFcWZ0R3UxV2d3Wk1nUXFsUXJKeWNtWU5tMGFsaTFiWmlqdEdCQVFnS1NrSlB6NjY2K0lqNC9IbURGalVMOStmZmo0K0VDajBXRENoQW5vMXEwYlZxOWVqYU5IajJMMjdObHdkWFZGMDZaTm4wcDhabVptaHNXU2J0MjZoVTgvL1JRQTBMRmp4MExsSEJjdlhtejQrWmRmZmtGdWJpNTY5ZXFGbEpRVVhMMTYxYkNhNjRFREIvRDMzMzlEcHl2eEFCSVJVYlVpU1pLdEpFbFdraVQxQWRESHpzNHVWNmxVbnRScXRlc2xTVG9ZR2hwYTFOd09CeHNiNjNLUFRhbFVZdEdpUmFoYnR5N3UzYnVIaXhjdkdnWjNucGJ3OEhDODg4NDdCUkpzclZhTDNOeGN2UFRTdnpYb05Sb05Ybjc1WmNPYUpKSWtvVy9mdmpoOStqUUFZUGZ1M1pnMWF4WWtTWUsxdFhXRkpPejViR3lzY1Q5RnNxK3dEb2xNWEtWUDJwMmRuUTFWWW14c2JOQzVjMmY4L2ZmZkFJRDc5Ky9qdDk5K3cvYnQyK0hrNUFRbkp5ZTgrZWFiK09XWFgrRGo0NE1USjA1QXJWYmp3dzgvaExtNU9YcjM3bzBmZnZnQkJ3NGN3RWNmZlZTdWNkKzRjUVByMTY4dnNPL1NwVXZ3OFBCQVZsWVdkdS9lalowN2Q4TFoyUm5qeDQ4dmRub01FUkVWTDc4OHJ5UkpscElrdldKdWJ2NEtBSzFTcWZ4YnI5ZHZNRGMzL3lVNE9EZ1ZBQ1RBM3RiV3BsempPWGJzR05MVDA5R29VU1BEUUl5SGg4ZGpSOXJMb2tHREJvWkJJK1ROYVYrL2ZqMjJidDFxMlBmamp6L2kvUG56aG0yTlJnT0ZRb0dFaEFRY1AzNGN3NFlOZzB3bVEwcEt5aFBIVTFxMk5qWVFrRGpTVGxSQ2xUNXBmOWlkTzNkdzVNZ1JEQm8wQ01oTGdxMnNyTkNzV1RQRE1hMWJ0OGEyYmRzQUFCY3ZYa1RyMXEwTGxISnMzYm8xd3NQREFRQ3paOCtHVHFlRHViazVMbHk0QUNFRVpzNmNpV3ZYcnVIZ3dZTklTa3BDOSs3ZERUY0QzYnQzRHdFQkFRZ09Eb1plcjhmdzRjUHh3UWNmWU9MRWliaDY5U29rU1lLenN6T3NyS3pnNHVJQ3VWeU9VNmRPSVQwOUhUMTc5c1N0VzdkZ1kyT0RwS1FrREJvMENFRkJRVURlRktEVHAwOGpQajRlQU5Da1NaTUtmRldKcWkyNVNxWDYxTmhCVU5rSUlWcm0veXhKRW9RUWhnUWVnTGtrU1oxa01sa252VjZ2OS9MeUN0THI5UnN6TlZKdEc1dnlUZHJ2MzcrUGMrZk80Y3laTTFBcWxVRGVaMUZKUnRvM2I5Nk0vZnYzQTNsVE94TVRFdzNmM3FhbnB6K1YrREl5TXJCbHl4YUVoWVVoTFMwTjMzMzNIUUNnWDc5K09ISGlCUHIwNllQNCtIalVyVnNYeVB0V3VMektGTnZZMmdCQ01Ha25LaUdUU05xWEwxK09mZnYyUWExV1kralFvWVkzdjN2MzdxRldyVm9GNWlmV3JGa1RPVGs1eU03T05yUS9yR2JObWdWR0hVNmVQSWx0MjdiQnhjVUZTNVlzd2VUSms5R3ZYei9zM0xrVE1URXhlT3V0dDlDbFN4ZDRlM3RqMmJKbDBPdjFocEdOTzNmdUFBRGk0K094WmNzVzJOcmE0dVRKazJqYXRDbG16cHdKQUlpSmlVRnljakxhdEdtRE5tM2F3TXpNREltSmlkRHBkSWlOalFYeWJseEtURXlFbFpVVkFCU0ttVXlUSkVtU1NxVVNKVGlVakdldXNRT2dwK1BoejRHSEUzaEprbVJtWm1idEpFbDZScVlUaVJEbCt5dnA0K01EQndjSEhEOSszTEN2ZGV2V1dMVnFGWVFRa0NRSmVyMGVmbjUrVUt2Vmh1a29reVpOS3BDWTU2L1MzYkZqUnlEdm5xak16TXduanE5bXpacVlQWHMyaGd3WkFudDdlM1RwMGdVOWV2VEFQLy84Zzg2ZE95TWdJQUF2di96eVUxbE04SEVrY0lFcm90SXdpYVI5MUtoUkdEUm9FSzVmdjQ1VnExWWhKU1VGbjM3NmFZR1ZTL005UEE5Y3I5Y1hPcGRlcnkvdzV0NmhRd2U0dUxnQUFGNTU1UlhzM0xrVEkwYU1BQUEwYnR3WUxpNHVpSXlNaExlM055UkpRbkp5TXRScU5SbzBhQUFuSnljZ2I2VGN4c1lHWm1abWVPV1ZWekJqeGd6RXhjWEJ5c29LOSs3ZGcxYXJSWGg0T1BSNlBlN2R1NGNEQnc2Z2NlUEd5TXJLQXZKdUJPcmF0U3RVS2hVQUdNNUxwa3VuMDIwM016Tmp3azVVZmdZQ01JeTJQL3haa1A4ZUw0UzRwZFBwZnBiSlpIdk9uei8vWnhNM3hROFpHV3J2aWc1VWtpUWtKQ1JnMnJScG1EZHZIcXlzck9EazVJUlJvMGJoKysrL2h5UkphTnUyTFN3dExRMlBTVWxKUVVaR0JucjA2R0hZNStQakE3MWViMGpvNzl5NVUyRCsrcVBtdEQ5c3k1WXQ2Tnk1TTA2ZlBvMGZmL3dSWVdGaFVDcVZodWs4RlNWRG5RRkk0TUpLUkNWa0VrbTduWjBkN096czRPenNESHQ3ZS9qNitzTFB6dytPam81SVRVMHRjR3hLU2dyczdPeGdaV1VGUjBkSHc1U1RoOXRyMTY1dDJIWncrUGVidWZ5UjdvZVRabXRyYTJSblp3TUFwazJiaHNEQVFMejU1cHQ0L3Zubk1XblNKRFJvMEFCZHVuUkJZR0FnN3Q2OWE2Z1lNMy8rZkxpNnVtTDc5dTFJVEV6RWhBa1RrSjZlYnBqYXMzLy9mbno5OWRkNDl0bG5FUk1UZ3krLy9CSzJ0cmE0ZHUwYVRwdzRVUzZ2STFXY0N4Y3VSQUNZWit3NGlLb3FsVXJWS2o5cGYyaFVIVUtJS0wxZXYwV3IxVzY5ZE9uUzlZY2ZJeVNSbGxHT3RjY2ZwVkdqUmhnNWNpVEdqaDBMclZhTGlSTW5vbmZ2M3BESlpJaU1qTVRZc1dNZld4bm12ZmZldzRjZmZvaU9IVHZDMnRvYUw3LzhNcjc0NGd0RGUxRnoybzhkTzRhSWlBakRkbmg0T0c3ZHVvVTVjK1lnTkRRVXExZXZ4c21USjVHU2tnSjcrNHE5SnpRalF3MEpUTnFKU3Nva2t2YUgxYWhSQXdCZ2JtNE9kM2QzcU5WcVJFWkd3dFhWRlFBUUdob0tEdzhQQUlDYm14dU9IRGxTWUdUaXdvVUxoVVlkU3NySnlRbHo1ODZGbjU4ZkFnSUNNSG55Wk96YXRRdWZmUElKa0plSVg3eDRFWm1abVpnMGFSSXNMQ3lRbHBZR25VNkg0OGVQRnhyNTc5dTNMeVpNbUZEZ1J0U2VQWHMrMGV0RFJGUWRDQ0draDc0MWpkVHBkTjhDMkJrYUdocFYvS09rZExYNnlhZVlsRWIrVkoyVEowOWkrL2J0OFBmM3g2NWR1M0Q0OEdHODhNSUxlT2FaWjhwMDNzYU5HeGRJMkl2VHRXdFhkTzNhMWJEZG9FRURUSjQ4R1ZxdEZzajdUTzNXclJzV0wxNWM0ZmRUWldTb0lRU1RkcUtTcXZRcm91N2R1eGRCUVVISXpNeEVURXdNVnF4WWdTNWR1c0RPemc0Tkd6YUV0N2MzQWdNRGtaaVlpUFBuejJQUG5qMFlNbVFJa0RmZFJhL1hZKzNhdFVoTFM4TlBQLzJFbUpnWTlPdlhyMHl4L1BISEgwaE9Ub2Fqb3lOY1hWMExKZUZaV1Ztd3RiVkZqUm8xc0h6NWN1emV2UnNqUm94QS8vNzlzWHYzYnV6YXRRczdkKzRzVVYrN2QrK0d0WFg1bHlZaklqSkZPcDF1bDE2dm53SkFIaElTMGl3ME5EVGcwUWs3SUZBeEkrMjNidDB5ZkVNYkZoYUdvS0FnckZxMUN2Mzc5MGYzN3QyeGNlTkcxSzlmSDdObnp5NzNXUDdMenM0TzlldlhSNzE2OVF4cmdXZzBHaHc3ZGd3S2hhTEM0aEJDUVAxZ2p2N1R1Y09XcUJxbzlDUHRGaFlXbUQ5L1BoSVNFbEM3ZG0xMDdkb1ZZOGFNTWJRdlhMZ1E4K2JOUTkrK2ZWRzdkbTM0K2ZrWmJ0eXh0N2RIWUdBZ1B2LzhjM3ozM1hkbzJyUXBWcTFhVldCNlRHa0VCd2RqL3Z6NTBPdjFhTkdpQlJZc1dGQ2dQU01qQTQ2T2p2RHo4elBzazhsa2tDUUpPcDBPKy9idHc3VnIxNHBjWVM0OVBSM1hyMTlIWm1ZbXpNM05DeTNNUkVSRS93b05EZjJ4dEkrUkNlbVdUcWREUXNJOVBQdHMyVWE0SCtlMzMzN0R6cDA3NGVEZ2dPM2J0K09WVjE2Qms1TVRldlhxVmVCK3F0bXpaeU10N2Q5QjV1VGs1QUxmQXVmazVFQ3IxUmJZbDVHUjhVU3hXVmxaNGZ6NTgzajk5ZGNMN08vUm93ZHExYXFGNXMyYlA5SDVTeU11UGlIL3ZyU1lDdXVVeU1SVitxUzlUNTgrNk5PblQ3SHRkZXJVd1pkZmZsbHN1NmVuWjdHajIvbUxUZVJyMmJJbGdvT0RDK3pic21XTDRlZXBVNmRpNnRTcGhjNlRscFlHZTN0N1JFUkVRS0ZRWU1DQUFZWUtOcG1abVpESlpQanR0OS9nNE9DQXBLUWsrUHI2RmtyS0l5SWlzSHYzYnJ6Ly92c3dNek5EU2tvS2JHeHNFQmtaaWVlZWU2N1k1MGRFUkNXajErb3V5U3pNRUJaeHJkeVM5bDkvL1JXclZxMUNyVnExc0h6NWNtemF0QWxDQ0N4ZHVoUTZuYzR3WFNhL2tNTFNwVXZSb1VNSG5EeDU4ckhuL3VDREQ1NG9OaTh2cndKMTNaRTM0ajFzMkxBQ2cwMFZJU3o4d1R4N21aQXVWbWpIUkZROHVadmkyS0JodnFJcUd6Tm1qUEQyOWhidnZmZWVVS3ZWSWpRMFZFUkhSNHZrNUdTaDBXZ0tIQnNZR0NpMmJ0MWFZTis0Y2VQRTZkT25DK3diUG55NFVLbFU0dFZYWHhYWHIxOHZjMnlEaHZrS3VadmltTEd2QXlJaVk2dFRwNFc5M00xTHYyN0RwaksvcHo1T2JtN3VJOXQxT3AzUWFEUWlOemRYNU9Ua2xGc2NwWkdWbFZYaGZhNzkraHNoZC9QU09UdTNLZC9DK1VSVlNLVWZhVGNGYTlldUxYQ3phLzZOc0VVWlBudzRIQjBkQyt4YnZYcDFvZU0yYjk0TW5VNVhib3RhRUJGVk40bUo0ZWwyZGJ4dWhsK0xsSmRYSDQ4cm15aVR5UXlmRlpWRmZ1VzBpblExNGhvZ1NWRjM3d1pYN0ozQlJDYXNjcjF6bUxDU3ZnazdPVGtWbU5mNEtFellpWWllTWdraC81d05MclRHQjFVY0lRVE9uQTJHSkJCaTdGaUlUQW1UOWhMS3J3UlFWZm9oSXFxT2hCNi94c2JGNGZLVk1HT0hVbTFkdkh3RjhRbjNJSVE0YU94WWlFeUpTU1R0T3AwT24zenlDZTdldlZ1bzdiUFBQaXYyUnRPOWUvY2lNakxTc08zajQ0T2dvS0JIOXVYbjU0ZGp4d3BPQWI5MTZ4WUdEaHhvcUd2N01DRUUzbnp6eldLVDdSa3paaUFrcFBCZ1FtbjdJU0tpSjZjUldiOElBZDN2Zi9CV0gyTTUvTWR4QU5CcTFkcDlqeithaVBLWlJOSnVabWFHWnMyYVlmVG8wVWhJU0NqUUpvUW9kbXFLbFpVVlB2endRMFJIUndONVN6eWJtNWQrR24ralJvMWdZMk9EczJmUEZtb0xDd3VEcmEwdE1qSXlFQlFVaFBIangyUDgrUEZZdjM0OXhvd1pnNkNnSUN4YnRneGp4b3pCbmoxN3l0d1BFUkU5dWJzUkVZa0EvanA4bEVtN3NSdytlaHhDaUpPM2IxOU9ObllzUktiRVpHNUVIVFpzR0tLam83Rmp4NDRDcGFsME9sMnhpWGpQbmowUkh4K1BIVHQyWU1hTUdjakl5SUN0clcyUngrYm01aUl0TFEyNXVibElUMDlIU2tvS1JvNGNhV2hQUzB2RDh1WExEZHZkdTNmSHlKRWo4ZnZ2dnlNdUxnNit2cjU0Ly8zM01XdldMSXdhTlFvQkFRRVlQWG8wWnN5WWdZRURCeUlwS1FrWEwxNHNjejlFUlBTVUNQM2U4SWpJbDg2ZEQ0Vks0V25zYUtxVmMrZERFWEV0RWhMd3M3RmpJVEkxSnBPMEE4RE1tVE1MM1p5Wm5aMk5uSnljUXNlR2g0Y2pKU1VGYm01dWFONjhPZjc1NXgra3BhVWhNaklTeWNrRi83aDNkbmJHblR0M3NHelpNc1RGeFNFbUpnWjM3dHhCVEV3TU5tN2NpSVNFQkRnNE9CanVzRDl5NUFnU0VoS1FrWkdCMzM3N0RULzk5QlBzN093QUFOOSsreTFlZSswMUxGbXlCQWtKQ2JoKy9UcHUzYm9GalVhRGpJd00yTmpZNE1pUkk2WHFoNGlJbnA1Y2tiM1ZFdFlMVjYvYllQdnR1dUxYK2FDbmIvWGFEUUJFZWk1eXRoczdGaUpUVSttVDlwQ1FFTXlkT3hjQU1IcjBhUFR1M2J0QSs3MTc5eEFSRVZIb2NVZU9ITUhWcTFjTjIycTFHbVptWmpodzRFQ0I0Nktpb3RDelowOTg5TkZIK09HSEgrRG41NGYrL2Z2anBaZGVRdnYyN2VIaDRZSDMzMzhmYjd6eEJsNTc3VFVBUU4yNmRaR1ZsWVcwdERUVXFWTUgwNmRQQndDTUhEa1NlL2Z1eGZidDJ3MUovSDlIMmtlUEhvM1JvMGVYcWg4aUlucDY3a1pFSk1yZHZiNDZmdUt2cVpldVhFWHJsdTdHRHFsYUNMMTBHY2RQL2dXaHg1bzc0V0ZKeG82SHlOUlUrcVRkdzhNRFc3ZHV4Y3FWSzVHZW5sNm9QU0VoQVdxMXV0RCtjZVBHRmRnK2VQQWdmdnJwcDBJMTBSY3RXZ1JMUzh0Q2o5ZG9OR2pXckJuQ3c4Tng0OFlOZE96WTBkQy90YlUxYkd4c1lHZG5oN1ZyMThMWDF4Y0xGeTdFNWN1WG9kRm9NRy9lUENpVlNwdzRjYUxBU0h1SERoM0sxQThSRVQxZDJSclpVaXNMTWU3TE5WL2JybCs5d3RqaFZBdGZydmthQWtLZEs3S1dHanNXSWxOVTZaTjJjM056Mk52YkY3bGdSV3hzTE5MUzBtQmpZNFA0K0hqVXJWdTMyUE9jT1hNR0twVUtNVEV4c0xhMnhqUFBQRmpDT2pjMzEzRHV4TVJFSkNjbkl6QXdFRC8vL0ROdTM3Nk51TGc0T0RnNEdPYVYzNzE3RjdWcjE0YXpzek9XTDErT1E0Y09JU01qQTJmT25FSERoZzN4OWRkZlkrYk1tZWpkdXplR0RCbGlHR2wzZDNjM1ZJVXBiVDhiTm13b2w5ZVdpS2k2aW9zTXVTZDM4L3J5OE5IajAvODQ5aWRlNmZxU3NVT3EwbzRjK3hOL0hEOEJDR2xWM3MzQVJGUktsVDVwTDhxVksxZlFzbVZML1A3NzcyamZ2ajBhTjI2TWZmdjJZZFNvVVVVZW41MmRqYi8rK2d1TEZ5L0c2ZE9uc1h2M2JtemN1QkZPVGs3UWFEU3d0TFRFVHovOWhDKysrQUtXbHBZWU1XSUVoZzhmam95TURBd1lNQUE3ZCs2RWs1TVQxR28xK3ZUcGd4OSsrQUUyTmpaSVRVMUZabVltOUhvOXNyS3ljTzdjT1RScjFnd2FqUWI3OSsvSHFWT25EQ1B0ZG5aMjZOcTFLOHpOelV2ZER4RVJsWVBzMUhuQzJ1bXRXWE1YUHFmdzlFRHQycldNSFZHVmxKU2NqRm1mTGdDQVNHU256RGQyUEVTbXlpUktQdWJUNi9YNDZxdXY4TVVYWDBDdFZtUDM3dDE0ODgwMzBhOWZQK3pac3dlcHFhbEZQbTd2M3Iyb1U2Y08yclJwZzRFREI4TGIyeHZqeG8xRGRuWTIxR28xckt5czBMNTlleHc4ZUJBcWxRcE5temFGdWJrNXRtM2JCbGRYVjBQRm1YMzc5c0hiMjl1UVNEczZPbUxZc0dHb1hiczIzbjc3YmJSbzBRS2JObTJDdWJrNWhnNGRpblhyMXFGdDI3YjQrT09Qc1c3ZE9yejk5dHRsNm9lSWlKNis2T2pvYkwxT2pFaTRsNmdkTStGamFEUWFZNGRVNWVUbTVtTE1SeC9qWG1LU1JpOTB3NktqbzdtQ0lGRVptVXpTbnAyZGpmWHIxeU1tSmdacjE2N0Z5cFVyMGJoeFkzaDdlNk5SbzBidzl2YkdaNTk5VnVoeEtTa3AyTFJwRTRZT0hXcllOMlhLRkx6enpqdXdzckpDWm1ZbWJHeHMwTEJoUTlTdVhidkFZL3YxNjRlYU5XdkN4OGNIMjdadHc0WU5Hd3JObGM4WEhSMk5aczJhSVRnNEdON2Uzb2JhN0EvWGFmL3l5eStmdUI4aUlucDZZaUl1L0tYWDZmMkNRODVqck45azVPYm1HanVrS2lNbkp3ZGovU1lqT09ROGRFS012eGwyOFc5angwUmt5a3dtYVkrS2lzS1FJVU93ZVBGaTdOcTFDMy8rK1NjV0xGaGdhSjg4ZVRJdVhicUV1WFBuR3Q1MGRUb2Rac3lZZ1diTm1oV29PaU9UeVF6YktTa3BzTGUzTDdMUFJvMGFZZEdpUlJnNmRDaVdMMThPUzB0THBLU2tGRGdtT3pzYmNYRnhtRGh4SWlSSmdxT2pJeUlqSStIbjU0ZDE2OWJodGRkZXd5ZWZmSUoxNjliaG80OCtLbk0vUkVSVVBtNUdoSzdSNjhVblI0K2Z3UHRqUGtKeThuMWpoMlR5RXBPUzhON284VGoyNTBrSW9aOFpFM2JoYTJQSFJHVHFUR1pPKytyVnEyRm5aNGZ0Mjdkang0NGQrUExMTDFHblRoMUR1Nk9qSTFhdFdvVUpFeVlnS0NnSUNvVUNuMzc2S2FLaW9yQmp4dzVJa2dRQWlJbUpnWVdGQld4c2JCQVVGSVNvcUNnMGI5NGNHbzBHUWdpa3BxYkMzTndjV3EwV1o4K2V4WjQ5ZXhBYUdvb2xTNVlnT3pzYjA2Wk5RL3YyN2VIbjU0ZmF0V3NqSnljSFdWbFpXTFpzbVdHMHZXM2J0cGcrZlRvbVQ1Nk1DUk1tRkhnZVplMkhpSWpLejgzd0N3dmxMUlFacC80K3M3Ukh2emZOWmt5ZWlOZGY2MTFvYlJCNk5LMVdoNzM3RHlCZzZRcmN2NStpMVFuaEh4TVd5bUw0UkUrQlZONGR5TjBVeHpxMGE5Tmx4NWFOVCtWOEtTa3B5TTdPUnIxNjlZcHN6ODdPaHBXVkZjYU1HWVBFeEVTc1hMa1NEUm8wTUxSUG1USUZSNDhlQlFBNE9UbGg5T2pSR0Rod0lBNGZQb3pwMDZlalljT0cyTHg1TTJiT25Jbjc5Ky9qOWRkZlIvLysvV0Z0YlEwQVNFOVB4NkpGaTJCalk0TlpzMllCZVRmR05tM2FGQU1IRHNTR0RSdFF0MjVkbkR4NUVoczNia1JLU2dxRUVORHBkTkRyOVhqbGxWZXdZOGVPTXZWVEZvT0hmNERUWjRLUFI0ZWQ3MXJta3hBUlZSTXVib3FPTWtuc0JLUkd6dlhyNCswQi9kSDkxWmZSb3BtcnNVT3IxTUlqcnVHM3cwZnh3NTY5dUJzYkJ3QXhlcUVieENreFJFK1B5U1h0SlJVZUhvNEdEUm9ZRmpsNm1GNnZoMDZuSzdLTVpMNmNuQnpVcUZHajJIYXRWZ3R6ODRKZlZOeTVjNmZBSHdnbFVaWitTb05KT3hGUjZkU3Q2MmxyN1FSZlNaSStnQ1I1QUlDdGpRMmM2OWVEZzZNRHpEbjZEZ0RRNm5SSVRVMURiR3djMUptWkQzWUtjVkVJc1RFMzNXTGozYnZCbWNhT2thZ3FNWm5wTWFYVm9rV0xZdHRrTWhsa3NrZFA1MzlVSW8yOCt2SC9WZHFFdmF6OUVCRlIrWW1QRDFVakhxc0FySEpwMXRwZE1qUHJyTTdJOUl5SXZGNVBrdUFvaE1Tc0hZQWtDWjBRU0pXRUZDY2tjUUY2L1lub2lJdGh4bzZMcUtwaVJraEVSRlNNbTljdVhRVncxZGh4RUJHWlRQV1l5aW83dTNESjJaa3paK0xZc1dOR2lZZUlpSWlJcXA0cU9kSytmLzkrTEZxMHFNVEgyOWpZNFBEaHcyWHFhOHlZTWZEeDhVRy9mdjBBQUJrWkdUaCsvRGdtVFpwVXB2TVJFUkVSRWYxWGxVemFlL1RvZ1U2ZE9oWFlkK2pRSWV6ZnZ4K3JWNjkrcW4zTm5Uc1h2cjYrY0hKeVF1Zk9uWEg0OEdIbzlYcE1temF0MExFOWUvYkV3SUVEbjJyL1JFUkVSRlQxVmNtazNkTFNFcGFXbGdYMldWdGJ3OHpNREU1T1RrKzFMN2xjamdVTEZtRFhybDNvMkxFak5tM2FoUG56NTZOUm8wYUlqWTJGbTVzYmtEZGx4c3JLNnFuMlRVUkVSRVRWUTdXYTA1NlRrNE01YytZZ09qcjZxWjYzWThlT0NBd014TDU5KzFDN2RtMTA3OTRkaVltSjJMTm5ENXlkblpHVGs0TmJ0MjZoUjFVb2VjVUFBQUxuU1VSQlZJOGVUN1ZmSWlJaUlxb2VxdVJJZTNIMGVqM016YzB4ZVBCZ2pCdzVFc09HRFRPVVZGU3IxYmgwNlZLcHppZVh5MUczYmwwQXdOOS8vdzF2YjIrMGF0VUtBQkFmSDQvYnQyOERBSktTa2pCMjdOakhsbmNrSWlJaUlpcEt0VXJhcmEydE1XZk9ISFRyMWczejU4L0g4ZVBIc1dEQkFyaTR1Q0F1TGc2TEZ5OHUxZmsrK09BRDlPN2RHNmRPbmNMTW1UTng4T0JCTkc3Y0dBQVFFaEtDMjdkdkl6bzZHbTNidGtYYnRtM0w2VmtSRVJFUlVWVlhyWkwyZkIwN2RzVE9uVHN4ZS9ac0RCczJEQWNPSE1Cenp6MkhQWHYybE9sOEd6WnNnSyt2TDJ4dGJZRzhhVGhuenB6QmlCRWpzSHYzYmt5ZE92VXBQd01pSWlJaXFrNms4dTVBN3FZNDV1QmcxNldsVy9FcmxGYUUxT1JFcE41UFF1UG4vbzFEQ0lIc1REV3NiZTNLZk42TXRGUWt4TjZDdkprN1pMSUhpK1FseHNjaUp6c0xkUnMwd3MxcllXalV0QmtzYXhqbkp0UXJZZUZJUzhzNEhoMTJ2cXRSQWlBaUlpS2lKMWJ1U2J1TG01ZS9CT20xOHU3bmNXcVlpWHBXRmpMbjFHeHg3aW1lVm5LMGtyeXp0ZnBiT1ZvcEZnRE1aY0xKcm9hc2RXcTJQa2dJS2R2S0hBMXFtRXNOMDdQRk9UMmdlWXA5bHlKSzhVdjAxUXNyak5JM0VSRVJFVkZKS1JTS0VTcVY2dlRUUEtkU3FYeGVxVlJleXA5bXBGQW8rcXRVcWhTRlF0SC80ZU5VS3RYM1NxWHlzb2VIaDhmVDdKK0lpSWlJcW9kcVZmTHhhUXNKQ2ZsYkpwTXBBV2lWU3VVYW1VeTJFY0M3NTgrZjMvdndjWklrdlM5SjBqL201dWFIUFQwOWJZMFhNUkVSRVJGUkpWWWVJKzMvT2Y4TGJkcTBxZitvWTVSS3BVdDU5VTlFUkVSRVJFUkVSRVJFUkVSRVJFUkVSRVJFUkVSRVJFUkVSRVJFUkVSRVJFUkVSRVJFUkVSRVJFUkVSRVJFUkVSRVJFUkVSRVJFUkVSRVJFUkVSRVJFUkVSRVJFUkVSRVJFUkVSRVJFUkVSRVJFUkVSRVJFUkVSRVJFUkVSRVJFUkVSRVJFUkVSRVJFUkVSRVJFUkVSRVJFUkVSRVJFUkVSRVJFUkVSRVJFUkVSRVJFUkVSRVJFUkVSRVJFUkVSRVJFUkVSRVJFUkVSRVJFUkZYZC93TVNlMC9hUURjVW9nQUFBQUJKUlU1RXJrSmdnZz09IiwKCSJUaGVtZSIgOiAiIiwKCSJUeXBlIiA6ICJmbG93IiwKCSJVc2VySWQiIDogIjExNjUyOTc2OTMiLAoJIlZlcnNpb24iIDogIjUyIgp9Cg=="/>
    </extobj>
    <extobj name="ECB019B1-382A-4266-B25C-5B523AA43C14-6">
      <extobjdata type="ECB019B1-382A-4266-B25C-5B523AA43C14" data="ewoJIkZpbGVJZCIgOiAiNTA4NzM2MzkzNTc5IiwKCSJHcm91cElkIiA6ICIxMzEyNjI5NzAwIiwKCSJJbWFnZSIgOiAiaVZCT1J3MEtHZ29BQUFBTlNVaEVVZ0FBQXowQUFBTmtDQVlBQUFDZDZVUktBQUFBQVhOU1IwSUFyczRjNlFBQUlBQkpSRUZVZUp6czNYbFlsRlgvQnZEN21XSGZYVUFGVTFRUWNHVXhkM3pkSmJmVTB0eTNOTGZVeksya2trUXRVbk8zVWwrM1NqTk56TkpYeFMxM1U0UmNBQlZaUkVSRTJRYVFaV2JPN3c5aGZvNUlBb0lqdy8yNXJpNTR6anpMOXhsTjV1YWM1eHlBaUlpSWlJaUlpSWlJaUlpSWlJaUlpSWlJaUlpSWlJaUlpSWlJaUlpSWlJaUlpSWlJaUlpSWlJaUlpSWlJaUlpSWlJaUlpSWlJaUlpSWlJaUlpSWlJaUlpSWlJaUlpSWlJaUlpSWlJaUlpSWlJaUlpSWlJaUlpSWlJaUlpSWlJaUlpSWlJaUlpSWlJaUlpSWlJaUlpSWlJaUlpSWlJaUlpSWlJaUlpSWlJaUlpSWlJaUlpSWlJaUlpSWlJaUlpSWlJaUlpSWlJaUlpSWlJNlBVaTZib0FJaUlxUDNXZG03aEpjbmtIU1VqTmhDUnFTaEtzaFpEa3VxN3JkU0JKUWlVRTBpUWgzUmVTK0FkcTljbVltMWNqZEYwWEVSR1ZQWVllSWlLOTQyWG82SkkzVHBLa1NaQ2twZ0JnYm1ZRysxbzFZV1Z0QlFNNU13OEFLRlVxcEtXbEl5SGhQakt6c2dBQVF1Q0tHbUx0blloL05nRlE2cnBHSWlJcUd3dzlSRVI2eE5HNVdTdklwZTJTSk5WdjJyZ1IrdlR5Z1hlN05uQnhkdEoxYWErMUd6Y2pjZXJNV2Z4eDRCQ3VYZzhEZ0VpaFZBK1B1WFhsZ3E1ckl5SWlJaUtpZkhYZDNLZlVjM1BQYmQyeHV6aHdNRWlvMVdwQkphTldxOFgrZzRkRnEvOTBFL1hjM0hQcnVybFAwZldmS3hFUkVSRVJBYWpyNHU1Yno4MWRqSGgvb2toSlNkVjFkcWp3a2xOU3hMQXhINGg2YnU3QzBiWDVKN3IrOHlVaW9wZkRnZDFFUkJXY28wdnppVEtaOUczdnQzcGc3Y3FsTURjejAzVkpGWjZwaVFuNjlQUkJkRXdNYnQyTzZscWxlczE3cVEvdlg5WjFYVVJFVkRwOHBvZUlxQUp6ZEc3V1NqS1FuZXJRdnEzaHB1OVhReWFUNmJva3ZhSlNxZkQrcEdrNGVmcE1ybENLRG56R2g0aW9ZbUxvSVNLcW9Cd2RIVTBrVStzckR2YjJ6dnNEZDhMSzBsTFhKZW1sZElVQ1Bmc05Rdnk5aEJ2SVRuT1BpWW5KMW5WTlJFUlVNdnlWSUJGUlJXVmlQUitRbkJmNWZjYkFVNDZzTEMzaFA5OFhraVM1d01UbUMxM1hRMFJFSmNmUVEwUlVBZGszYkZnZEVxWjI2OXdSSGRxMzFYVTVlcTlUaC9ibzNMRURKRWxNZFhCMXJhYnJlb2lJcUdRWWVvaUlLaUFqeVhTV0JNbDg2dVFQZEYxS3BURjl5a1FBa29VUlREN1dkUzFFUkZReUREMUVSQlZNN2NhTnEwb3lUTzdjc1FPYU5ITFRkVG1WUnRQR2J1allvVDBBTWJWT25hWlZkRjBQRVJFVkgwTVBFVkVGWTZDVUR3Y2t5Nm1UMk12enFuMDRjVHdnU1phU21XeVlybXNoSXFMaVkrZ2hJcXBvSk5tQVJxNHVhTjYwc2E0cnFYUTgzWnZCcGFFekpHQ0FybXNoSXFMaVkrZ2hJcXBBYWpSb1pnZWdmZmV1blhWZFNxWFZyWE5IQUZJSCs0WU5xK3U2RmlJaUtoNkdIaUtpQ3NUVVVPb3ZTWkIzN2ZRZlhaZFNhWFhyMGhHU0JMa2hUUHJwdWhZaUlpb2VoaDRpb2dwRWtxUSs5clZxd3MyMW9hNUxxYlNhTkhKRHJabzFJSk5KZlhWZEN4RVJGUTlERHhGUkJTSUVQRnEyOElJa1Nib3VwZEtTSkFsdmVua0NFdHgxWFFzUkVSVVBRdzhSVVFYaDZPaHVJMG13YitqVVFOZWxWSG9OblJzQWtONm82dVJrcGV0YWlJam94Umg2aUlncUNMV1JhQUlBenM0TVBicm0zT0RKbjRHbGdVa1RYZGRDUkVRdnh0QkRSRlJCeUNRMEFRQmQ5UFQwNnRVTDkrN2RlKzVyYVdscENBZ0lnQkJDMDdaMDZWSnMyN1lOQUpDVGs0TTMzM3p6aGRmWXZIa3pBZ0lDWHJoZnQyN2RTbFI3ZVdpWUh6eGxNT0M4NFVSRUZRQkREeEZSQlNISjRHQmthSWphRHZibGZxMERCdzdnNU1tVHhkclgydG9hZCsvZXhVOC8vVlR1ZFQzcndJRURhTkdpQlZxM2JvM1dyVnVqWmN1V1dMVnFWYmxmOTQzYURqQTBOSUNBcUYzdUZ5TWlvcGRtb09zQ2lJaW9lSVNBbGFXbDVTdVp4Q0F5TWhJMk5qYm8wS0dEcG0zRWlCR1F5ZjcvZDJWVHAwNUYzNzVQSmpEejlmWEYyTEZqMGI1OWV3UUVCT0RPblRzd01qTEMyYk5uSVlTQVdxM0d4SWtUWVdkbmh3VUxGbURmdm4zdzkvZUhrWkdSNW54S3BSSUFzRy9mUHEyMnNXUEhZc0tFQ2NqSXlJQVFBa0lJS0JRS0dCZzgrUkhXcmwwN3JGeTVFZ0N3Y2VOR1pHVmxsZnY3STVQSllHRnVnZVM4WkQ3VFEwUlVBVEQwRUJGVkhGWm1acVk2dS9pUFAvNEllL3ZuOXpMVnJGa1R1M2J0Z3FHaElXYk1tSUZ0MjdhaFdyVnE2TldyRi9MeThqQm16QmpNbURGREsrUjA3TmdSUzVZczBXeHYzcndaRHg0OHdOeTVjelZ0UzVjdTFYei8wVWNmSVNNakEybHBhWmcwYVJLYU5XdUdKazEwOTBpTm1aa3BVbElsUzUwVlFFUkV4Y2JRUTBSVVFVaUFwYm01V2JsZUl6czdHM2w1ZWNqTHkwTnViaTRVQ2dVQVFBaUJ6TXhNelhZQlEwTkRIRHQyREFxRkFuWHIxa1hyMXEzaDR1SUNHeHNiMk5yYXdzWEZCVGs1T1FBQUZ4ZVhsNnB0NDhhTk9IWHFGRDc3N0RQTlVMb0RCdzY4MURsZmhybVpHUVFrOXZRUUVWVUFERDFFUkJXR1pHVm1WcjZoWitYS2xWclA4Z1FHQmo2NXNpVGhvNDgrS3JSL2p4NDlZR3hzakgvKytRZFZxMVpGNjlhdEFRQnF0VnByS056em5EcDFTbXRTZ3NlUEgwTUlnU05Iam1qYXNyS3lNSExrU00zMndZTUhvVmFyOGNzdnYrRGRkOTk5eWJ0OU9XYm1ab0FRREQxRVJCVUFRdzhSVVFVaElBU2VtaUd0UE15ZE8xY3p2Q3d4TVJFMWF0UUFBSXdaTXdicjE2K0hvYUhoYzQ4N2N1UUlUcHc0QVg5L2Y1dzhlUkpaV1ZtUXlXVFlzbVVMa0IrQ0NnTE9KNTk4QWdEdzl2WXUwZkMyaElRRUpDWW13c1RFQkxHeHNmRDE5VVg3OXUwMXovYThhaEs0UUN3UlVVWEIyZHVJaUNvSUNWSjZSa2JtSzduV3hZc1hNWGp3WUNRbUpnSUF3c1BEb1Zhck5hOXYzcndaZCsvZUxYVGM1NTkvanFDZ0lOU3VYUnVyVnExQ1VGQVEvdnp6VDhoa01nUUZCU0VvS0FoZHVuUXBWVTByVjY1RW56NTlBQUJ6NXN6QnhJa1RrWjZlRGt0TDNUeFdrNUdaQVVoSTE4bkZpWWlvUk5qVFEwUlVRUWhKcEdka2xuL291WERoQXViTm00ZHZ2dmxHMDlOVFFLVlNZZEdpUlFnT0RrYlhybDJmZTN4SVNBalMwOVBSdEduVGY3M09pUk1uMEs1ZE84MTJVYk8zalI0OUdpcVZDbWxwYWVqZHV6ZldyRmtEU1pKUXIxNDk3Tml4QTFXcVZDbDA3cHljSEJ3L2ZodytQajRsdnYvaXlzakloQVNHSGlLaWlvQ2hoNGlvd3BBVW1abmxPeDN6MWF0WDhkbG5uMkhwMHFYdzhQRFF0SnVabWVIaXhZdFlzMllOVEV4TXNHWExGcTJ3a1plWEJ3QzRmZnMyZkgxOU1YUG16QmNPT3l2TzdHMEFFQk1UZzFHalJtSGp4bzJReStXYWRpRUVMbHk0Z0duVHBoVTZkMUpTRXI3NzdydHlEejFDTVBRUUVWVUVERDFFUkJXRVFQbjM5RFJxMUFoYnRteUJnNE1Ea0QrYjI4bVRKOUdvVVNQNCsvdGo4dVRKNk5Pbmo5WWtCWGw1ZWZqNTU1K2hWQ3BoYW1xSzJiTm5vMU9uVHByWDVYSTUrdlhycDNXZFBuMzZvSGZ2M2xwdHhzYkdTRXBLMHBvRVFRaUJ2Lzc2Q3hZV0ZqQXhNZEhhLzhpUkkwaE1USVNYbDVlbVRTYVRJUzh2RHdrSkNhaFZxMVladnp2L1R3aUJ6Q2ZyQVNsZXZEY1JFZWthUXc4UlVRVWhFMUtjU3FYQ2d3ZEpzTE96TFpkcnBLYW1JaW9xQ2djUEhrUjRlRGd1WHJ3SU56YzMrUGo0WU1tU0pUQTFMYnhPMFByMTY5R3VYVHRVcVZJRnExZXZocSt2cjlickJnWUdoZG9rU1NxMHlHcW5UcDBRR0JpSTl1M2JhMTVUcTlXd3NyS0N2NysvMXI1eGNYRll2SGd4K3ZUcEF4c2JHMDI3cTZzclB2NzRZL3orKysrWU9IRmltYnduejNNLzhRSFVhaldFRUhmSzdTSkVSRlJtR0hxSWlDb0l0VkoxVFdZb1I4VE5XK1VXZXM2Y09ZTmp4NDdCMmRrWlBqNCsrUFRUVDFHdFdyVi9QU1k2T2hyKy92NHdOVFdGUXFIQXdJRURJWVNBWEM3WHpQWldzUFpQWGw0ZUZpOWVqRFp0MmhRNlQ2MWF0YkJyMTY1aTFXbHFhZ3A3ZTN0OCtPR0hXdTF0MjdiRi92MzdvVktwWUdkblY2SjdMNG1JR3plQkowSDBhcmxkaElpSWlJaW9zcWxlM2NYUzBiVzUrdnNObThYckpEYzN0OGoyakl3TWtaNmVMaFFLaFZBb0ZDSWpJME9vMWVweXZlNnI4TjM2L3dwSDErWXFlM3V2OGwwNGlZaUl5Z1I3ZW9pSUtvaUhEMjhvTEtvM2o3MXhLOUpSMTdVOHJhaTFld3dORFl0OHJUeXYreXFFMzd3RlNGTDB2WHZCNVR1ekJCRVJsUW11MDBORVZKRklDTGx3TVJpaW5CY3BwYUlKSWZEM3hXQklBaUc2cm9XSWlJcUhvWWVJcUFJUmF2eVpjUDgrcm9kRjZMcVVTdXZxOVRBa1BraUNFT0tBcm1zaElxTGlZZWdoSXFwQThzVGpmVUpBZGZqb2NWMlhVbWtGSFQwQkFFcGxwdkozWGRkQ1JFVEZ3OUJEUkZTQjNMdDU4eUdBMDBISEdIcDBKZWpZQ1FnaFR0MjllejFaMTdVUUVWSHhNUFFRRVZVMFFyMzN4czFJWEE2OW91dEtLcDNMb1ZkdzgxWWtKQ0JRMTdVUUVWSHhNZlFRRVZVd3VTTDdKd0dSdWViN0Rib3VwZEpaODkwR0FFS1JpNXp0dXE2RmlJaUtqNkdIaUtpQ3lSL2l0dmJFeWRPNEZoYXU2M0lxalN2WHJ1UEVxZE1RYXF5TGo0aDRwT3Q2aUlpbytCaDZpSWdxb093ODJWSUJaSzVldDE3WHBWUWFxOWV0aDRESXpCV1BsK3E2RmlJaUtobUdIaUtpQ3VoK1pFZ1NoRmdkZE93RWpoNy9TOWZsNkwwangvL0MwUk1uQVNHdHl1OXBJeUtpQ2tUU2RRRkVSRlE2am82T0pqQzF1VmJEdG5xRC9YdDJvbHExcXJvdVNTODlTazVHejM2RGtQVHdVYVI0bk5vMEppWW1XOWMxRVJGUnliQ25oNGlvZ29xSmljbFdxOFRvQjBrUGxST256VVJlWHA2dVM5STd1Ym01bURoMUpwSWVQc3BUQzlWSUJoNGlvb3BKcnVzQ2lJaW85TkllSmQ2eHJtcjM2SDVpWXErd2lCdnc2ZFlGY2puL2FTOExPVGs1bVB6UmJKdzkvemRVUWt5K0UzR0ZpNUVTRVZWUS9NbElSRlRCcFQxS3ZHaGRyWVlxSnZaTzU4dWhWOURSdXoxTVRVMTFYVmFGOXZEUkkweWMrakZPbnowUElkVHpZaU91ck5SMVRVUkVWSG9NUFVSRWVpRHRVZUpKbTJvMTArTHV4bmZiOC9zZnN1cFZxNktoc3hOa01vNWlMZ21sVW9VOXYvK0pDVk0vUnVUdEtLVktpSTlpSTY0czAzVmRSRVQwY2ppUkFSR1JIcW5yNnQ1V0pvbGZBT2tOKzFxMThONDcvZEM5VzJlNE9EdnB1clRYMm8yYnQzQXc2QmgyN2RtTGV3bjNBZUNPV3FnR3gwWmNQYWZyMm9pSTZPVXg5QkFSNlprYU5acVptOXJnZlVtU3hrR1NtZ0tBdVprWjdHdlZoSlcxRlF4MC9NeVBTcWtFQU1nTkRIUmFoMUtsUWxwYU9oSVM3aU16Syt0Sm94QlhoUkFiY3hXR0crL2RDODdTYVlGRVJGUm1HSHFJaVBSWVhlY21icEpjM2tFU1VqTWhpWnFTQkdzaEpKMm1IaXRqeVIwQTBuTkVxQzdya0NTaEVnSnBrcER1QzBuOEE3WDZaTXpOcXhHNnJJbUlpSWlJaVBTQWg0ZkhjUThQaitPNnJvT0lpQ29QUHVGS1JFUkVSRVI2amFHSGlJaUlpSWowR2tNUEVSRVJFUkhwTllZZUlpSWlJaUxTYXd3OVJFUkVSRVNrMXhoNmlJaUlpSWhJcnpIMEVCRVJFUkdSWG1Qb0lTSWlJaUlpdmNiUVEwUkVSRVJFZW8yaGg0aUlpSWlJOUJwRER4RVJFUkVSNlRXR0hpSWlJaUlpMG1zTVBVUkVSRVJFcE5jWWVvaUlpSWlJU0s4eDlCQVJFUkVSa1Y1ajZDRWlJaUlpSXIzRzBFTkVSRVJFUkhxTm9ZZUlpSWlJaVBRYVF3OFJFUkVSRWVrMWhoNGlJaUlpSXRKckREMUVSRVJFUktUWEdIcUlpSWlJaUVpdk1mUVFFUkVSRVpGZVkrZ2hJaUlpSWlLOXh0QkRSRVJFUkVSNmphR0hpSWlJaUlqMEdrTVBFUkVSRVJIcE5ZWWVJaUlpSWlMU2F3dzlSRVJFUkVTazF4aDZpSWlJaUloSXJ6SDBFQkVSRVJHUlhtUG9JU0lpSWlJaXZjYlFRMFJFUkVSRWVvMmhoNGlJaUlpSTlCcEREeEVSRVJFUjZUV0dIaUlpSWlJaTBtdVNyZ3NnSWlMOTFxaFJvem9tSmlZekNyYUZFTzhDZ0NSSnV3dmFzck96bDRlRmhkM1JWWTFFUktUZkdIcUlpS2pjZVhoNEtBQllTSkwyangwaEJBQmtoSVNFV09xcU5pSWkwbjhjM2taRVJPV3VvRmNuUCtUZzZlK2Y3dkVoSWlJcUR3dzlSRVJVN3RScTlkNW5lM253SlBCQXJWYnYxVWxSUkVSVWFYQjRHeEVSdlFweVQwL1B4d0FNQ3hxRUVKQWtLZS95NWN1bUFGUzZMWStJaVBRWmUzcUlpT2hWVUFFSWZIcDRXNzVBQmg0aUlpcHZERDFFUlBSS0NDSDJTcElFSVVSQkx3L1Vhdlh2dXE2TGlJajBIME1QRVJHOUVpa3BLVnE5T2tJSWRXcHE2aDdkVmtWRVJKVUJRdzhSRWIwU01URXgyVUtJUTA4MUhZcUppY25XWVVsRVJGUkpNUFFRRWRHcnRFZVNKT1FQYzJNdkR4RVJ2UklNUFVSRTlNbzhmdng0cjhpZnpTQTdPenRRMS9VUUVWSGx3TkJEUkVTdlRFUkV4Q01BcDlScTllbjg3NG1JaU1xZGdhNExJQ0tpU21lMzlMeVZTb21JaU1vSmYrZ1FFVlV3OVZ6ZHh3dGdxSzdyZUFuRytWOXpkRnhIcVVuQTl1aUkwQTI2cm9PSWlJcUhQVDFFUkJXTUFJWmFXVmwwYk9UcW91dFNLcVd3aUJ0SVQ4OEFBSVllSXFJS2dxR0hpS2dDYXVUcWdoMWJOK3E2akVwcHlLaHhPUDkzc0s3TElDS2lFdUJFQmtSRVJFUkVwTmNZZW9pSXFFUlVLbFc1WDBNSUFhVlNXV2JuSWlLaXlvMmhoNGlJaWsycFZHTEFnQUhJeTh2VHRIWHAwZ1dSa1pIL2VseHViaTRVQ2dVZVBueUkrUGg0M0x4NUUrZk9uY01mZi95QkxWdTJZTm15WlVoSlNkSHNIeGtaaWY3OSt4YzZ6OTkvLzQwUFAveXd5T3NzWDc0Y1I0NGMwV3BidVhJbEFnTzVKQkFSVVdYR1ozcUlpQ3FaMU5SVTlPclZxOWo3anhneEFoTW5UZ1FBWEw1OEdiYTJ0akEwTkFRQUpDUWtJQ2NuQi9YcjF5L3krRUdEQnVIQmd3Y3dOemVIaVlrSlRFMU5ZV3BxQ2dzTEM5alkyTURhMmhwVnFsUkJabVltcWxTcEFnQUlEZzVHaXhZdENwMHJMQ3dNalJzMzFtb0xDZ3JDamgwN0FBRDM3dDNENmRPbnNYMzdkZ0RBMTE5L2pRTUhEaUFnSUFBS2hRSUFJSmZMWVdabVZ1ejdKeUtpaW8raGg0aW9rckd4c1VGUVVGQ2g5aXRYcnNEZjN4KzdkdTNTYWk4SU9BRHd4eDkvb0UyYk50aTRjU04yNzk2Tm5Kd2M1T1hsb1dmUG5sckhmUGJaWjJqZnZqMlFQN3hzeTVZdGNIUjBmR0Z0NGVIaCtPU1RUNUNTa2dKRFEwTzgvZmJiQUlEQmd3ZmpsMTkrUVdwcUtnd05EWEh3NEVFQWdKT1RFNVl0VzRiR2pSdERwVkpoOCtiTmNIRnhRZHUyYldGcWFvcno1ODhqTXpNVDY5YXRBL0pEVTkrK2ZURjM3dHhTdlhkRVJGUXhNZlFRRVZWQ3ordnBNRFkyTHZJMTVQY1FIVDE2Rk11WEwwZXJWcTB3YnR3NGZQWFZWNmhldlRyR2p4OWZKblc1dWJsaDU4NmRlUHZ0dC9Ibm4zOXFCYTRoUTRhZ2UvZnUyTDE3TjZ5c3JMU08rK0NERHpCbzBDREV4Y1ZCcVZUaS92MzdDQThQUjJ4c0xLcFZxNFlGQ3haQWtpVE1temVQZ1llSXFCSmk2Q0VpcXFRMmJ0d0lNek16REIxYXZIVk90Mi9manB5Y0hNaGtNc1RGeFFFQUxsMjZoTEZqeDJxMkN4Z2FHcUptelpxYTdSRWpSa0FtSy9veDBucjE2bUhMbGkwQWdGT25UcUZ0MjdiWXMyY1BEQTBOTVdEQUFHUmtaQ0FoSVFHbXBxYVFKRWt6VkEwQVRFMU5vVktwOFBmZmZ5TWhJUUVaR1JtSWo0K0hsWlVWbGkxYmhnY1BIdURUVHorRnFha3BCZzhlWE9MM2lZaUlLajZHSGlLaVN1clJvMGZJeWNuUmFsTXFsUWdMQzlOcWMzSnlRbHBhR3JadjN3NHpNek5rWm1aaXdZSUZtaUN5ZCs5ZTdOMjdWK3NZQndjSCtQbjVhYlovL1BGSHJGdTNEcDZlbm9XQ1IwQkFBSEp6Y3pYYmUvZnV4ZkRodzNIOStuVVlHUmtCQUdiTm1vWG82R2hJa29SSmt5WnBIZS9yNjR1cFU2Y2lMQ3dNa1pHUmNISnlnbytQRHd3TUROQ29VU000T0RoZytmTGxpSXFLd3JScDA4cmduU01pb29xR29ZZUlpRFRTMHRLd2RPbFNyYmF2di80YUJ3OGVSTGR1M1hEMzdsMVlXRmhndzRZTjJMcDFLMjdmdm8wRkN4Yjg2emtmUDM0TVUxTlQ5Ty9mSHdzV0xNQTc3N3lqR2JhV21KaUlBd2NPWU92V3JRQUFoVUtCOCtmUHc5YldGcEdSa1pESlpJaUppWUcvdnovbXo1K1BVYU5Hb1ZXclZscm5QM0RnQUhiczJJRVJJMFpBTHBlamF0V3FPSDM2Tkt5c3JCQWFHb29EQnc1ZzFLaFJzTFcxeFpkZmZnbDNkM2Q4OHNrblpmN2VFUkhSNjR1aGg0aUlOS3BWcTRaTm16WVZhdS9ldlR1c3JLd3dmZnAwVGR2MTY5ZHg0Y0lGK1BqNEZOcC8zNzU5bWw0YWhVSUJDd3NMdEduVEJtKzg4UVkyYmRxRUNSTW1RQWlCUllzV29XL2Z2cHBKRHN6TnpYSG8wQ0VnZnppZGtaRVIzbjMzWGRqWTJPREtsU3RZdUhDaDFqQTViMjl2ZE92V0RlUEdqWU5NSmtPTkdqVmdZV0dobVUzdTFxMWJtREpsQ2t4TlRRRUEwNlpOZzZlblo1bS9iMFJFOUhwajZDRWlvaGQ2K3ZtY0FnRUJBWkFrU2JPdFZDb3hZOFlNMk5yYWFnSlBVbElTakl5TVlHNXVEZ0R3OC9QRHNHSEQ0T0RnZ0xDd01LU2twR2oxTE1sa01sU3ZYaDNJbjFBaEl5TURFUkVSc0xlM3grblRwelg3SlNjblk4U0lFV2pWcWhXYU4yK080Y09INDhhTkcxcjFxZFhxUXM4Um1abVo0YSsvL2lxcnQ0V0lpQ29JaGg0aUlpb3hJUVRHakJtRHpwMDdZK2pRb1pESlpQajg4ODloYkd3TVgxOWZ6WDRoSVNGbzFLaVJadHZlM2g2TEZpM0MxS2xUWVdscGlkMjdkMnNDRXZKN2o3Nzc3anZFeGNVaElTRUJWYXBVd1owN2R6Qmt5QkFzV2JJRTA2Wk5nN096TXo3NTVCTU1HREFBM3Q3ZUFJQ2Zmdm9KT1RrNVVDcVZtb0ExZmZwMEtKVkt6ZG8vQU5DalI0OVg5QTRSRWRIcmhLR0hpS2lTeWNuSmdVcWxnbEtwaEZLcFJGWldscVlkZ0dhN2dDUkptdUZoVDdjdFhMZ1FpeGN2eGg5Ly9JSDY5ZXNqTlRVVnExZXZobHd1MSt5M2I5OCt6ZkMzbkp3Yy9QYmJiMWkvZmoxNjl1eUorL2Z2WTh5WU1Yai8vZmZScFVzWFdGcGFvbHExYXVqZHV6ZnExNitQSTBlT3dNTENBaU5IamdUeUZ4NmRPSEVpbkoyZFVhVktGWXdkTzFhcnBoTW5UaUEwTkZSclN1cWVQWHZDeGNWRnMxM1FpMFJFUkpVTFF3OFJVU1d6Y09GQ0hEdDJUTFA5NjYrL2FyM2VyVnMzclcwREE0UG5EZ21yWGJzMjFxMWJoMzM3OW1ISmtpWG8wYU1IMUdxMTV2VUxGeTdnOXUzYmNIRnhnWitmSDQ0ZE80WTZkZXBnMmJKbDhQTHlBZ0FjT25RSW16ZHZ4cUpGaTlDOGVYT3NYcjFhRTVKT25qeXBkYjIzMzM0YlRabzB3ZHk1YzZGU3FaQ1ltUGpjWVhkUHM3ZTNoNU9UVTRuZUh5SWkwajhNUFVSRWxZeS92ei84L2YzTDdIeDkrL2FGbDVjWFB2LzhjK3pidHcrREJnMEM4aGNhWGJSb0VSd2NIRkNsU2hXc1g3OGVycTZ1V3NmMjZORURQWHIwd00yYk41R1ltRmlvUitsWkRSbzB3RTgvL1lTQWdBQWNQbndZSTBlT3hJb1ZLM0QrL0hrb0ZBcGtaMmNqSkNRRXlPOFppb21KS1hUT1JvMGE0WXN2dmlpeit5Y2lJaUlpb2pMbTZPcCtmUERJOThYclJxbFVDcFZLcGVzeXl0M2drZThMUjFmMzQ3citlMEJFUk1YSG5oNGlJaW9UVHovTFEwUkU5RHFSRldNZklpS2lNcGVibXdzaGhLN0xJQ0tpU29DaGg0aUlYa3BjWEJ4OGZIeVFrNU9EMGFOSDQrTEZpMEQrdWozSGp6OFpCYlpvMFNJY09uUUllWGw1K04vLy9nY0FXTGx5SmRhdFcvZmNjeDQ3ZGd3blRweDRxYnFHRHgrdWViNkhpSWdxTnc1dkl5S3FaRUpDUXZEcHA1OXF0ZlhwMHdlLy9mWWJMQzB0a1p5Y0RGTlRVNWlhbWlJbEpRVmZmUEVGdW5idFd1VDVURXhNb0Zhck5XdjBMRnEwQ0t0V3JZS1ptUmwrK09FSEdCajgvNCthVmF0V0lUYzNGMis5OVJZdVhMaUFtVE5uRmpxZldxM0dtalZyTkpNTjNMaHhBeU5Iam9TVmxaWFdmbGxaV1RoejVneHUzYnFGTld2V0ZEcFBYRndjVnExYVZlaTRZY09Hb1dYTGxpVjR4NGlJcUtKajZDRWlxbVE4UER4dzhPQkJMRisrSEk2T2p1amZ2ejkyN3R5SkVTTkdZTXlZTVpnL2Z6Njh2YjNSdFd0WExGaXdRT3ZZNGNPSEZ6cWZVcWxFYW1xcTFtdVRKMC9Hc21YTDhNVVhYMENoVUFENUM1cks1WExNbkRrVFNVbEppSTZPUm1Sa0pPTGo0elhIdmZQT096aDgrREJjWEZ6Zzd1Nk9nSUFBdEdyVkNxNnVydGk2ZGF2V2RkdTFhd2NBY0hCd3dPVEprd3ZWNWV2cmkvNzkrMnV0MHdQZ2hkTmNFeEdSL21Ib0lTSWlBTURldlh0eDRjSUZSRWRISXlJaUFydDM3MFowZERUYXRtMnIyU2M4UEJ5Ly9mYWIxcVFGU3FVU2d3Y1B4bGRmZmFWMXZxQ2dJT3pac3djQThPalJJNXc4ZVJMbTV1YUlqNCtIZzRNREdqWnNpUFQwZEtTbnArT1hYMzdCVzIrOWhheXNMR3phdEFscjFxekIwYU5IY2ZIaVJmVHAwK2RmNnpZek0wUFZxbFdSbloydDFTNlR5V0JpWWdJek16Tk5tNkdoSWF5dHJWLzZ2U0lpb29xRm9ZZUlpQUFBM2J0M3gzdnZ2WWVsUzVlaVZhdFc4UGIyeHZMbHl3dnRWN3QyYmEwaGF3VnExYW9GQXdNRFhMaHdBUTBhTk1EdzRjTXhjT0JBckZ5NUVnY09ISUNMaXdzbVRwd0lXMXRidlAzMjIyalRwZzJtVEprQ0lRUisvUEZIVEpzMkRVZVBIc1g5Ky9meDBVY2Y0ZTdkdTFpeVpBbmtjamxpWW1Jd2ZmcjBJbXZmdm4wN3dzUER0ZG9TRWhLd2JkczJXRmhZYU5yczdPd0s5VjRSRVpIK1krZ2hJcXBrSGo1OENIOS9mMFJIUjhQTXpBd25UcHhBMjdadFlXWm1odXJWcThQWTJCaVdscGFhNzUvVnZYdDN6ZmREaHc3RnVISGpZR05qZzVTVUZOalkyT0R6enovSHlwVXJjZlhxVmF4YnR3NERCdzVFdDI3ZFlHOXZqNlZMbDZKeDQ4Ym8zYnMzenA4L0R3Q0lqWTJGalkwTkxDd3M0T1BqZ3k1ZHV1QzMzMzVEV0ZnWVdyVnFoUnMzYnFCV3JWcVlPbldxVmgyalJvM1NmUCs4UURSOCtIRE1uRGtUSGg0ZVpmd09FaEZSUmNQUVEwUlV5VmhZV0dEbzBLSFlzMmNQYXRTb2dYYnQyaUVtSmdZLy92Z2o5dTdkaStUa1pKdzdkdzZyVjY5R1NrcUtabmhiYm00dWpJeU1jUGp3WVFEQSt2WHJOVk5PMjluWjRmNzkremgzN2h5Y25aM2g1dWFHbEpRVUxGdTJEUEh4OFVoT1RrYi8vdjB4ZlBodzVPVGt3TUxDQXIxNzkwWkNRZ0l1WGJxa0NTWkdSa1o0K1BBaGR1M2FoVzNidG1scU5qWTJocE9UMDNQdkp5QWdBQ2RQbnRScVV5Z1V5TXpNeE96WnN3c0ZOeTh2TC9iMkVCRlZNZ3c5UkVTVmpJbUpDVnExYW9Xelo4L0MwZEVSclZxMWdyR3hNUUlDQXZEbW0yOXFUV1FRRkJTRXVuWHJBZ0FlUDM0TUt5c3J6ZEMybkp3Y3pjeG9qbzZPdUhidEdyWnUzWXB2dnZrR0FCQVRFNFBBd0VDRWhZWEIydG9hdDIvZkJnRDA3ZHNYM3Q3ZWFOKytQWDc5OVZlRWhJUmc2TkNobW5QT21UTUhUWm8wUVdCZ0lMS3lzdEN0V3pjSUlaQ1RrL1BjKzVrN2R5N216cDJyMmI1MTZ4Wm16SmlCYnQyNlFTYVR3ZGZYRndCdzU4NGQzTGh4QTkyNmRTdlg5NWVJaUY0L0REMUVSQVFIQndka1ptWWlKaVlHR1JrWlNFcEtRa3hNREp5ZG5XRnBhUWtBZVBEZ0FhcFZxNlk1UnFGUW9GNjllZ0NBWnMyYVljV0tGZWpUcHcrYU5Xc0dwVktKTGwyNklENCtIaVltSnBxaGFMNit2akExTlFYeXA0NGVQSGd3Ykd4czBMRmpSeUIvOGdGcmEydFlXbHJDMk5nWVRaczJCZktEekpBaFExNTRIeWRPbklDL3Z6KysrZVliTkcvZUhPKzk5eDdPbmoyTGlJZ0kvUHJycnhnMmJGZzV2SHRFUlBTNlkrZ2hJcXJFc3JPemNmSGlSVnk2ZEFuLy9QTVBBQ0E2T2hwMzc5N0ZYMy85QlFEbzBLRURoZzRkaXVqb2FEZzVPU0V2THc4R0JnYUlpb3BDbHk1ZGdQeTFkYkt6cy9IQkJ4OEFBTDc2Nml0MDd0d1phclVhZCs2alJtRHRBQUFnQUVsRVFWVGNRWFIwTkdKalkxRzNibDIwYU5GQ2M0eGNMb2VkblIwa1NRTHlaMWRidTNZdEFDQTFOUlVSRVJFUVFxQmh3NFpGVGxtTi9Fa0xWcTFhaGJDd01NaGtNbmg1ZVFFQS9QejhNR0hDQkxSczJSSzdkdTNTQkRnaUlxcGNHSHFJaUNxWnlNaEk3Tml4QXhjdVhJQ05qUTNjM2QweGFkSWttSnViQTREVzhMYW5uVHQzRHMyYk44ZU1HVE53OGVKRnVMaTR3TXZMQzRjT0hjTDMzMzhQRHc4UEhEOStITys4OHc0U0VoSmdaV1dGdVhQbjR0S2xTNWcrZlRxeXM3TTFYeE1URXpGcDBpUU1IRGdRZi8vOU4yYlBubzJGQ3hmaS92MzdXTDE2TmVMaTRtQmxaUVUzTnpmMDY5ZnZYKzluMjdadDJMUnBFNFlPSFlyWnMyZmp2ZmZlQXdDa3A2Zmo1czJiK095eno3Qmt5UktzWGJzV2d3Y1BocU9qWXptK3UwUkVSRVJFOU5JY1hkMlBEeDc1dmlpdGxKUVVjZjc4ZVpHVmxTV0VFR0wvL3YyaVo4K2Vtdi9hdG0wck9uZnVyTlVXRVJFaE9uWHFKQjQ5ZWlTRUVDSXZMMDhJSWNTbVRadEUrL2J0UlhCd3NJaU5qUlc5ZXZVU0Z5OWVGTjI3ZHhmLys5Ly94S3haczBUUG5qMUZZR0NnaUl5TUZIUG56aFZidDI0VjN0N2VZc09HRFpwNlJvOGVMWHIyN0NtU2twSkVlSGk0NXZ5ZmZmYVo2TlNwazJqWnNxWG8ycldyMW4rZW5wNmlhOWV1NHZidDJ5SWxKVVVJSVVSY1hKeG8xNjZkbURsenBtamJ0cTJZT25XcVVDZ1U0djc5KytMVFR6OFZyVnUzRnQ5KysyMnAzenNoaEJnODhuM2g2T3ArWE5kL0Q0aUlpSWlJOU5iTGhwN1NDQTBORlY5Ly9YV2g5dFdyVjR1d3NERE45dG16WjBYdjNyMUZRRUNBT0hic21EaDE2cFFtd0R4OXJyTm56MnExNWVYbGlUTm56cngwbmJHeHNXTDA2TkZpMTY1ZG1pRDBOSVZDSVJRS3hVdGRnNkdIaUlpSWlLaWM2U0wwaUtkNmR5bzdoaDRpb29wSHB1c0NpSWlvWWlpWXFwcUlpS2lpWWVnaElpSWlJaUs5eHRCRFJFU3ZsRnF0MW5VSlJFUlV5VEQwRUJGUnVSb3dZQUFTRXhNMTIvdjM3OGVNR1ROMFdoTVJFVlV1SEtCTlJFU3YxTTZkTzJGdmI0L0F3RUN0ZG05dmIxU3ZYbDFuZFJFUmtmNWk2Q0Vpb25LUm5aMk52THc4cU5WcVpHWm00dkhqeHdnTkRjV3RXN2ZnNk9pSTRPQmdBSUJTcVVSUVVCQzJidDNLMEVORVJPV0NvWWVJaU1yRjJyVnJjZjc4ZWR5N2R3K3paczFDbzBhTmNQWHFWZFN1WFJ2dTd1NTQ5OTEzQVFEKy92N28zcjA3bWpScG91dVNpWWhJVHpIMEVCRlJ1Wmc1Y3lhU2s1UFJ2WHQzckZtekJqZHUzSUNKaVFrbVRweUlzV1BId3N6TURPZk9uVU5DUWdKV3JseXA2M0tKaUVpUE1mUVFFVkc1T1hIaUJJUVFtRDU5T3I3KyttdTBiZHNXeHNiR0dEbHlKRDcvL0hNWUd4dmorKysvaDdtNXVhNUxKU0lpUGNiUVEwUkU1ZWJBZ1FPb1dyVXFQdjc0WS96NjY2L28yTEVqZnY3NVp6eDQ4QURmZnZzdDR1UGpNWHYyYk5qWjJhRjE2OWFZTkdrU1pESk9MRXBFUkdXTG9ZZUlpTXJGMGFOSFlXdHJpK1RrWk5Tdlh4L2g0ZUhZdEdrVEJnOGVqRTZkT21uQ3pjQ0JBM0htekJuY3ZIbVRnWWVJaU1vRlF3OFJFWldMNDhlUFk5U29VWmczYng0QVlNeVlNWWlLaW9LZm54OFdMVnFrdFc5YVdocE9uRGlobzBxSmlFamZNZlFRRVZHNW1EbHpKcXBVcWFMWmxpUUpBREIvL254MDdkcFZhOS9PblR1Lzh2cUlpS2p5NERnQ0lpSXFGMDhISGlJaUlsMWlUdzhSRWIxU1gzNzVKUll2WHF6VmxwYVdwck42aUloSS96SDBFQkhSSzhYaGJVUlVFWGg1ZVJrR0J3Zm42Ym9PS2hzYzNrWkVST1ZxejU0OXFGR2pCZ0JnNGNLRmhRSVBBQnc3ZGd5V2xwWTZxSTZJOUpUazRlSHhjN05telRTTGdIbDRlSFR3OFBENHNyakhDeUdDUFR3OEN2K0RWVFM1aDRmSGFpY25KNnVTbC92aWVsN3lmaW85OXZRUUVSRVJrVjV4ZDNkdkE2Q2hnWUZCRHc4UEQ3djhabk5Ka21aNWVubytFRUtvQ3ZZTkNRblo0T25wZVJpQXd6T25xUVZnbDZlblorSXo3VW1YTDEvMmZzNWxWWklrMlZwWVdId0FZS2t1N3dlQXF1aXpWVTRNUFVSRVJFU2tWMlF5MlVBQTI1OXB6aFJDekh6ZS9rS0lCaXFWYW9CU3FieHBaR1RVQW9CamJtN3ViZ0F3TVRFWkJlQlVkbloybEltSlNYMGh4R0U4NldtNUprbFNqYWNEaHhBQ2tpUjE5UER3bUZYUUprbVNtVnF0WGhVYUd2clpxN29mS2t6U2RRRkVSRlF5anE3dXg2MnNMRG8yY25YUmRTbWxrdjA0Q3dCZ1ltcW02MUpLSlN6aUJ0TFRNMDdFUklSMjBuVXRSUHFtbnF2N2VBRU1mYm16cUdVMnB2TFc2ZG5xRUxXUUhwc2JTaTRHY3NsY1FJaUNQU1JBVXFtaHlNZ1Z0d0RBVUFacnVRd1dobktwaGdRaHkxWWlWb0tRNTZtUmJpU1RiSXdNSkh0Smt0UTVTbldpVWlVeWxFSktzemFSM2xUa3FLK3BoZlRZUUFZeklTQlRDV1FBZ0lGTTJDalZVam9BdGFtQlZCc1FobytWaUg1VjkvTXlKR0I3ZEVUb2hwYzl6K3VHUFQxRVJCV01nUGdqUFQwRDUvOE8xblVwcFdKbExMa0RRSHFPQ05WMUxhVW1pWDI2TG9GSUh3bGc2TXYrVWljNUtSRVBFKy9CbzNuVFZvWkd4cmdiRTRucU5leTFmdEdTblpXSlIwbjNyWnJVYmVDUW01T0RPN2NqWUc1cERadXExV0ZxYmdHMVd0MDQ1bFlZNnRSM2dZR2hvZWFZMU9TSFZwbUtkTlN1NXdTMVdnMGpJK05XYVNrUGtmSW9DYlkxSFdCbFV4VUFrSGd2RGhucGFhaFNyVG9zcko1TTMyOWtiRnozVmR4UHFkKzQvLytsRGdEb1hlaGhUdzhSRWIxU0hoNGV4L0ZrM0RsN1NvaElpNk9yKy9IV0xiMDY3dGk2c1ZUSFoyUmtvRisvZnBBa0NWdTNib1c5dlQybVRadUdSNDhld2RqWVdMUGY0OGVQNGVEZ2dLVkxueng2RXg4ZmozNzkrcUZhdFdyL2V2N2s1R1JzMjdZTkxpNHVDQW9Ld3RxMWErSG01b1paczJhaGV2WHEyTDE3TnhvM2JndzNOemZFeHNaaXhZb1ZpSXFLd3B3NWM5Q3VYYnRYZGorbE5XVFVPSnovTzFndmU3TFowME5FUkVSRWV1SDY5ZXZvMWFzWHdzTENrSnFhaXUzYnQ2Tk9uVHFvVTZmT2MvZGZ1blFweG80ZEMzTnpjOWpiMitQMzMzK0hFQUtyVnExQ3o1NDlVYTllUGMyK0JnWUdHRGh3SUt5c3JKQ1VsSVFEQnc1ZzlPalJjSEZ4d1lNSEQvRGd3UU1jT1hJRW1abVpFUGtqejhhUEg0L3c4SEJjdW5TcFZLR250UGRUdFdyVkVsOUwzekgwRUJFUkVaRmVhTkdpQlpvM2I0NnBVNmRDb1ZEZzRzV0xXTEJnUVpIN2YvMzExMGhQVDRlTmpRMEFRSzFXWStuU3BiaDU4eWFpb3FJQUFObloyUWdORGNYaHc0YzF4OW5aMldIRmloVVlPSEFncWxXcnB1bDFpWXFLUWtaR0JpNWZ2Z3dBaUltSlFaOCtmVEI5K3ZSWGVqOE1QWVV4OUx3Q1hOeUtpSWlJcVB6SjVYTEk1WElBZ0kyTkRVYU9ISW1OR3pjaUxpNnUwTDYydHJZWU1tUUlxbFNwb3VtWldiVnFGUndkSFdGcmF3dTFXbzNtelp0ank1WXRXTDU4T2F5dHJaOTd6UysrK0FMMjl2WUFnTm16WjZOSGp4NmE5Y2pXcmwycmsvdWh3aGg2WGt6eThQRDRTYVZTZlhEbHlwVk01QzhHQmFCTFNFakkvT0ljbjcrNDFjY2hJU0ZIaW5sTnVZZUh4d3FGUXVFYkdSbVovbkxsRjY3bkplK0hpSWlJNkxWbmFXbUpYcjE2b1ZldlhwcTJnbERUdDI5ZnJYMVRVMU1CQU5PblQwZG1aaWJPbmoyTGRldlc0ZWpSbzZoU3BZcW1KNmdzS0pWSy9QSEhIM2pycmJkZ1ltSlNMdmREaFRIMHZBQVh0K0xpVmtSRVJGUTVYTHAwQ1R0MjdFRExsaTN4My8vK0Y5V3FWY1BWcTFmeDExOS9vVkdqUnNVK1QzcDZPcUtqb3hFVEU0TW1UWnBvdlhianhnMXMyTEFCL2Z2M0w0YzdvS0xvYmVncG0zbmVnVHcxbk5ScVpLdWgvbElTTVByL1Y4UmRBTk9lM3JldVMvUDNWQ3JST2lOWGRVMmxsaDRieWlWTG1TUk1jcFQ0QndCTURLV2FlV3FrcWxRaVd5NlhUQ3lOcEphT3J1N0hyVTJrTnlVSlJoRFF6TGV1VmdzQVVuOTNkNDlGQlcyU0JIbDJucmhiK25uZVMzNC9rbFQ2Q2Y3MGRaNTNJaUlpcWxnU0V4TmhhR2lJcUtpb0lzTkxRa0lDL1B6OGdQeGc4dU9QUDJxOS91ZWZmK0xodzRkYWJYWHExSUZoL3BUV1Q4dk96c2JhdFd0Um8wWU45T2pSUSt1MWYvNzVCNTA2dmR6a2FNVzVIOUttdDZHbkxPWjVWNnRWaUw0Wmp0cU9EV0JzWW9yNzhYZVFtNTJ0UGRHM0VEQXhOWU9kL1JzQTBEQXJRNEdjN01jdEZHa3BVS3ZWcUdwYkUwS29YVTFNelpDVm1ZSDBsRWVRSkJrc2JhckEyTmdFcmhhV0hXTnVoY08rVG4wWUdSc2pOeWNiYXJWYU0vZDZaa1k2VEUzTklaUExrZkx3QVpUS3ZMcTJOUjFLTmM5N2FlNm50TytkUHMvelRrUkVSQlhMbGkxYmNQNzhlZFN1WFJ1dFc3ZCs3ajYxYXRYQzc3Ly8vcS9uR1Rod29OYjJzbVhMbnJ1Zm5aMGQxcTlmLzl6WFFrTkRNV2pRb0dMWC9qekZ1UitxSkJ4ZDNZOFBIdm0rZUJuYnRtMFRucDZlSWo0K1hnZ2h4SlFwVThTdFc3ZTA5cmwrL2JxWU1XT0dFRUtJTzNmdUNHOXZiekZ2M2p4eCtmSmxJWVFRT1RrNW9tZlBudUxodzRkYXgvajUrWW5PblR1TDI3ZHZpMnZYcmdtRlFpSCsrOS8vaW03ZHVvbERodzVwOXYzcXE2OUU5KzdkeGViTm04V2RPM2ZFM2J0M1g5bjl2SXpCSTk4WGpxN3V4M1g5OTRDSVhqOGVIaDdIQzlicUlTSjZXbGw4Zml1dDNOeGNuVnozZGFMUG45LzB0cWZuWldWa1pHRHIxcTFhVS83SlpETE1uei8vdVl0QkFjQWJiN3lCSFR0Mm9GKy9mZ2dPMWw0cGZkaXdZVnJiQll0YjFhdFhEMEZCUVpnM2J4N2MzTnl3ZmZ0MnJjV3RQdm5rRXd3Wk1nUXJWcXhBWUdBZzVzeVpvN2xlZWQ4UEVSRVJVV1h4dkdGcXBEOFllb3JBeGEyNHVCVVJFUkZSVVlRUUVFSkFKcFBwdWhRcUJvYWVJbkJ4S3k1dVJVUkVSRlNVNjlldlkrUEdqVml4WW9WVys4V0xGekZwMGlUTW1UUG5oYy91N055NUU1Y3VYY0tTSlV2S3VWcGk2Q2tDRjdmaTRsWkVSRVJVOFFnaDhPNjc3MkxNbURIbzNidjNDL2RYcTlXWVBIbnlDL2V6c0xEQTBxVlBWaExKek14RWNIQXduSjJkb1ZBb1lHaG9DQk1URTl5N2R3K0xGeS9HNHNXTHNXclZLclJ1M1ZwclZNMnRXN2RRcTFZdFdGaFlQUGNhMmRuWmlJNk9ocHViVzRudW1WNk1vYWNZdUxnVkVSRVJVY1VnU1JKR2pSb0ZkM2YzWXUydlZxdHg4ZUpGckZtenBzZ3djdmZ1WGEzZW1NV0xGK1BVcVZPb1U2Y09nb09EMGFKRkM3ejk5dHVZT1hNbVB2LzhjM2g2ZXNMYTJob3pac3pBc21YTDRPam9DQUNZTjI4ZTVzNmRpeFl0V2hSNW5XblRwaUVvS0toVTkwNUZZK2dwSjF6Y2lvaUlpRWczU3ZOTFhEYzN0eUovT1cxcWFxcTF2WERoUXZUcjF3OWJ0MjZGWEM3SHVYUG5NRzdjT0ppYW11TGJiNy9WT203OCtQRVlQMzc4UzA5VFRTK0hvYWVFdUxnVkVSRVIwZXZOeDhjSE0yYk0wSHgyT25mdUhINzQ0UWZjdm4wYlZsWlc2TjY5T3laT25LZzFnMjFKM0xoeEE4N096Z2dNREVUSGpoMnhlZk5tK1B2N3c5UFRFMnExV3JPZlRDWkRSRVFFd3NMQ3l1emVxSFFZZWtxSWkxc1JFUkVSVlJ3aElTR1lNV01HdnZqaUMvem5QLzlCZkh3ODVzMmJoK3pzYk15ZE83ZFU1eng1OGlUYXRXdUhFeWRPb0ZXclZsaXdZQUYyNzk2Tm1KZ1lwS1Nrb0VPSERvaUtpb0tYbHhjaUlpTGc3ZTJ0T1hiTGxpMzQ0NDgvZ1B5SnFoNCtmSWo1OCtjREFCUUtSUm5kTlQyTG9lY0ZObXpZb0xYOW92ODViR3hzc0h2MzdoZWVkOWV1WGYvNmVuRm04ZmptbTI5ZXVNK3pTbm8vUkVSRVJCWFp6ei8vakY2OWVxRm56NTRBZ0lZTkcyTEtsQ253OWZYRjdObXpTM1hPZi83NUI5bloyWWlOamNYQ2hRdlJybDA3M0xwMUN4OSsrS0Ztb3FqejU4K2pmdjM2T0hmdUhCbzNib3dhTldwZ3hvd1pXc0dtWUxycnRtM2JBdm5QaG1kbFpaWEpmWk0yaHA1eXdNV3RpSWlJaUY0UGQrL2VoWWVIaDFiYkcyKzhnWnljSEtTbHBjSFMwckxFNS9UejgwTjJkallXTGx5SWNlUEdRWklrYk51MkRkT25UMGRjWE54elo0TVRRcUJGaXhZd01qTFN0S1dtcGlJakkwUHJFWVlCQXdaQXJWWnovWjh5eG5mek5TQ0UwQnIvU1VSRVJFUmxvMGFOR3JoejU0NVdXM3g4UE16TXpFcTlQSWV0clMzZWVPTU5tSmlZSUNNakEwbEpTWEIxZGNWWFgzMkZidDI2UGZlWTI3ZHZhODJjVzVReFk4YmcvUG56cGFxTGlzYlE4eHE0ZnYwNlB2NzQ0MEx0Rnk5ZVJJc1dMZkRycjcrKzhCdzdkKzRzZFJjdEVSRVJrYjRhTkdnUWZ2LzlkeHc2ZEFoWldWbTRkZXNXMXE1ZGl4RWpScFQ2bkI5OTlCRjhmSHh3NmRJbEJBWUc0c0dEQjdoNTh5Ym16NStQWThlT2xXbjlBSER0MmpXRWhJU1UrWGtyRXc1dit4ZGMzSXFJaUlpb1ltdlhyaDM4L2YyeGFkTW1MRml3QUhaMmR1amZ2eitHRFJ1bXRkKy85Y0lJSWJUV1JKdzNieDZxVmF1R2p6LytHTE5tellKQ29jRGx5NWV4Wk1rU2JOeTRFUURnNitzTEE0T3krYWk5ZnYxNmRPN2N1ZEF3UFNvK2hwNS93Y1d0aUlpSWlDcWVnd2NQYW0xMzY5YXR5R0Zua2lUQnhNUUUrL2Z2TDNLZG51am9hSHo0NFllYWJUczd1eUt2clZRcUlaUEpZR0JnQUpsTWhzZVBIMnVlejBsT1RrYm56cDAxKytiazVFQ3BWR3ExWldSa2FKMVBDSUhyMTY5andZSUZMN3h2S2hwRHp3dHdjU3NpSWlJaS9TV1h5M0htekpsLzNhZGV2WHJZdjM5L2thOUxrZ1JEUTBOOC8vMzNDQTBOUmI5Ky9iQjA2VkljT25RSU5qWTJlT09OTjJCa1pJUlRwMDY5c0o1eDQ4WnBiVWRGUmFGKy9mcEZmcmFrNG1Ib2VRRXVia1ZFUkVSRXo3Tnk1VXJOOXdXUExoU1lNMmNPNXN5Wm85Vm1abWIyd25OdTM3NWRhN3RCZ3dhRmxoeWhrbVBvS1FFdWJrVkVSRVJFK3M3RHcrTTNBTllBMUpJa3FZVVFxdnl2QmR2cS9OZFV6N1lCVUFFUXozdXQ0RHpQdEtsbE1sa2VnSVRMbHkrdkw2OTdZdWdwQVM1dVJVUlVjbDVlWHRZcWxlcnBwMjl0QU1EZDNiMWpRWU5jTGc4SkRnNU8wMG1CUkVTa1JaSWtHUUJqSVlSTUNDRURJQk5DeUNSSmtna2g1UGxmbjl0VzhCV0EvSm5qWkRLWlRDYUVrRC9kSmttU1FjR00wazJhTlBuOTJyVnJpZVZ4VHd3OUpjREZyWWlJU2k0bEpRVTJOamFIQVdpdDNDeEowdkg4Yi9OU1VsSnNkVk1kRWRHVEVUTUZrMFVSY1BueTVmNnY4bnJ1N3U3alpUTFplcmxjWG03WmhKK0dTNENMV3hFUmxWeFVWRlNhRU9LSUVBSkNDRTE3d2JZUTRraFVWQlI3ZVlqb2xUbDA2SkJtbEk1U3FjUTc3N3hUN0dPam82TVJHQmhZanRVQm16WnR3cjE3OThyMUdwVU5lM3BLWU5DZ1FaZzVjeVk4UFQzaDdlMk4rUGo0TWxuY0tpSWlBZ3FGQWtJSWVIbDVhUmEzaW9tSmdiT3pjNW5ldzdWcjE1Q1hsOGQ1M29ub2xSSkNCTXBrc3JlZURqM0luL0ZJclZhWDc2Y0hJcUl5WkdwcWlwVXJWNkpEaHc2b1ZxM2FjL2VKaTR2RDJMRmppMXhhSkNvcUNxTkdqZEk4TWhFYkc0dk16RXdBd09QSGovSDk5OStqU1pNbVNFMU5mZTd4VmxaV3FGMjdkcG5kVTJYQTBGTUNYTnlLaUtoMDVISjVvQkRpdS93eDNrOVR5ZVZ5aGg0aUtuZHBhV25ZdjM4L2hnNGQrcS83L2U5Ly8wTnljaktHRFJ1R0gzNzRRYXRYSnpNekV6S1pES2FtcHVqWHJ4OGtTZEtha2ExLy8vNllNR0VDa1ArODliTkxsUlF3Tk5RYTdZdTllL2NpUER3Y3lPOUpxbG16SmpadDJsUmtqWjZlbnZqZ2d3K0tlZWNFaHA0WDQrSldSRVF2THpnNCtLR25wK2RmQURvLzg5TEo0T0RnaHpvcWk0Z3FrZlQwZE96ZXZidkkwS05XcTdGKy9YcnMyclVMQ3hjdUJBQk1tREFCRXlaTVFIeDhQT3pzN1BEZGQ5K2hldlhxR0RwMEtOYXVYUXN6TXpQMDZ0VUxGaFlXaGFhak5qQXdLUEo1NzZlZnl3YUE2ZE9uQS9tZjNRWU1HSURseTVlalFZTUdaWFRuQklhZXNzWEZyWWlJaXFaV3EvZklaTExPQlVQY0pFbUNTcVhhbyt1NmlLaHlPbkhpQk5xMWE2ZFphM0h5NU1sUXFWVDQrZWVmVWJObVRjMStpWW1KK09DRER6VExnanpyd0lFRE9IYnNHRmF2WGcxRFEwTUVCQVFnT1RrWjkrL2ZML0x6V214c0xGSlNVbkRod2dVTUhqd1libTV1QUlBTkd6YWdUWnMyT0gzNk5NYVBIMS9vdU16TVREZzRPR0RQSHY3VFdWTGxIbm84UFQyYnFkWHFUckluWFJRR1QwMVQ5OEt2QUo2ZEJxL0lyd1ZUM3hVY241NnRMdmxVYWpyRXhhMklTTjg5ZnZ3NDBNek1iRlhCSkRyaXlmeWwvTWxOUkRyUnNXTkhMRm15QkVxbEVxMWF0Y0ovL3ZNZkRCNDhHSklrYWZhNWYvOCtKazJhaFBmZmZ4OHRXN1o4N2dSUm8wZVB4cU5IanpCaHdnUjg5OTEzbURWckZqSXlNbkQ5K3ZWL3ZYN2R1blZSczJaTnpSQzRhOWV1NFpkZmZzRXZ2L3lDZXZYcVlkU29VWnA5bFVvbHRtN2RpcUNnb0ZLdkRWblp2WXFlbnNVeW1hemdJUmNsQU5XVEticWZMRllrU1ZMQlFrWnFtVXhXc0VDUk92L25vUXFBS0ZpNDZIbUxJajF6ckNob2x6MlpYNXlJaUY0VE4yN2N1T2ZoNFhFT1FMdjhwdk1oSVNHY25vaUlYZ3REaGd3cDFIYnk1RWtNR1RJRUF3WU1BQUI0ZTN0cm5zM3UwS0dENXBucm1UTm5ZdG15WllpTWpNU2JiNzZKeU1oSWJONjhHVjI3ZGdVQTNMcDFDMGxKU1pyMUZLOWR1NGJtelp0ajVNaVJBSUI3OSs1aHhvd1pFRUk4ZDBqY2tDRkQwTGx6WjJ6YnRxM1EwRGdxbm5JUFBmbTlNZWN2WDc3Y3ByeXY5VFJIVi9manhkaXR6SEdlZHlLaWY3VkhrcVIyeUIvdXB1dGlpSWoremFCQmczRDY5R240K1BnZ09Ua1pGaFlXaFVKSFVsSVNWcTVjaVpreloycTFaMlptSWk0dURnRHc2TkVqS0JRS3pYWktTb3JXdm41K2Z1amR1emNPSHo2TTA2ZFBZL1BtelZxdjM3MTdGN201dVpwbnpaczBhWUpGaXhhVnh5M3JMVDdUODVJT0hUcUVJMGVPYUxwSDMzbm5IUVFIQnhmcjJPam9hSVNHaHFKLy8vSmIvMm5UcGszdzhmR0J2YjE5dVYyRGlLaTRoQkI3QUN5VkpFbFNxOVcvNmJvZUlxSm5DU0d3Y09GQ3pKMDdGMFpHUm1qZnZqME9IanlJblR0MzR1alJvMWkzYnAybWgyZlpzbVdJam81RzY5YXRDNTNIMGRFUjc3NzdMZ0RnL1BuemlJMk4xV3dmTzNaTWE5K1BQdm9JcnE2dU9IejRNRnEzYm8yT0hUdHF2ZTdqNDROTm16WkJMbjh5QVdaWnplcGJtZkFkMHlITzgwNUVsVTFvYUdpTWg0ZkhYU0dFZE9YS2xXaGQxNk5yNHRtRmkxNlM5UFREQ0VUMHI1UktKY0xDd2pTOUx3VWVQWHFFZmZ2MllkNjhlVnJ0NzczM0htN2R1b1daTTJkaTFxeFpXTEZpQlhKemM3Rmt5WkpDSWNUQ3dnS21wcWE0ZE9rU2tQOTVMU2twU2JPdFVDaTBabWRyMUtpUjVuc0RBNFBuVGpwbGJXM05zUE1TK002VkF1ZDVKeUlxUFNIRWQ3S0MrZmVKaUY2Qm5Kd2NoSWVISXpVMUZWOSsrU1grK2VjZnhNWEY0ZDY5ZTJqWnNpWGtjamtlUEhnQU96czdoSWVIdzhIQlFkT3I4clJKa3laaHdvUUo2TmV2SHhvMWFvUWZmdmloMEdlME0yZk80TTgvL3dRQXpXZXloSVFFS0JRS3pUYnlueGRTS0JRWU5HaFF1ZDgvTWZTVUN1ZDVKeUlxSFNjbkorTzB4K29HZ0JwT1RrN0drWkdST2JxdWlZajBuMEtod0xwMTY5QzZkV3M0T1RtaGI5KytjSE56MDB4S29GQW8wTGR2WDVpWm1TRXJLMHZ6ZVNvckt3czNidHhBYUdnb3pwOC9qNmlvS1BqNCtHRE9uRG5ZczJjUGV2WHFoZWJObTZOSmt5YW9WNjhlSEIwZDBhNWRPN1JyMTA3citvY09IY0tOR3pjd2JkcTBZdGY4K1BGakdCZ1lJRDA5SGNoZkdvVktqNkduREhDZWR5S2lGNnZqNU5GSVpTQjJRRUl6QUZCS0ZpMGNHellkSEhQemFvU3VheU1pL1ZhOWVuWHMzYnUzeU5mOS9Qd3diOTQ4S0pWS0dCa1phWWFSL2ZMTEx6aDgrREM4dkx3d2V2Um92UG5tbTVyWFdyWnNpYlMwTkp3OWV4YVhMMS9HcVZPbjBLOWZQNnhkdTdiUStSODhlSUNNakF6RXhNUVVlbTNZc0dIdzh2SXExSDdxMUNsOCtlV1hrTXZsNk4rL1B6aDY5ZVV3OUpRQnp2Tk9SUFR2Nmpac05rNlNpVlhXMWxhbUFZdjhBQUJ6ZmYyYXA2YW5COWQxYVRZdDlzYVYvK3E2eG9vZ016TVRBUUVCT0hic0dJeU1qUERPTys5Zzh1VEovREJFVkFhTWpJd0tqYUFaTzNZc3hvNGRXK1F4MXRiV2VPdXR0L0RXVzI5cDJsNW1ncXFuRjdEdjNyMDd1bmZ2WHVwemtUYUdubkxBZWQ2SmlKNm82dVJrWlNVMzN5akpwSUV0VzNoaStUZUxVQ3UvQjd4cFl6Zk1tT05yOXZlbHl4c2RYWnIzU0ZkbGprdU9qRXpYZGMydnM2KysrZ3FQSGozQ24zLytpY1RFUkV5Y09CRzFhdFhTL0d3aElxTG5ZK2g1UlRqUE94RlZOblZkbTdhUklOc3VsOHNkcDAzK0FGTW1qSWRjL3YvekY5U3FXUk0vYjE2UFZldCt3Tm9mL2p2UVNqSi8wOUsxNmREWWlLdm5kRnI0YXlvbEpRVUhEeDdFOXUzYllXTmpBeHNiRzd6Nzdydll0MjhmUXc4UjBRc3c5SlFqenZOT1JKV1V6TkcxMlZ4SmtpMm9WYk9Hd2JjQmk5RHF6Y0xqMVpIL1lPNk1xWlBSdG5VcnpKamo2M2cvTWZHa28ydXpMMklpcm53Tm9FeW5jeTRMSGg0ZUN5UkorbHdYMTc1MjdScE1URXpnN095c2FXdlNwQWwrL3ZsbnpiYW5wMmVKM2pPMVd2MXphR2pvOExLdGxJam85Y05QdkdXQTg3d1RFVDN4aG91THZZSE1aQnNnZGVuYXVTTytXZVFIRzJ2ckZ4N1g2azB2SE5pN0UzTjgvUXlPSER1eHVKNmJlMmMxY2tiR2hvY252SkxDaTBtU3BLWUE3Z1A0dm94TzZRY0FkKzdjd1lnUkk1Njd3OEtGQytIdDdZMmtwQ1JVclZwVjYvbWRLbFdxSUNjbkI5bloyUVZEcHYxS2NPMFpraVIxZXNuNmlZZ3FCSDd5TFNITzgwNUU5SHgxR3paOVN5Ykp0eGtaR1ZYL2JPNU1EQnM4c0VRUDJOdFlXK09IMWQvaXAxOTJZVkhBc3E2NU9iaFN0MkhUa2JFM3IvNnZYQXN2SVNIRS9aQ1FrQy9MNkhSK0FGQ25UaDM4OWRkZi83cWpXcTNHczJ1WnFsUXFyZTNMbHk4WHV5NVBUOC8zQVhBT1hDS3FGQmg2U29qenZCTVJQYU5SSXlOSFlmQU5oRFROeWFtZXRHcHBBRnhkbkl0eFlHR1NKR0hFa0VGNDA5TUQwMmJPclg3cmR0UitSN2RtcTJJazVSeUVoZVdXZWUwVmlMVzFOZExTMHJUYVVsTlRZV0Zob2ZrWlJFU3ZGeUVFWjFkOFRURDBsQkRuZVNjaStuOE9yczBiR2dyc2tDQjVEbnEzSC94ODU1YkpCM0JYRjJmOHZtczd2bHdjSVAzNjI5N3Bqc0xRTzgrMStaRDRpSDl1bGtuaHI1bmlERzl6YzNORFptWW1JaU1qNGVUa0JBQzRjdVVLbWpadCtvcXJKYXI0WW1KaThQWFhYeU1zTEF5MnRyYVlNbVVLT25mdURPVC9BbnZac21VNGRlb1VEQTBOMGI5L2Y0d2ZQeDR5bVF5QmdZSFlzbVVMaGcwYmhqMTc5aUExTlJXdXJxN3c5ZldGcmEwdDR1TGkwSzlmUC9qNit1TDc3NzlIbXpadDhPV1hYK0xjdVhQNDRZY2ZjUHYyYlZoWldhRjc5KzZZT0hFaWpJMk5OY2ZNblRzWEJ3NGNRSFIwTk5xM2I0L3g0OGZqbTIrK3daMDdkMkJ1Ymc0L1B6L05lb3owR3ZMdzhQaWZwNmZuSzUrSng5SFYvZmpna2U4TDBvM0JJOThYanE3dXgxLzFuenNSdlRxT3JzMUdPYm8xejJqMlpudXgvK0RoY3Z2M1pQL0J3NkxabSsyRm8xdnpqRG9ObTQzVTVUMTdlbm9HZW5oNGhKVFYrVXI2WGt5WU1FRk1tVEpGSkNVbGlaQ1FFTkdoUXdkeDVzd1p6ZXNsdkpjN0hoNGU4V1YxTDBSbDRWVjhma3RMU3hOZHVuUVJHemR1RlAvSDNuMkhSWEYxY1FEK3pleFNsbzVDckRSRldWQjIyYlhGUWpReE1jYmVhK3o2Q2NaR3JOSEVCbllzcU5IRTNtdGlKY1lXVFdJU0sxMHBpaEd3WUtlM2JmZjdROWl3QW9vS0xPVzh6OE1UcDkwNVRPQXlaK2ZPdVZsWldleWZmLzVoTFZ1MlpIRnhjWXd4eHJ5OHZKaVBqNk84U3dJQUFDQUFTVVJCVkE5TFNrcGk4Zkh4ckhQbnp1ellzV09NTWNZT0h6N01talZyeHI3Ly9udW0wV2lZUXFGZ2t5ZFBabDVlWG93eHhoSVNFcGhjTG1jVEowNWt5Y25KTENrcGlRVUhCN01XTFZxd1gzNzVoYVducDdPWW1Cald1M2R2dG1USkVwMWovUHo4R0dPTUpTWW1zdGF0VzdNT0hUcXdoSVFFeGhoamMrZk9aYU5HbGY1OXJiN3Uzenc4UE1iSTVYSW1sVXJybE5ZNStHTHNRd2doaEdqWnVybVpPWWlsdXptTzM5N0VRMnI2eTVFRDZQVDVaNlYydms2ZmY0WmZqaHhBRXcrcHFVREE3M0FRUzNmYnVybVpsZG9KeXpFL1B6OXdISWN1WGJwZzl1elptRFJwa25iZU5rSkk4UVFHQnFKYXRXb1lOV29VakkyTjBiSmxTMGdrRXZ6eHh4KzRkZXNXcmwyN2htKy8vUlpXVmxhd3Q3ZEhqeDQ5Y083Y09lM3hJcEVJWThlT0JjZHhNREF3d01pUkkzSDE2bFdrcDZkcjl4a3laQWdzTFMxaFpXV0ZQWHYyb0hQbnp1alVxUk5NVFUzUnNHRkRmUFhWVnpoMjdCZzBHbzMybUx4M3MydldySWxHalJxaGRldldzTE96QTNMbmQ0eU5qUzNUNjFUWjBQQTJRZ2doeFdiWHNGRXpBVFBZeC9OY2ZhL1JJK0F6d2J0TXFrSFdyVk1iKzNkdXdhcTFHL0RENW0yRHpaaGhDK09HalFiZHUzWHpXcW1mdkJ5eHNiSEIyclZyOVIwR0lSWGEvZnYzOGUrLy8rcE1FOElZUTRNR0RYRC8vbjB3eHRDcFV5ZWRiZmtyNVZhdlhsM24vV2dMQ3dzQTBIbm5ybTdkdWpybms4bGtPakhZMmRraEp5ZEg1NWk4ZGdEQTJOaFlwd0t2U0NSQ2RuYjJlMy92VlJrbFBZUVFRb3FEY3hCTHB2QWN2K2dEVzF1RFZjc1dvbVdMWm1VYWdGQW94RFNmQ1dqZHNnVytuakhiK2NuVFozODdpS1hmeEVlSHJTeVBjL29RUXQ1TlpIUU1CZzRiWFdydFAzL3lDSWJHSWpqVWQ5RlpmejA4Q2hjdnY1d1N4S0dCRzNqK3Z3RlJETURBWWFPUi9PSVpuajE2aUFGRFIybmZrVTVOZmpsUi9OY3p2NE5LcVFRQWpQZVpEb1BjU2VnZkpqN0dsbTA3RUhqbXYxRmo2YW5KNEhnZTR5WlBneUluQndEdzFlUnAybU1leE4zQnplaGJ1QlFVRGdESVNFdUZVcWtxMWV1QzNHdGZXVkhTUXdnaDVMV2NuQnJYWUVhQ25SekhkV2puMlFiK1N4YWdtclcxM3VKcDlXRnpuRHg2RUZObnpqSDQvZUpmL281aWFZZHNGZi9sbzlpUXAzb0xpaEJTSWhqWWlkVFVkRnkrR2xScTUrQTRabXhweERjUERRNjZrNjFDSXNjeDNsREFWYzlSc21jTVRHTnB6RGVMREE5TnpWQm83akFOVXhzWThCWWFCcVZhZ3d3aklhdGxZc0M3UklTRzNNdFNhZUo0ampNMk0rUWFLOVhzeGRYckliY0ZIRE8zRkFtYUJJZEdYR0pBRGdBWUNsRE54SUJyL09EUjAyaUZpajBYQ0Roak0wUE9UYW5CMDh0WGcrSjRqb21zUklJVytZOHhOK1RjMVN3NTQwN0NvMy96dDNINWF0Q2ZwWFpodEJlSUhTLzFjK2dCSlQyRUVFS0taTi9BL1ZNSStEMkdob1lmekp3eUNjT0hEQ29YRlNDcldWdGp5dzlyc0gzWFhpeFpFZENCNHhUaDlnMGFEMDI0ZmVPc3ZtTWpoTHk3M0NlM0swdjdQREtaN0ZNVFEzNkppU0dhQWtnQmNFcWRuZW9kR3h1YjA2UkprL29haldhTmxZaHZCVUREY2R3MUFPT0RnNE5qUFR3OFJuTWNOOVBZQUx1TWhQeGtqdU95R0dPYk10T1NaOFRGeFdYTFpMSnZBVFF4TjlUMEN3OFB2NTkzUGc4UGo3Nm1odHdzTXlPK0NXUHNQc2R4ODhOQ2cxY0NVTXZsY21jQXQvTWZJNWZMQTRVTU55SWpRbWJtTG5ka2pCMk5pdzZsQ1lYZkVTVTloQkJDQ2lOMGNKVXM0aGczeGNuSmtWL2p2eGlOM01wWHFWU080ekJpNkdBMGJ5ckh4Q2t6YS80YkYzL0t3Vld5SWo0cWZCWUFsYjdqS3c2dVBHU1FoRlJCSVNFaDV3QTBMV3hiVUZEUUhRQ2RYM2Q4N2tUQWhVMEczSmN4RnBvLzRRR0EwTkRRUXdBT0ZkRldMQUR1bFhWZFhsaytCWUFtNUhvUFZMMnRnbmpMU3FTRUVQTE83SndiMTNkMGxmN05nNS9XcDJjMy9zVFArOHBkd3BOZkl6ZFhuRGk4SDcxN2RPVjU4Tk1jWGFWLzJ6ZHdyNmZ2dUFnaFZZdTd1N3MxeDNHTk9JNXpyMWV2bnFXKzR5RzZLT2w1VDNGeGNmRHk4c0pISDMyRTNyMTc0L3o1ODlwdGFXbHBtRGR2SHRxM2I0K09IVHZpeHg5LzFKWW1QSExrQ0xwMzc0NkRCdzlpd0lBQjZOaXhJeVpQbm95blQxOE9TYjkzN3g2YU5HbUN3NGNQbzBPSERwZzNieDRBNE5LbFN4ZytmRGc4UFQzUnVYTm5CQVFFSUNmM0JiaThZdzRlUElqaHc0ZWpiZHUybUQxN051TGk0akJ1M0RoMDZkSUYvZnYzUjFSVWxGNnVGU0drL0hNVVN3WUtoWUlRTXhQVDVxdVdMY1R5UlF0Z0loTHBPNnczTWhHSjRML1lGNnVXTFlTWmlXbHpnWUFQZFhTVkROQjNYSVNRcW9QbitSNEFCQUFFbHBhVzNmUWREOUZGU2M5N1NFMU54ZWpSbzlHc1dUT2NPWE1HVTZkT3hiZmZmb3Y0K0hnQXdQVHAwNUdhbW9xZmYvNFpHemR1eElrVEp4QVlHS2c5UGpFeEVjK2VQY08rZmZ0dzRzUUpjQnlIT1hQbTZKempqei8rd0tGRGgrRGo0NE9Ra0JENCtQaWdYNzkrT0hYcUZGYXRXb1dMRnk5aTllclZPc2Zjdm4wYjI3ZHZ4NEVEQi9ESEgzOWc3Tml4K09hYmJ4QVlHQWhYVjFlc1dMR2lqSzRRSWFTaXFGMjdpWW1qV0xxTjQvaTlFdmZHNW9HSDk2TjdsMDdGT0xKODZkNmxFd0lQNzRmRXZiRTVCMzZmbzFpNnRYYnRKaWI2am9zUVVqbUVob1p1RGc0T2RpNXNHOC96UFJoallJeUI0N2llWlI4ZGVSMUtldDREVFc1RkNLa01ISnlsTWlNTFZURFA4OFBIakJpS1EzdTJ3Y0hlVHQ5aHZUTUhlenNjMnJNTlkwWU1CYy96STR3c1ZNRU96bEpaTVE0bGhKQjM0dUxpWWc2Z1k3NVZYMGdrRWxNOWhrUmVVYWtMR1pSMm5mZkhEKzhoNWNVek5HbnkzM3R3SEFmYy9qY09CdzhmQjJNTW4zM1dJZDhSREViR0ltMmQ5eHlGRWwrT0hLdmRtcFB6Y3RLcFlhTzl0ZXVXckZpanJka2VIeHNOQzZ0cU90OVRkbFltY25KeTBIL0lDR2pVTHhPZmIrYjQ2dFI1dnhPWG9EMG1JeTBWYVducFZPZWRFQUlBc0hlUlRPUTVMTE94cVc2MFlva2ZQRnUzTFBGek1NYWdWcXZMWkJMVFBBWUdCdmhtbWcvYXRQb1FQdE5udTd4NDhlS1N2WXRrZWtKTStKb3lDNElRVW1XSVJLS3VITWNaNW5zSDIxZ2dFSHdCNENmOVJrYnlWTnFrcHl6cXZCc0xZVzhnNEd6U2NqVEIrZGMvejNnTUlmL0V3dHdJc3VRc3pVVUcvUGNZSmpNRGlWZURZQ1JrdFVRR2ZQMUxWNjcvbFZlOHgxQUFXeE1EdUFXRmh2OHA0R0JxWlNKcyttck45cFQwakp5WWYrL2R5bXZPa09lcW14ckI3WHB3K0VXcTgwNElLYTQ2WW5GMVF4anRBTWQxYnQzeVE2eGV2aERWcTFVcjFyRUtoUUk1T1RuYXI0eU1ERHgvL2h6UG5qM0Q4K2ZQOGZ6NWM0d2NPUkxXdVhQNXhNYkc0dXV2djhhSkV5ZDAycmw2OVNwMjd0eUpkZXZXRlRqSDNyMTdBUUNEQmcxNjUrOXgxYXBWTURFeHdhL0hEbUhLekcrTi92cm5jb0NUV05wQmdaeGhENktqbjc5enc0UVE4b3E4b1cxNWN2L2RrNUtlOHFQU0pqMWxVZWZkM2QyOW5wQVhSbFl6NFg5V3FWVGJHR09HUXFHd1MwNU96cEhJeU1oc21Vd1diaVhpN2lxVnlobkp5Y21wSDN6d1FVdkcyUE9Ra0pBd0R3K1AwUnp3WXpVVFBvam5lVi9HbUFOajdCQ0E3K05qd2lmSVpMS1pBSnJtcjlrdWs4bStFSUk3WWlUQ2p6azVPWUhHeHNiMUFPd0I0QnNYSFRLZjZyd1RRb3JEMGNXOXU1V3g4QWc0Y0lZR0J2ZzNPaHpkdW5ZdGN2OGhRNGJBeThzTHlCMCsrK1RKRTVpYW1zTFkyQmdpa1FnaWtRaG1abWF3c3JLQ3BhVWxySzJ0a1pHUm9VMTZnb0tDMExScHdjcXdrWkdSYU5TbzBSdmp2WHIxYW9IM0hmUDQrZmtWMm5aK3RqYlZzWDNqZW16ZXZoUCtxOWQxWmtvdTNGSGNlSEJjOUkzZjMzaHlRZ2g1QTJkblp5UEdXQ2ZrbHRKSGJ0TERjVnhYWjJkbm85alkyQng5eDBncWNkSlRGaUlpSXY2VnlXUmRBQ3dSQ29WTDh5YTNVaWdVQndHb2VKN3ZxdEZvMWhnWUdFVGIydHBxQUZ6ak9HNTgzdkVjeDkwRmtLYlJhT0k0anNzQ2NDZ3BLV2tHWHY2eTlIOTErb2FRa0pCZlBUdzhobkFjTjh2WTJIaEw3dVJXbTRPRGcwdDlFaTlDU0tVZ2NCSjdMR0RBREF1Yld0eXloZlBoM3RoTnV6RThQQnkrdnI0NGRFaDNLZ2tEQXdQdHZ4bGoyTDU5T3h3ZEhkOTRzcWlvS015Y09STkpTVWt3TURCQTkrN2RBUUFEQmd6QS92MzdrWnljREFNREE1dzZkUXA0ZWVPQXBVdVhRcUZRUUtsVUFnQXlNelBSdEdsVDdUNkZlZno0TVlZTkcxWmdmWHA2T2ppT3c1RWpSN1RyN0d3dGtaeVNVanNwQStlY3hCNUw3MGFIemdHZ2Z1TTNRd2doUlRBMU5lM0VjWnhwSWRPTG1GdFlXSFFBY0tMd0kwbFpvcVRuUFpYRzVGWVNpY1NVNDdqR2pESGxpeGN2ZElaZzBPUldoSkIzNGVUcTZzQ1k0VjV3YU5XOWMwZjR6ZnNXWnFhNjc5Z2FHUmtCQUV4TVNxYlltYXVyS3c0Y09JRHUzYnNqTURCUUoza2FPSEFnT25Ub2dKOSsrZ2tXRmhiYTlYLzg4UWMyYk5pQXAwK2ZRaWdVNHRkZmY0Vy92ei9xMXExYjVIbHExS2hSYUZLVU43eHQ3Tml4T3V2VE16THc3VHcvd2ZGZlRzMXlGRXZiY1p4aTBOMm9xUGdTK2FZSklWV09RQ0RvVmRoOGlybVYzSHBSMGxNK1VOSlREZ2tFZ3E0Y3h3a0J3TWJHcHN2OSsvY0xUWElJSWFRNDdGMGtmY0Q0elNZaVk4c0ZjMmFoZDQrWFE5azJiOTRNRXhPVHQzNXZac2lRSWVENW9vdC9Pams1WWZ2MjdRQ0FpeGN2b2xXclZqaDgrREFNREF6UXExY3ZwS2VuSXpFeEVTS1JDQnpISVMwdFRYdHM2OWF0MGJadFc0d2RPeFp0MjdiRm9FR0RrSmFXaHVUazVFTFB4Zk84VHRKVUhHYW1wbGk5ZkRIYXRHcUp1YjZMVzJWbGNXSDJMcExSQ1RIaE5QYWVFUEpXbWpScFlzQVk2L3JxNkp4OHk5MXo3N2RWK29pUC9JZVNubktJNDdpZWVaOFk1Tlo1cDZTSEVQTFc2dGF0S3hLWVZsdkQ4L3hvTjFjWHJQRmZnbnBPL3cxTGUvNzh1WFp5NHp3cWxRcVJrWkU2NjV5ZG5XR1lXeEVTQUhidDJvWDE2OWRETHBkandBRGQrVC96aHFmbE9YcjBLTDc4OGt2Y3ZIbFQyOGJVcVZOeDkrNWRjQndIYjI5dm5lTm56NTZOMnJWckl5UWtCUFhyMThmRGh3K3hZc1VLUEhqd0FBRHc1TWtUaUVRaW1KdWJBd0JzYlcyeGR1MWFQSGp3QU11V0xkTnA2KzdkdStCNXZzRDNNM2Z1WEZTclZnMTllbmFEM0VPQ2lWTm5Xa1pHeFJ4eUVFczJjZG1wRStQaTRyTGY4bElUUXFvb2pVWmp5M0hjcXJ4bHh0aHd2THgvMjU3N1g3aTV1ZGxFUmtZKzBtZWNoSklldlFrTkRkME1ZUE9yNngwZEhZMEI1SCtqdUJ1OUJFY0llVnQxeGU3dVFrNndud1BjaGc4WmlKbFRKdXNrTGtWSlNVbUJ2NysvenJvbFM1YmdndzgrQUFCa1pXVkJKQktoWjgrZVdMQmdBWHIzN3EwZHR2YjQ4V09jUEhrU08zYnNBQUNrcGFYaDh1WExzTFcxUld4c0xIaWVSMXhjSEh4OWZURjM3bHdNR3pZTUxWcTBLQkREL3YzN1ViOStmU1FtSnNMYjJ4cy8vUEFEYXRXcUJRQll1SEFoWkRJWk9uWFNuVGpWeHNZR0V5Wk0wRm4zOU9sVDJOcmFGbWcvLzVPaGVrNk9PTHh2SjViNHI4YjIzZnZHTUpGbHE3cGk5NEgzb3lNaTNuaXhDQ0ZWWGtoSXlNUDhyeW5JWkxKMitPLzFCVktPVU5KVHpsaGFXbjRCUUpTM3pIR2NxWVdGeFdjQUF2VWJHU0drb25CMGtYZ0QzTXBxVmxiRy9vc1g0T08ybnNVK3RucjE2dGk2ZFd1UjI5UFMwbUJtWm9hV0xWdkN6czRPVzdkdXhkaXhZOEVZdzhLRkM5R3RXemR0a1FOVFUxT2NQbjBheUMxQmJXaG9pRDU5K3NES3lncmg0ZUh3OC9QVEdTYm42ZW1KOGVQSFkrL2V2ZWphdFN0TVRVM1J0MjlmbUpxYVl0S2tTVHBQY2padTNBZzNOemUwYWRNR3lIMGZ5ZG41djBuU1UxTlQ0ZTN0algzNzlzSEd4dWExMzdPaG9TSG16Sm9PejlZdE1mV2JPWTFlSkNWZGRYU1Irc1RGaFAxUTdBdEhDQ0drWEN0NlVEYlJDNTduZTc1YTU1MHgxbE92UVJGQ0tnUjdlM2RyUnhmcEVZN24xN2Yrc0lYeHlhTUgzeXJoZVpPblQ1L0MwTkFRcHJrRkVPYk5tNGY5Ky9jak1EQVF5NWN2UjFKU2tzN1RGcDduWVdOakF4c2JHNWlZbUNBN094dlIwZEZJU0VqQVgzLzloUk1uVHVEWXNXUFl0bTBiVkNvVldyUm9nZlBuejZOTm16YmFjN1JxMVFxWEwxK0dTcVhTRmxwQWJ2R0NqUnMzYXBmajR1SVFFQkNBQnc4ZVlOKytmYkN3c0VDZlBuMndaczEvYzVIZXZuMGIwNmRQTC9MNys3aXRKMDRlUFlDV0xab1pjenkzd2RGRmVzVGUzdDI2eEM0Z0lZUVF2YUdrcDN3UkFPaUMzREdnZVMvQmNSelhMWGNiSVlRVXlxNmh4Rk5neW9jSkRZUTlwazRlajUxYk5xREdCd1dIZHIyUGtKQVF1TG45VitLNmR1M2FXTGh3SWViT25ZdVRKMDlpMWFwVk9rUG9idDY4aWZIang2Tjc5KzdZdUhFamZ2MzFWeHcrZkJqUG56K0h0N2Mzb3FLaW9GS3BNSFBtVFBUcTFRdWVucDVvMHFRSlJvOGVyWFBlZmZ2MkZYaDM2SXN2dmtCaVlpS3VYTGtDQURoNzlpelMwOVB4NU1rVG5EMTdGZ0F3Yk5nd1hMMTZGWEZ4Y1ZDcFZOb2hjNjhyZjEzamd3K3dlK3VQbURKcFBJUUd3aDRDVXo3TXJxR2s1RExIU3F4eDQ4WjIrbzZCRUVLS1FzUGJ5aEdwVk5xZTR6anJRc29lMnNoa3NuWWhJU0cvNlNjeVFrZzV4anVLcFhNQmJuYWQyclVFcTVjdlFoT1p4MnNQeU1uSmdWcXRoa3FsZ2txbFFtWm1wblk5Y3VmR3lZL2pPSWhFSWh3L2Zod2RPM2JVN3Z2enp6OWo0OGFONk5TcEV4NDllb1FSSTBaZzFLaFJhTisrUGN6TnpWRzllblYwNmRJRjllclZ3N2x6NTJCbVpvYWhRNGNDQUI0K2ZBZ3ZMeTgwYU5BQTF0YldHRGx5SkpEN0JDZS95NWN2SXkwdFRUdU1MWStob1NINjl1MkxuVHQzb2tXTEZ2anR0OTh3ZnZ4NG5YMk1qWTJ4ZS9kdTJOallJQ0FnQUxWcTFjS01HVFBnNCtPRE5tM2F3TXpNclBBTHl2UDRhdXdvZk5pOENTWlBtMlYzLzBIaUJTY1g2Znk3TVdFTGkvVi9wSW95TkRUY0pKUEpHbkljZDV3eGRpUWtKT1FpQUkyKzR5S0VFRkRTVTc0SUJJTGViNmp6VGtrUElVU3Jqck9rcm9FUXV6bU9hL3RGaDAreDJIY09MSEtybXIyT241OGZ6cDgvcjEwK2VQQ2d6dmJQUHZ0TVoxa29GR0xac21XNGMrY09YRnhjTUcvZVBKdy9meDcyOXZaWXNXSUZtalJwQWdBNGZmbzB0bTNiaG9VTEYwSXFsV0x0MnJYYUpPblBQLy9VYWJONzkrNW8zTGd4WnN5WUFiVmFqY2VQSDZObXpab0ZZazFOVGNXNGNlT2dVcWtnRUFqdzRNRURORy9lSEFEUXIxOC9QSHIwQ0JrWkdYQndjTUNISDM2SVc3ZHVJVGs1R1dxMUdnS0JBRFkyTmxBb0ZMaDgrVEltVEppQXhvMGJZOW15WlVVbVBQazFrWG5nbHlNSDhNMTNDd1MvbmptM3dGRXNhYTltTEl1R1NCU040emduQUpNNGpwc2tsOHNmTWNhT2FqU2FJMkZoWWVlcFpDOGhSSjhvNlNrL2VNWlk5Nkxxdk9lV3JwNUFuNW9SUWdEQXlVWFNqZkhjTnBHeGNiVzVzNmFqZjU5ZXhUN1cxOWNYdnI2K2IzVysxTlJVTEZ5NEVIWHExSUcxdFRVMmJ0d0lzVmlzczgvbm4zK096ei8vSExkdTNjTGp4NDhoRW9tS2JBOEE2dGV2ajkyN2QyUHAwcVU0YythTTlpbFFmaDA2ZEFBQWVIdDdJeWdvQ0xWcTFZSmNMZ2NBV0ZsWlljNmNPVUJ1cVd6a2x0ZTJ0clpHdTNidHRGWGxjbkp5SUpQSnRNbVNUQ1lyOXZkdFlXNk83MWN2eC81RGh6Ri8wYksyYWsyT0FoenVGN3VCS3VhVkQrNXFBdkFTQ0FSZU1wbnNCWUJmR0dPSG56MTdkdnIrL2Z0WitvdVNFRklWY2NYWTU3M0laTEpmT1k2ekNnNE9ibG5hNTZySUpCS0ppMEFneUY4cEtHOThTbWplQ3NiWS8wSkRRMitYZlhTRWtQTEVVU3lkeVhIY1lwZUd6bGk3WWhtYzZ6dnBPNlF5d1JqRHF4OE1sYVZidCs5ZzNDUWZ4TWZmZzByRHZvbUxEbHVpdDJCS2dGd3VUd0JRb3UvaHZQci82TlhSQ3h6SDVhMDdDV0JYWm1ibUx6RXhNV2tGV3lLa1lwTEpaQmZ3OGgzSWovVWRTMFhpNGVFeGh1ZjVqV3ExdW01WVdOaUQwamdIUGVrcEo4TER3Mk1BYUg5QjZKZUdFUEltQmtJREFBV0h4RlpXK2t4NFhwNGZNREV4ZzVvQkFOTnZNQ1ZBcFZKOUpSUUs1U1hWSG1Qc1N3RE94ZGhWa2J1L2tWcXRydkRYa1JCU01WRFNRd2doRlV4Y2ROZ1NKeGRKWkVSazVMWnVmUWU5OWZDMjRzcjdsRjdmeVVaNWtEdThEZGs1MlM4NERSc1JGeE4rWE44eHZhL3c4UEFUQUU2VVZIdHl1YndsWTh5NXNLYzdBTklZWTZjMUdzMlI5UFQwd05qWTJOU1NPaThoaEJRSHZZOUpDQ0VWME4yWThPTktKWk5tWldYOThjMGNYM3cxZVJwUzA5NTlsTkNWSzFjS3ZGT3piTmt5bmJsdzlDRTVPVmxuc3RUVHAwOWp6Smd4WlhiKzFMUTBmRFY1R21iTjlVVjJkdFlmU2lXVDNxMEVDVTlweWpmbHdsTUFXOVZxZGRmVTFGVGJrSkNRdnFHaG9Yc3A0U0dFNkFNOTZTR0VrQXJxUVd6NGZRQ2ZPSXFsYzArZVBqYzcvTWJOWXBXc0xzeXBVNmZRdEdsVG5YVjkrdlRCMEtGRDhmbm5uOFBSMGJIQU1Rc1dMTURGaXhkaFltSlNZRnRlOWJSang0NEJBRkpTVXRDelo4RjVsck96czZGV3E3V1RrZVlaTm13WWhnMGJCa05EUTV3L2Z4NUpTVW1ZTW1VS1ZDb1ZoTUxYLytuS3lNakEwcVZMY2Y3OGVSZ2FHcUozNzk0WU4yN2NXeit4Q2dvSnhlUnBzM0QvUWFLYTQ5ajh1T2p3aFZSTTVvM2lHR01uY2l1Mi9RbEFyZStBQ0NFRWxQUVFRa2lGcDRtTERwdHIxMUJ5N3NIRGgzc0dEQjF0NXpQQkcxNmpSNERuaS9jd1g2bFU0c0tGQzFpM2JoMjh2THgwdHRXcFV3ZExsdnozdm42TEZpMHdZc1FJN2ZLb1VhUHcwVWNmRldnektTa0pzMmJOMGk1YldscnFsTWtHZ092WHIrTzc3NzZEbjUrZnR1ejFxMHhNVEJBUUVBQnZiMi9jdjM4ZjZlbnBCUktrVnkxZXZCalBuejlIWUdBZ0hqOStEQzh2TDlTcVZRdTllaFZ2Q0tCR284R0dUZHV3ZXQwR3FOV3FlMm9ORzN6dlZ2akZZaDFjaFNrVWlqRTNidHk0WDZWZU5DT0VWQmlVOUJCQ1NDVnc3MWI0Ulh0N2R5a1RxYmI2cjE3WDQ1OUxWN0ZpcVI5cWZHRDd4bVBQbkRrREV4TVRpTVZpVEp3NHNkQjk4cXB5V1ZwYTZxdy9mdnc0TGwyNlZHQi9oVUpSNVBsVUtoVTJidHlJMDZkUHc4REFBR0ZoWVZpeFlnVzh2YjNoNmVtcDNTODlQUjAzYjk0RUFQajQrT0RCZ3dlSWlvcENkblkycmx5NVVxRGRaczJhSVNVbEJhZE9uY0xldlh0aFpXVUZLeXNyOU9uVEI4ZVBIeTlXMHZQNHlSTjhQZU5iWExweURVekRqbXF5TkNQdkpVUWt2ZkZBZ2hzM2J0elRkd3lFRUZJVVNub0lJYVNTU0hoNWM5N1QwVVhpL2ZmbEt5czc5ZWhuN0w5NEFUNXU2MW5rTVVxbEVoczJiQURIY1JBS2hUQTNOMGRBUUFEOC9mMTE5anQ0OENCQ1FrS3dlUEZpbmZVZE8zWkVxMWF0Q3JTYmtwS0NCUXNXRkZqLzU1OS9ZdlhxMVhCeGNjR2VQWHN3ZGVwVU5HalFBRTJiTm9XL3Z6OTI3TmlCcVZPblFpd1c0OW16WjlpMWE1Zk84ZEhSMGJDMHROUlpyMUtwY08zYU5WeTZkQWszYnR5QXNiRXhHalJvb04zZXVIRmo3Tm16NTQzWDc4SWZGekgxbXpsNGtaU1VEY2Eram9zSjMvREdnd2doaEZRSWxQUVFRa2dsRXhjVHZxR3UyUDJ2RjhuSiswZDVUM1FiUG1RZ1prNlpERU5Ed3dMN0hqeDRFRVpHUnNqT3pnWUExS3BWQzBGQlFiaC8vejdxMXEycjNlL3k1Y3R3YzNNcmNQeVpNMmNRR2hwYVlQMnJUM3JDdzhPeGRPbFNaR2RuWS96NDhmamtrMDkwdGtza0V1ellzUU5Iamh5QnQ3YzN1blRwZ2lsVHBtRGR1blU2KzNYdjNoMHpac3pRVGpTSzNLRjBuMzc2S1F3TURQRDA2Vk5VcTFaTjUvMGRhMnRyNU9Ua0lEczdHOGJHeG9YR3VzUi9OYmJ2M2djR0ZxbUNac0Q5bUlpSUlpOHdJWVNRQ29lU0hrSUlxWVR1UjBkRTFLMWJ0Nm5BdE5xYTdidjJqYjU2UFJoci9KZWducE51UVlLSWlBaE1tellOdnI2K0FBQ2hVSWgyN2RyaHpKa3pHRGx5SkpEN0pPWDY5ZXNZUDM0OGtGdFI3ZDY5ZTJqY3VESGF0R2tEVzl1Q1ErZ1VDZ1hDd3NJUUVSRUJRME5EMUtwVkMzMzc5a1hYcmwwaEVBaTArN1ZwMHdZMWE5WUVjcXQrOWVyVkM1NmVudHBoYmZrOWV2UUlqeDQ5Z2tRaVFWQlFrUFk5SUlWQ0FhRlFDSTdqb05Gb0NreUlxVllYL1M3OXYzZmpNSEhxVEVSR3hVQ2owV3ptY2xJbjNJK0x5MzZyaTAwSUlhVGNvNlNIRUVJcXFmdjM3MmNCOThmWXUwaE9SMGJHYk83YWU2RGxnam16MEx0SFYrMCtzMmJOZ2thalc1Q3NYYnQyMkxScGt6YnBDUXNMZzYydExlclZxd2NBaUl1TEszUzRXRVJFQkdyV3JLbVRCRVZGUmNIR3hnWXpac3hBang0OTBMbHpaMlJrWk9nVVdjaGZram9yS3d0TGxpeEJ1M2J0Q3JSLzl1eFpTS1ZTcUZRcUxGaXdBSU1IRDBhL2Z2MmdWQ3ExVDdFc0xTMlJrcEtpYzF4eWNqTE16TXdLUE9YNTZjaHh6UFZkakt5czdCUTEwNHhPaUFuLzZTMHVMeUdFa0FxRWtoNUNDS25rRW1MQ2YzSnlkYjJXbWNYMlRwczFwOVhGdi8rQjM3eHZZV1pxQ2dzTEN5UW5KK3ZzMzd4NWM4eWNPUk5Qbmp6QkJ4OThnSXNYTCtvTVIvUHc4SUNIaHdjZVBYcUVaY3VXWWVYS2xRQ0FhZE9tb1czYnRtamJ0cTEyWDRGQW9GUFNXcTFXWTlldVhiQ3pzeXMwMXZIanh4ZEl3cEQ3TkdmMzd0MllNV01Hek16TXNHYk5Hb3djT1JJV0ZoWndjbkxTSmpTdXJxN0l5TWhBYkd3c25KMmRnZHloZGU3dTd0cTIwak15OE8wOFB4ei81UlFZWS85d25HSlFRblJVL0h0Y1lrSUlJZVVjVFU1S0NDRlZ3TjJvcVBpNDZMQ1B3TERvV09BcGRaZGVBeEFXZnFQUWZVVWlFVnEwYUlHb3FDZ0F3TysvLzQ3Mjdkc1gyTy9DaFFzd056ZlhXYmR4NDBaNGUzdHJ2MWF0V2xVaThlL2V2UnZHeHNiYUowQU9EZzVZdFdvVjNOemNrSm1acVUyczZ0YXRpMmJObW1IMTZ0VjQ5dXdaUWtORGNmandZUXdhTkFnQUVCWitBMTE2RGNDeHdGTnFNQ3lLaXc3NzZHNFVKVHlFRUZMWjBaTWVRZ2lwT3RSM28wTm5PN2hJejhVbjNOL2Q5OHNSdGFkT0hvOCtQYm9WMkhIMTZ0VUFnSmlZR0tqVmFvakZZcDN0S3BVS0J3NGNnRUtoMENsNk1ISGlSSHo2NmFjbEd2UzFhOWV3Y2VOR3JGKy9YbWRZbkVRaUFRRGN1WE5ISi9ueTgvUEQvUG56MGFWTEYxU3ZYaDJUSmszQ2h4KzJ4TWF0TytDL2VoMlVTdFZEUURYNGJ2U04zMHMwVUVJSUllVVdKVDJFRUZMRnhNZUVYYWdqRmtzNHBkR09KZjZyTzEvNDR5STBHZzNPbnorUCtmUG42K3lyVXFtZ1ZDcTFROWJxMUttRHZYdjNZdjM2OVdqUm9nVSsvUEJEakIwN0ZwTW5UNFpTcVN6VytVZU5HbFhreEtuSnljbm8zYnUzZHZudnYvL0dyRm16OEwvLy9ROXl1UnpJbmIvbjJiTm5zTEN3Z0VLaHdNR0RCK0hxNnFvOXhzYkdCbXZYcnRVdVAzMzJITVAvTnc1Ly9YTVpZT3dYSlhLR1BZaU9mdjZXbDQwUVFrZ0ZSa2tQSVlSVVFiazMvVjNzWFNRVHIxNjl2c3pTUkdoa1lDVENIMy84OGNaamp4dzVnci8rK2d0YnRteUJ1Yms1TEN3c3NIWHJWa1JGUmVINjlldFl1SEFoZUo2SFJxT0JTcVdDcGFVbGpoMDdwcTNhdG1YTGx0ZSswNU1uS0NnSVBqNCs4UGIyeG9nUkk3VHJFeE1UTVhEZ1FEREdJQkFJSUpWSzhiLy8vYS9ROWk3K2ZRayswMmZqeFlzWE9XckdwaWZFaEs5NWg4dEZDQ0dFdko1TUp2dFZMcGNYbks2YnZKWk1KcnNnazhrdTZEc09Ra2psNStBc2xUbUpwZEgxM0dSczBiS1ZUS0ZRc05kSlNFaGdUNTgrTFhLN1dxMW1TcVZTKzZWU3FiVGJjbkp5bUVhamVXMzcrZHNKRGc0dWNydFNxV1JxdGJyUUwrWWk2QUFBSUFCSlJFRlViUXFGZ2kxYXRwTFZjNU14SjdFMDJzRlpLdFAzZFNhRVZINTAvL1p1UER3OHhzamxjaWFWU3V1VTFqbW9rQUVoaEZSeDhiRmhJVG1wUXJsR3czWnMycllUZlFlUFFIekN2U0wzdDdPemc0Mk5UWkhiZVo2SFVDalVmdVdmbDhmUTBGQm40dERYNFhrZU1sblJ1WXBRS0N4MG1GeDh3ajMwSFR3Q203YnRoRWFqMlphVEtwVEh4NGFGRk91a2hCQkNLaVZLZWdnaGhPRGh3NkRNdU9qUTRZeHBCb1ZIM0VqcjBtc0Fqdi95cTc3RGVtdkhBaytpUzY4QkNJKzRrY2FZWmxCY2ROaklodytETXZVZEZ5R0VFUDJpcEljUVFvaFdYSFQ0UHBWS0xVdlB6TGc2ZWRvc1RKczFCNWxaV2ZvTzY0MHlzN0l3YmRZYytFeWZqZlRNakt0cXRjWWpManA4bjc3aklvUVFVajVRMGtNSUlVVEh2ZGdiZCtLaXdscHJvRm4rMDVIam1xNjlCK0ptWkpTK3d5clN6Y2dvZE8wMUFEOGRPYTdSUUxNOExpcXNkY0x0aUgvMUhSY2hoSkR5ZzVJZVFnZ2hoVkhGUjRWUDE2ZzFuOSs5Ry9lazE4QmgyTFp6RHhoaitvNUxpekdHYlR2M29OZkFZYmdiSC85SW8xWjNqSThLbnc1QXBlL1lDQ0dFbEMrVTlCQkNDQ2xTd3UySWM4aFJTeFFLeFJuZkpmNFk1VFVSTDVLUzlCMFdYaVFsWVpUWFJQZ3U4WWRDb1RpVHBlUWxDYmR2bk5WM1hJUVFRc29uU25vSUlZUzgxdDI3Tng3SFJZZDExREROdE44di9xWHMxS00vTGwyNXByZDQvcmw4RloxNjlNUHZGLzlTYWhpYkdoY2QxdkZSYk1oVHZRVkVDQ0drM0tPa2h4QkNTSEd3K09od2Y1VmEyZnJ4MDZkM3ZodzVGc3RYcllWS1ZYWWp5VlFxRlphdldvc2hvN3p3K09tek95cTFzblY4ZE5nS0FPVm56QjBoaEpCeWlaSWVRZ2doeFhidjFzMXJHWnpDUTYzUjdObXdhU3NHREIyRit3OGVsdnA1N3o5NGlBRkRSMkhEcHExUWF6UjdNamlGeDcxYk4vWDN1SWtRUWtpRlFra1BJWVNRdC9JME1qSTlQanJzUzhZMHc0TkN3ekk2OSt5UGs2ZEw3M1dhazZmUG9uUFAvZ2dLRGN0UXF6WEQ0cVBEdm53YUdabGVhaWNraEJCUzZRajFIVUJWeDk1Y0Nxbkk3Vnh4cHpVbmhKQlNFQmNkdnFPT1dIb3BOVDF0MzNpZjZmTCt2WHRpN3V6cE1EWTJMcEgyczdLeU1YL1JVaHo4K1NnWVdMQ1NZZUNEVytHM1NxUnhRZ2doVlFvOTZTR0VFUExPSGtTSDNZcmpsQzBaTkFIN2Z6ck11dlVkak9pWTIrL2RiblRNYlhUdk93Z0hmanJDR0RRQmNaeXk1WVBvTUVwNENDR0V2Qk5LZWdnaGhMeWZ5RWhGWEZUNFpLYlJkSTZOL2ZkWmovNWZZdmUrZys4MHB3OWpETHYySFVTUC9sOGk5czdkWjB5ajZSd1hGVDRaa1pHS1VvbWRFRUpJbFVCSkR5R0VrQklSZnl2aVZ4WExrdWJrNUp5ZjQ3c1lZeWQ4amVTVWxHSWZuNXlTZ3JFVHZzWmMzOFZRS0JUbk5GeU9KUDVXeEsrbEdqUWhoSkFxZ2Q3cEtVZE9uanlKSlV1V3dOcmF1dER0ang0OXd2SGp4MUdqUm8weWo0MFFRb3JqWGt6TVF3Q2ZPWW9sTTg2ZC8zMUI1NTc5aGF1V0xVTHpwdkxYSG5mbFdoQjhwcy9HbzhlUFZZeHA1c1JGaHkraFV0U0VFRUpLQ2lVOTVZeW5weWUrK3VxclFyZDVlWG1WZVR5RUVQSU9OSEhSNFlzZHhPNi9QMHg4dEhmUThER09FOGVOeFZkalIwTWcwQjFnb0ZhcnNXYjlqL2oreHkxUXE5VnhESnBCOGRFUmwvUVdPU0dFRkFNVm9xcDRLT2twWjBKRFE3RjA2ZEpDdHoxLy9yek00eUdFa0hjVkh4MXhxWnF6czlTQ21XNWV2VzVEMzM4dVg4R3FaWXRRcStiTHA5V0pqeDdCWi9wc1hMMGVES1poaDFMVkdhTmZ4TWFtNmp0dVFnZ2hsUThsUGVXTXU3czdSbzhlWGVnMkh4K2ZNbytIRUVMZXg0dlkyTlFYUUQrSGhwTFJWNjRGcituVW81OW82Y0o1QUlBWnMrY2hPVFUxazJrMEUrTmp3cmZvTzFaQ0NDR1ZGeVU5NWN5Tkd6ZXdmdjM2UXJjbEpTV1ZlVHlFRUZJUzRtK0ZiN1ozbGw1S1NVbmRPMjdpMXhJQTBHZ1FEbzI2Zi95dGlHaDl4MGNJSWFSeW82U25IRkNwVklpS2lvS1JrUkZHamh5SkJnMGFGTHFmdTdzNzd0MjdoeWRQbmtBc0ZwZDVuSVFROGo0U1lzTnVPanM3TnpjeE5iOE5BSmtaYWMxalkyTno5QjBYSVlTOER5cEVWVEZRMGxNT1pHVmxZZWZPbmRybFM1ZGV2c043Ly81OVpHWm1vbUhEaHRwdGtaR1JBSUJ2di8xV0Q1RVNRc2o3aVkyTnpaSEpaSGZ5L3EzdmVBZ2hwQ1JRSWFyeWo1S2Vjc0RjM0J6TGx5OEhBSGg3ZTJQSmtpV3d0TFRFZ1FNSGNQdjJiVXlhTktuQS9vUVFRZ2docEh5Z1FsVGxIeVU5NWNqdDI3ZVJrSkFBUzB0TDdib0xGeTRnT2xwM3VQdnUzYnYxRUIwaGhCQkNDQ2tNRmFJcS95anBLVWQyN3R5SnpNeE1uRGx6QmgwNmRBQUFkT2pRQVRObXpOQjNhSVFRUWdnaHBBaFVpS3I4bzZTbm5Qam5uMzl3Ky9adGJOKytIV1BIamtWaVlpSnljbWk0T3lHazRpakdaSDBGRGludWpqU1pIeUdrdktGQ1ZCVUxKVDNsUUV4TURPYlBuNCtBZ0FBNE9EaGc2OWF0K09HSEgzRGx5aFdrcDZmajExOS9CYysvbk1WY3BWSkJwVkxSRURkQ0NDR0VFRDJpUWxSRWgwd20rMVV1bDEvU2R4emxGV09NWldkbnM1czNiN0tpYURRYXBsS3BtRktwMUg2OXd5ZXFoQkJTcW9yc3hFcUF2cjgzUWdqSjc5VSt5c3ZMaXlVbkp6UEdHTnUvZnovejlmVmxxYW1wT2wvVW54WE53OE5qakZ3dVoxS3B0RTVwbllPZTlKUURSa1pHY0hOekszSTd4M0VRQ0FSbEdoTWhoSlNFa0pBUXJGNjlHanQyN01DQkF3Y1FHeHVMMmJObjZ6c3NRZ2dwTVZTSXFtS2dwRWZQaWhxbkxwUEpMdURsRGNQSFpSNFVJWVRvd1o5Ly9vbUFnQUE4ZVBBQURSczJ4SGZmZlZma0dIbENDQ2t2cUJCVnhVQkpEeUdFa0JKejc5NDlEQnMyVEx1c1Zxdmg2T2lvWFE0TURNUnZ2LzJtWGU3WHJ4Kzh2THp3NzcvL1l1Yk1tVmk0Y0NFKy9QQkRCQVFFWVBMa3lUaDI3QmlFUXZwVFJRZ3BuNmdRVmNWQmYwa0lJWVNVR0RzN081dy9mMTY3bkRlOExVK1hMbDBLSGQ1MjZOQWh0R3paRWg5Ly9QTGg5c1NKRTNIMDZGRmN1M1lOTFZ1MkxLUG9DU0drK0tnUVZjVkNTUThoaEJDOWk0aUkwQTRMQVFBVEV4UFVxMWNQTVRFeGxQUVFRc29sUjBkSHJGcTFTbHVHdW5idDJsaXdZSUYyTzJNTUdvMEcrV3NYMEpOci9hRXJUd2docEVSTm5qd1oyZG5aQUlEMDlIU2RRaXdYTDE2RWw1ZVhkbm5reUpGbzNydzVuajU5aXVyVnErdTBZMjF0alpTVWxES01uQkJDaW84S1VWVXNsUFFRUWdncFVaTW1UWUphclFaeWgzOGNQSGhRdTgzRHd3T2pSNC9XTHRlc1dSTUFDbndhaXR6M2dRZ2hwRHlpUWxRVkR5VTloQkJDU3BTVGs1UDIzMmxwYVRyYnpNM040ZXpzWE9BWVMwdkxBazkxa3BPVFlXTmpVNHFSRWtJSXFTcDRmUWRBQ0NHRXVMcTZJalEwVkx1Y25wNk91M2Z2UWlLUjZEVXVRZ2dobFFNOTZTR0VFRkppQWdNREVSQVFvRjFXcVZTd3Q3ZlhMdi95eXkvNC9mZmZ0Y3VPam83WXRHa1RldmJzQ1c5dmIxeTRjQUV5bVF4cjFxeUJxNnNyM04zZHkveDdJSVFRVXZsUTBrTUlJYVRFZE9uU0JWMjZkTkV1djFxeXVuUG56b1dXckpiTDVaZzVjeWFXTGwyS2xKUVVORy9lSE11WEx5K3p1QWtoaEZSdWxQUVFRZ2dwRjNyMjdJbWVQWHZxT3d4Q0NDR1ZFTDNUUXdnaGhCQkNDS25VNkVrUElZU1FVaU9UeWJCanh3NEFRUC8rL2ZVZERpR0VrQ3FLbnZRUVFnZ2hoQkJDS2pWNjBrTUlJYVJFRkRWWlh4NjVYRDRDd05hOFNVZzVqZ05qYkZoSVNNak9zb3FSRUVKSTFVUlBlZ2doaEpTSm5KeWNZd0JVK1ZZcGVaNC9wc2VRQ0NHRVZCR1U5QkJDQ0NrVE4yL2VmTUVZdTREL252S2NEUW9LU3RGM1hJUVFRaW8vU25vSUlZU1VwY1A1UnNFZDFtOG9oQkJDcWdwS2VnZ2hoSlFacFZKNWhMMmtVU2dVUi9RZER5R0VrS3FCQ2hrUVFrZ1JXTjRiOXlYZ1RTLzVWeFUzYnR4NExKZkxyd0pRM3J4NTg0Vys0eWxQNk9lTkVFSktEeVU5aEJCQ3lwUmFyZDdOODd5cUdMc1NRZ2doSllLR3Q1VkR6czdPUm1xR2VtcUdlczdPemtiNmpvY1FRa3FLczdPelVYS1dSdndpUTlXSStqZENTR1ZDOTIvbEd5VTk1WXk5czh4TkxUUzdtcVZrOWxsS1pxOFNtbDF4Yk9ndTFuZGNoQkR5dnZMNk4xNGcrSW9YQ01aVC8wWUlxU3kwOTI4S2pYMldRa1AzYitVUUpUM2xpRU5EeVdoZXlLNWJXbHBJMWdXc3hMcUFsYkN5dEpCQ0lBaHljSkdNMG5kOGhKQTN5OHpNeEtwVnE3QjQ4V0o5aDFLdTVPL2ZmbGk3RWorc3BmN3RmVHgrL0JoVHBreEI2OWF0MGI1OWUvajYraUlqSTBQZllSRlNKZW5jdjYxWmhYVnJWbEgvVmhYSlpMSmY1WEw1SlgzSFVaNVZjM2EyY0hTUkhuUnk5V0Q5aDR4a0R4TVRXWjZIaVltcy81Q1J6TW5WZ3ptNlNBOVdjM2EyMEhlOGhGUVY3QzJ0VzdlT2ZmTEpKK3lUVHo1aGZuNStPdHYwL2Izb0MvVnZ4ZmMyUDJzQkFRSHM4T0hETERVMWxkMjllNWNOR0RDQUxWcTBxTXIvdkJGU2xxaC9LemtlSGg1ajVISTVrMHFsZGZRZHl6dWpwT2YxSE1UdUxSM0YwcnYxRzhsWndQYy9NSlZLWGVDUG0wcWxZaXZYZk0vcU41SXpSN0gwcm9QWXZhVys0eWFrS25qYnBHZmx5cFVzTWpLU3paa3poNUllNnQvZTJ0djhyQ2tVQ3AzbFk4ZU9zVjY5ZWxYcG56ZEN5aEwxYnlXckxKSWVxdDZtUDd5aldES0Q0L2dGdFdyV0VLNWN1aEF0bWpVcGRFZUJRQUNmQ2VQUTZzTVc4SmsrMi9IUjQ4ZC9Pb29sYytLaXc1Y0FvRDl1aEJTVFdDeXVibUppTXI2MDJ2Zng4U2x5bTF3dW4xdlM1MU9wVk1IaDRlRW5TcnJkRWxCcCt6ZTVYTjRmUUtuOURCV1hnWUdCenZMang0OWhhV21wWFpiTDVSZUwwNDVHbzlrWEdocTZ2dVFqSktUU3FyVDlXMlZIU1k4ZTJMbTQxQmJ5eGpzQnJ2Mm5uN1REc29YellKWHZqMVZSV2pScmdwTkhEMkQ2N0huQ2MrZC9YK1RrNnZHSkJqbEQ0Nk9pRXNza2NFSXFPSkZJTkFuQWQyOTdYRUpDQW9ZTUdWTG9OajgvUDNoNmVoYW5tWGx2ZTk0M0VRZ0V6d0RZbG5TNzc2TUs5RzhEQURRRkVGdGFKK2pac3lkZXZDZzRoVkdmUG4wd1ljS0VBdXRqWTJPeFo4OGVUSjgrUGY5cXEyS2N5b1hqT0VjQWxQUVFVZ3hWb0g4ajc0T0d0K2x5YU9qK2haUFk0Nm1MdERuYnRmY0EwMmcwYnpPaWdUSEdtRWFqWVR2M0htQXUwdWJNU2V6eDFLR2greGY2L3I0SXFRaGtNdGxpdVZ5ZVZkejkzL3FYTTFkWkRHK1R5V1NiWlRKWnVacmNzeXIwYjNLNS9JaE1KZ3NwamJiZjVXZnQ3Tm16ek5QVGsyM1lzT0d0Zjk3a2NubUNUQ1o3VUJyZkN5R1ZUVlhvMy9TSmhyZFZKbTV1aG81TXVBeU1tK2pzN01TdDhWOEtzVXVEZDJxSzR6Z01HZGdQemVReVRKd3l3K2Iyblg5L2NYU1ZySW5qVk5NUkdha284ZGdySVNleHh4Z0dETkozSEZVWkIreTlHeDI2U2Q5eGtCSkEvWnRlQkFRRTRQang0L0QxOVVYYnRtMzFIVTZ4VWYrcmY5VC92Z1hxM3lvTlNucktRQjJ4dEtFQnd6NE9uTHhmbng2WU4zc0dqSTJOMzd0ZHNVc0RIRHUwRi9NWExlVU8vbngwa2lNejhGU0twUU1mUklmZEtwSEFLekVHRExLd01Hdm5KbmJSZHloVlVtUjBERkpUMHdHZ1F2elJMYUhoYlpVUzlXOGxyempEMi9idTNZdXpaODlpejU0OXFGbXpwaDZpZkhmVS8rcFhSZXQvOVluNnQ4cUZrcDVTNWlpV0RBT0g3eTNNekUwWCs4NUJwODgvSzlIMlJTSmpMUEdkaTQvYXRNSTMzeTJRcDZhbkJkczNsSXhMdUJXK3MwUlBWQW01aVYyd2I4ZG1mWWRSSlEwY05ocVhyd2JwTzR4aXM3ZTN4eDkvL0tIdk1Nb2Q2dDlLeDVFalI5NjR6OTY5ZXpGbzBDQVlHeHNqT1RsWnU5N2MzQndDZ2FDVUkzeC8xUC9xVDBYcmYvV0YrcmZLaHlZbkxTVzJibTVtRG1McGJvN2p0emZ4a0pyK2N1UkFpZi9DNU5mcDg4L3d5NUVEYU9JaE5SVUkrQjBPWXVsdVd6YzNzMUk3SVNHa3lxTCtUZjhlUFhxRUZTdFdvSDM3OWpwZnNiR2xWbCtCa0NxQityZktpNUtlVW1EWHNGRXpVMllZS3VENXdkNWpSbUwvemkyb1c2ZDJxWiszYnAzYTJMOXpDN3pIaklTQTV3ZWJNY01RdTRhTm1wWDZpUWtoT3ViUG40L1pzMmZyTzR4U1FmMWIrWEQ5K25VRUJRVVYrSEp4b1NGamhMd3I2dDhxTjBwNlNrRGR1blZGTDk4TEJPY2dsa3dWQ2d6K3JtRnJXMy8zMWg4eHpXY0NoTUt5RzBVb0ZBb3h6V2NDZG0zNUFSL1kyamdMQlFaL080aWxVM0xqUSs1L2FWZ2pJZVJ0VllUK2pSQkNpbzN1MzZvV1NucUtRU2FUZWN0a3NpTG5NYkMxdGIzV3FKRkhLMGV4OUJUUDhjdmJlYll4T0huMEFINDVjUXpYcjE4dnN0MzA5SFJvTkJwczI3WU5qeDQ5S25RZkx5OHZIRDkrdk5CdDgrYk5RMlJrcEhZNUlTRUI0OGFOQXdDMCtyQTVUaDQ5aUhhZWJReDRqdk4zRkV0UDFYU1cyY3JsY25lWlRGYmdSVG1aVE5aZUxwZWZldjJWSUlSVVJVNU9qV3U4MnIrMWJLRy9EeUdMNnQvMEZoQWhwRnlpK3plU0gyV01SWkRMNWE0QStnY0hCOC9EeXpLREdyejg0WnJBR0lzUUNBUWhLU2twMmJHeHNUbU13VFNINFppaG9XSDFCblkxOEhHYjVsQ3JWTnEyWW1KaUVCVVZoVHQzN2lBaUlnSVpHUm5RYURRd01USEI5T25Ua1pTVWhLKysrZ3BidG15QmxWVng1cE43cVZPblRsaXpaZzErK09FSElQZmxWNTduY2U3Y09lMCtBL3QwUTUyYXRqaDROTEFEeHluQ2M1VDQyVkRJWHlpa3VhYU1zYXZ2ZGRFSUlaV09mUVAzVHlIZzl4Z2FHbjR3Yzhva0RCOHlDQnluL3djcjFheXRzZVdITmRpK2F5K1dyQWpvd0hHS2NQc0dqWWNtM0w1eFZ0K3hFVUwwaCs3ZlNGRW82U2tDeDNIeEdvMW1zSWVIeCs4Y3gvR01NYlZFSW5IaU9NNVBvOUYwWm94OWIycHFldHpCVmRKVXcrQllwMDV0ZkwvYUh5djhsME9wVkdMLy92M2F0bGF2WG8zMjdkdmo1czJibURScEVpUVNpVTUxblVhTkdpRW1KZ1pidG16QmxDbFQzaGpibVRObkVCQVFBQUJRS3BYbzNMa3pKa3lZZ05PblQrT3p6ejVEUkVTRXp2NjFhdGhneGFKNW1EOS9YazJWU3ZVVndHWEo1ZksyZURrWjNocU80eVlDc0dHTTVjamw4cnk1RXlLQ2c0TjdsdFQxSktRaTRzckQzYjMrQ0IxY0pZczR4azF4Y25MazEvZ3ZSaU0zVjMzSHBJUGpPSXdZT2hqTm04b3hjY3JNbXYvR3haOXljSldzaUk4S253VkFWWXdteXBVcS92TkdTSW1nK3plNmZ5c0tKVDFGQ0FvS3l2VHc4SmpLY2R4MGpVWnptdU00bFZBby9BN0F5ckN3c0w4OFBHUlRNMVZZeUlOM3RyQXd4NFkxSytBcUZnTUFQdjMwVS9qNStlR0REejdBblR0M29GUXEwYnQzYjV3OGVSTFcxdFlGeW9ueVBJK2xTNWZDMU5TMFdMRjE2TkFCbHBhV09INzhPQll1WEFnQVdMNThPVHAyN0lpSkV5Y1dlVnlyVmkzUnVWTm5QRTdKRkRIZ3VVYWxHWmh3TytKZkFHdmtjbm1pU3FWeWk0aUlTSHF2QzBjSXFmRHNuQnZYRnhnSTluTGdtdmZ1MlJYenYvc0dKaUtSdnNNcVVpTTNWNXc0dkI5ekZpemlEeDhMbk9ib0ttMmJyMzhqaEZRaGRQOUdpa0pKVHhFa0VvbXBRQ0NJMFdnMDMvQTgveVZqekJMQTk0eXhMRWNYOXhFcURUb1pHeGtaK002Zmk5MDd0a0dVYjdLcVo4K2U0ZXV2djhiNjlldGhhR2lJS1ZPbTRQbno1NFdlSnlFaEFZbUppUUFBc1ZnTWdVQ0FCdzhlYUxkblpXWGgwYU5IaUltSjBhNXpkSFNFVXFrRXovLzNTbFp5Y2pLTWpJd3dZTUNBQXVkbzI3WXR2TDI5RVhUOU9qcDIvQndLbFJvbmZqbmRQRDBySjlUUnhYMVNOVk9ESUFBWkFvR0FlWGg0YUovUGhvYUdwbGZFVDBzSkllL09VU3daeUlINzBkVEUxTnh2M214MDc5SkozeUVWaTRsSUJQL0Z2dkJzM1JMZnpsdllQQ01qSTlUUlZmSy91S2p3L2NVNG5CQlNTZEQ5RzkyL0ZZV1NucUkxMW1nMEMvSHlFV0o5QUV5ajBkUlRNNGdOaElKYVZsYVdHT2M5RnQyN2RNTHVIZHQwRHJ4NDhTTHUzYnVIdi8vK0d6azVPYmg2OVNvKy92aGpBTURZc1dPUms1TUR4aGpNek13Z2xVckJHTVBWcTFleGFORWlHQm9hNHNjZmY5UzJsWkNRZ0l5TURBUUhCMnZYelprekIwcWxFaGN1WEVEbnpwMWhabWFHQXdjTzRObXpaOGpLeXNLMWE5Znd6ei8vWU5La1NkaTRjU05NVEV3QUFFZVBIc1dYWDM2Sm16ZHZZdFR3d2JqdzExWHpPekUzdHpMR3NnQWs4VHgvTHYvM0laZkx4d1lIQjlNTVpvUlVBYlZyTnpFeHRGQjl6M0hjY0VualJnandYd3dIZXp0OWgvWFd1bmZwQkErSk95Wk4vY1k4L01iTmZZNWlhUWRGcW5EOHc0ZEJtZnFPalJCU0p1aitqZTdmQ2tWSlR4SEN3OE92QVBnVUwzOTR2bGNxMVRucFNuVGllTDdXNk9GRGtKYjBGTFkyTm9VZTI3ZHZYMXk2ZEFtWEwxOUc3ZHExTVhIaVJGaGJXMlAvL3YzNDhjY2Y4YzgvL3lBek14T2pSNC9XSGpObXpCamc1WXQyMmhmYmtGdjlvMU9uVHVqV3Jadk9PVzdldklsdTNicGgzTGh4R0RUbzVURE94TVJFTkdqUUFMYTJ0akExTllXZG5SMVNVbExRbzBjUHBLV2w0ZkxseTdDMXRVVnNiQ3g0bm9lSG16TWtqVnh4OU1qUG9teWw1cGxDZ1RIeHNXRWhwWE5GQ1NIbGxZT3pWTVlMVmZzNG5uY1pQWHdJcGs0ZUR3TURBMzJIOWM0YzdPMXdhTTgyK0s5ZWg4M2JkNDB3c2xDMWNqQ1JEcVQralpES2orN2ZTRkVvNlNtQ1ZDcjltT080SmdDZzFtaTZhOERWc3JZdzRidDE3b2dPbjN5RUkwZU9GSGxzVWxJU0FnTUQ0ZW5wQ1dOalk0d2FOUXJMbGkyRFFxRW9zUnVKek14TW1KbVpRYVZTYWR0Y3RHZ1JWcTFhQlFCSVNVbEJaR1Frdkx5OG9GYXJZVzV1anRPblR3TUE5dTdkQzBORFEvVHAwd2RXVmxZNGUrb1hDQVVLTzQyaEpzaGFKbnZPYzF3S2dNRGc0T0RKSlJJczBjRVlnMXF0THRQNi8rOUtwVkpWaURqSnU3TjNrVXprT1N5enNhbHV0R0tKSHp4YnQ5UjNTQ1hDd01BQTMwenpRWnRXSDhKbitteVhGeTllWExKM2tVeFBpQWxmbysvWWlQNVEvMXY1MGYwYjNiOFZoZWJwS1FMUDh4b0Foamtxak9BNXJrNmR1blY1cnpFajBNQzV2czVZek1Jc1dyUUlJMGVPaEVBZ1FQdjI3ZkhkZDkvQjFOUVV5Y25KTURjM0w1SDRVbEpTWUdGaEFaVktCVU5EUXlCMy9HamV5M1MzYjkvR3RtM2JzRzNiTnR5OGVSTTh6OFBHeGdZMk5qWXdNVEZCZG5ZMm9xT2prWkNRZ0V1WC9zSHAwNmNoYWRLQ1M4M1cyR2dZcTYxaTdFcUpCRW9LaUkyTlJjK2VCUXVyWEwxNkZlUEhqOWRMVElWaGpHSHc0TUc0Y29WK0ZDcWpPbUp4ZFNleE5GREE4d0d0VzdVMCt2WFlvVXFUOE9UbjJib2xmajEyQ0cxYXR6UVM4SHlBazFnYVdFY3NycTd2dUVqSlVDZ1VTRXRMdzdObnovRGd3UVBjdW5VTGx5NWR3b2tUSjdCOSszYXNXTEVDU1VuL3ZkOWRsdjN2NmRPbmtaMmRYV0Q5YjcvOXB2UHVSMkdvLzMxM2RQOUc5MjlGb1k4UWl2QWlVOE56SFBlVnNhR2d0b1dGT1g0TlBBNmUvNithYUhSME5HclVxRkhvc1dQR2pJR25wNmMyTTVmSlpFaE9Ua1pXVmhZc0xDeGVlMTYxV28zUTBGQTBhZExrdGZ2Rng4ZmpvNDgrUW5aMk5veU1qS0JXcS9IczJUT1ltWmtCQUpvMmJZcjU4K2RyOTc5NTh5WTJiTmlBZS9mdUlURXhFZGJXMWtoSVNNREFnUU94ZlBseVRKdzRFWnZYcjBHdjNyMFJkKytoS0NOSDdlOG9icHdZRjMzajk3ZTZjRlZFY25JeU9uZnVYT3o5aHd3WkFpOHZMK0JsWlJrMGJkcTB3RDZSa1pGbzFLalJPOFVURlJVRlgxOWZiTjY4R1dscGFlalVxZmd2bjY5ZHV4YXRXcldDbDVjWG5qeDVvclB0MmJObm1ENTlPcXBYMTcxSHRMYTJ4cFl0Vzk0cFZxSi9EaTdTanpsd3U0VUd3dHBUSjQvSDZPRkRkZnEzeXNiV3BqcTJiMXlQemR0M3duLzF1czVNeVlVN2loc1BwdjZ0WXV2WHJ4K2VQSGtDVTFOVEdCc2JReVFTUVNRU3djek1ERlpXVnJDMHRJUzF0VFV5TWpKZ2JXME5sRUgvbS9jT0JtTU1mLzMxRnc0Y09JQ0FnQUR0RGZPZE8zY3daODRjckY2OUduWHExTkcyUWYxdnlhSDdON3AvS3dvbFBRVUpuTVFlQ3hnd3c4RytycUNPalNVKy83eERnUnVDZ1FNSEZ0bEF3NFlOQVFEang0L1gvcEtjT1hNR0hoNGVSUjdER01PdFc3ZXdidDA2T0RzN3YvR1hKanc4SEdQR2pFRmFXaHFNalkxeCsvWnRaR1ZsNGFlZmZrTE5talVMN0YrOWVuVjA2ZElGOWVyVnc3bHo1MkJtWm9haFE0Y0NBQjQrZkFndkx5ODBhTkFBcm1JWCtQa3R4T1RwczJySEo5dy81eVQyV0hvM09uUU9BUFVicmx1VlltVmxoYk5uQzg2QkdCNGVEbDlmWHh3NmRFaG52WUdCQWFLaW9qQno1a3drSlNYQndNQUEzYnQzQndBTUdEQUErL2Z2UjNKeU1nd01ESERxMU11SmxaMmRuYkZpeFlvM3hxSlNxVEJyMWl4OCsrMjNNREV4Z1ltSmlmYlR3Vk9uVHVHMzMzN0Q4dVhMdGZ1ZlBYc1daODZjMGE3TEs4RjU3OTQ5K1B2N3c4SEJBWkdSa1hqNDhDRSsvZlJUQUVCZ1lDQmtNaG5xMUttREJ3OGVhR2VPSmhXT1R2OFdzSHd4cEpMRytvNnBUUEE4aC8rTkhJWVdUWnRnMHJSdnFIK3JCQmhqMkw1OU94d2RIZCs0YjFuMXYzazRqc084ZWZNd2UvWnNYTGx5Qlo5KytpblVhalhtenAyTHI3NzZDczJhTmROcGgvcmZFa0gzYjNULzlscVU5T1RqNU9ycXdKamhYbkJvMWIxelIwamNHdUxva1NQbzI3ZHZnWDJ6czdOaFlHQ0F0TFEwUEgzNkZNYTVKUTlyMUtnQmIyOXZuWDNidFd1SDA2ZFA0NXR2dmluMHZObloyVWhJU01DbVRac3dlZkprOU9yVjY3VngzcnAxQ3dLQkFHWm1acmgwNlJKcTFLaUJzMmZQb24vLy90aXpadzljWEZ5MDhlU3BXYk1tT25ic0NBRDQ4ODgvZGJaMTc5NGRqUnMzeG93Wk02QldxMUd6aGkwQ0QrL0h0L1A4Qk1kL09UWExVU3h0eDNHS1FYZWpvdUtMZVNtcmhQeC80UElZR1JrVnVjM1YxUlVIRGh4QTkrN2RFUmdZcURNK2VPREFnZWpRb1FOKyt1bW5OMzZhOUtwVHAwN0IxdFpXcDZQTkd3Zk84enc0anRNWkYxN1lPZ0JZc0dBQlFrTkRzV3paTW1SbloyUGt5Skg0N2JmZjRPYm1CZ0NZTzNjdURBME44Y1VYWDJEWnNtVnZGU1BSdjFmN043OTUzOEtzbUhOTFZDWlNTV1BxMzZxZ3N1eC9yMSsvamttVEptbVhMMTY4aUZtelptbjczZSsvL3g3ZmYvODlBR0RkdW5XUXlXVFUvNzRudW4rais3ZmlvS1FubDcyTHBBOFl2OWxFWkd5NVlNNHN0R25aSElNR0RjS2FOV3NnS21SU3ZrT0hEbUgxNnRYZ2VSNXQyN2JWUGlwZHZIaHhnWDMvL1BOUFJFWkc0cU9QUGlyMDNBWUdCdmpzczgvdzVaZGZvbGF0V20rTTljOC8vOFRnd1lNeGJOZ3dDSVZDVEowNkZUTm16TUN1WGJzd2ZQaHdyRjI3RnRldlgwZmJ0bTBoRUFoZ2JXMk5uMy8rK2JWdDFxOWZIN3QzNzhiU3BVdHg1c3daREIwNkZLdVhMMGFiVmkweDEzZHhxNndzTHN6ZVJUSTZJU2I4cHpjR1dJWGtEV2ZJcThEeUpoY3ZYa1NyVnExdytQQmhHQmdZb0ZldlhraFBUMGRpWWlKRUloRTRqa05hV3BwMmY1Rkk5TVlYV1UrZlBvM1BQLy84dmI2UGUvZnV3Y2ZIQjU2ZW5wZzRjU0prTWhrVUNnVjY5dXlKblR0M29sKy9mdWpYcng4aUl5Tng2TkFoYk55NEVaczJiVUs5ZXZYZTY3eWtiTHphdi9YdTBWWGZJZW1WbWFrcDlXK1Z4SkFoUTE3N25vYVRreE8yYjk4T2xHSC8yN1JwVS96OTk5ODY2K2JNbVlNR0RScGd5SkFoQmRxZy92ZjkwUDBiM2I4VlY1VlBldXJXclNzU21GWmJ3L1A4YURkWEY2enhYNEo2VGk4ZmxSODdka3c3eHZKVlE0WU13WmRmZmdua1BzWituWTgrK2dqTm16Zlg3dmZxRGJKQUlNQzBhZE1LUFRaLytjTTh3NGNQQjgvejZOcjF2eHVYZ0lBQTdmaGdYMTlmN1hxVnF1RGNWUGxMTGVabmJHeU11WE8wZVlsTkFBQWdBRWxFUVZUbjZxenIwN01iNUI0U1RKdzYwekl5S3VhUWcxaXlpY3RPblJnWEYxZnc3Y3dxNlBuejU4akp5ZEZacDFLcEVCa1pxYlBPMmRrWmhvYUdPclgyODE1Z25EcDFLdTdldlF1TzR3cDh5alI3OW15NHVycStOb2JRMEZENCtQaG9sM055Y3FCV3YzeWFyVkFvb05Gb2tKbjUzeFFscjY3amVSNTJkbmJZdDI4ZmV2VG9nYUFnM2RMK2d3Y1AxbGwrOGVJRmR1N2NTWDl3SzREWDlXK0UrcmZLWU5ldVhWaS9majNrY25tQnlSMlhMbDBLaFVLaFhTNkwvcmNvakxFaWt6UHFmOThOM2IvOWgrN2ZpcWRLSnoxMXhlN3VRazZ3bndQY2hnOFppSmxUSm1zN1FnQkYvc0xrZWRNdlMzNnZQcTU4SDRWOTh1VHU3bDdzZmQ5V1BTZEhITjYzRTB2OFYyUDc3bjFqbU1peVZWMngrOEQ3MFJFUjc5MTRKWlNTa2dKL2YzK2RkVXVXTElGSUpDcFFhejh1TGc2K3ZyNllPM2N1aGcwYmhoWXRXcnpWdWJLeXNwQ1ptUWxiVzF2dE9qOC9QNXcvZng3SWZiRlNyVmJqczg4KzAyNS9kVjI5ZXZXd2E5Y3VtSnFhb25idDJqaDI3QmdZWTFpelpnMDZkZW9FSnljbjdiRkNvUkI5Ky9aOTZ5RWdwT3k5cVg4akwxSC9WbkZsWldWQkpCS2haOCtlV0xCZ0FYcjM3cTBkdHZiNDhXT2NQSGtTTzNic0FJQkM1em9wamY1WHJWWVgrbFJBcVZUaXpKa3pXTDkrZllGdGYvLzlOL1cvYjRudTM0cUgramRkVlRicGNYU1JlQVBjeW1wV1ZzYitpeGZnNDdhZStnNnBYRE0wTk1TY1dkUGgyYm9scG40enA5R0xwS1Nyamk1U243aVlzSUlmWlZSeDFhdFh4OWF0V3d1czEyZzBSZGJhRHc4UGg1K2ZuODRuZ1o2ZW5wZzZkZXByejVYM1JDZXZHQUZ5UHluSys3VG95SkVqdUhyMXFzNWorOU9uVCtQMDZkTll1WEpsb1cxcU5CcjQrL3ZqMXExYitQZmZmNEhjY2N1aG9hRTRjK2JNVzE0Tm9nL1V2NzBkNnQ4cXByUzBOSmlabWFGbHk1YXdzN1BEMXExYk1YYnNXRERHc0hEaFFuVHIxazFiNU1EVTFMUk0rbCtCUUZCZ2FOdno1OC9SclZzM1ZLdFdEWWNPSFhydFRUVDF2MjlHL2R2Ym9mN3RQMVV1NmJHM2Q3Zm1SZjluNzc3anFxci9QNEMvemdVRTdMSmNLWnFpb2lBV1hOQ3NUTkxLMUhCanYyL3VtWWxwN25KdlV5dk5rZVpLelpubFRFdHhwRG5La2FDQUlpZ3A0a0lsaGlMejN2djUvU0gzeElVTHN1L2wrbm8rSGo3a252bTU2MzAvNzNNK1E3Rk9Va2hkbXIvV0RBdS9uSU1YcTFVdHdKNEVBRyszOU1YK1BUOWg5T2VUYmM2Y083L0N4YzJyclRaVk96QW1KaXloQUxzLzEzUmo3U05yb0lQazVHUkVSRVRBMmRrWnAwNmRrcmVMajQ5SG56NTlDblRWVWFsVXd0TFNFdkh4OFFZSFQ0aUxpME9sU3BVS1ZjNmxTNWZDeGNVRlZhdFdoVmFyaFplWEYzNzQ0UWNzV3JRSURnNE9oVG9XbFMzR3QrSmhmQ3MvSGo1OGlBb1ZLc2h6bTh5WU1RTzlldlZDelpvMUVSNGVqb1NFQkwwNzdzYUl2enFyVnExQ216WnRvTkZvc0dqUm9qdzd4WVB4TjErTWI4WEQrUGFjVFU3NlVrTlBYNHNYRkNHV1ZwWmR4bzBham8xclY1VEtGMGF0VnFOejU4NzQ1NTkvNUdVYWpRYWRPM2RHWEZ4Y2dZNnhjZVBHQW05YjFsNnNWZzJiMTYzQzJKSERZV2xsMmNYaUJVWElTdzA5UytKU2krVHA2ZWxXQXNjeFNaY3ZYOGJ3NGNQUnVYTm5yRjY5R2djT0hNQ3VYYnZ3NzcvL1l1alFvYmh5NVFyVWFqVW1USmdBZjM5LytQb1c3Q1Z0M0xneExsMjZaSERkaFFzWDVDRTRDMnJreUpIdzgvTkR6Wm8xc1cvZlBuenp6VGNRUXNEUjBiRlF4eWtGQ205djd6ckdMb1NwS3F2NFZsTDI3Tm1EcVZPbjR1Yk5tK2pYcngrdVhidG03Q0lCcFJ2ZnFBUmR1SEJCSHRrTUFKeWRuZkhGRjE5Zyt2VHAyTDkvUHhZdFdxVFgzTWtZOFJjQTFxMWJoMU9uVHVHVFR6N0I2TkdqY2ViTUdYejk5ZGNHKzJ2QXRPTnZrWGg0ZUNnOVBEenliMnRXQUt5L2xZem5QYjQ5TDNkNkZDN3VYdE1CYVhKTjV4b1dpNytlaXliZWVZKzVudDJVS1ZNUUZ4Y25UMnlXMDVVclY3Qm56eDY5WmNlUEg0ZU5qUTNxMTY4dkx6dC8vanhzYlczbEswM1BjdS9lUFd6WXNBRmp4NDR0MGJMdDM3OGY4K2ZQejNPZjJOaFk3TjI3TjgrSnUzUVVDZ1dHRFJtRTE1czF3YWpQSnIxMCs4NjlZM1hkdkdiZWlBejVBb0MyUUU4eTYxQXFsZW90aFVMUlJRalJWWktrRkFENTl4dzFBYnJCQXRScU5kUnF0VHdvZ0c1UWcrd0RCeUNyL1hCQng5cDNjbkxDd0lFREMxeVd0OTkrRzBlUEhwV0h0TlE1ZGVvVUxsKytqUG56NXhmcXVaMC9meDQvL3Znam1qVnJoclZyMTZKeTVjb0lDd3ZEOGVQSDlTb1paY1JTcFZLOW5mWDU2QUxnTklBUHlyb1FKcTdJOGEwa3BhU2tZTldxVlVoTFM4djNTcmFPcmEwdDFHbzE2dFNwZzRDQUFFeWRPaFhyMTYrSHJhMHQ3dCsvajYrKytncG56cHlCalkwTldyVnFoVEZqeHNoWDlVdmJNK0liWmFOU3FmNVBrcVRYMVdyMW10VFUxQnRSVVZIcEJkaXQyUGJ1M1N2SHZQVDBkT3pjdVJPclY2K0duNThmWW1Oak1XREFBQXdhTkFqdnZ2c3U3T3pzeWp6KzNydDNEM1BuemtWTVRBeSsrKzQ3dWQvUHlwVXJNV0xFQ1BUczJST2pSNC9HNjYrL3J0ZS94TVRpYjdGVnFGREJVNkZRSFBIMjlqNEVZSmRhcmQ0WEZsYW9Pd3VzdjJVeHdmcGJ1V1AyU1U5TlY4OWFWcGJZTEVsU3kvZmJ0TWE4MmROZ256VXpja0hwWm5vdWlQNzkrK1BxMWFzUVF1Q2RkOTRCc3E3MEJBWUc0dnIxNjNqenpUZmxiZnYxNjRlZVBYdmlndy8wNjNBUEh6NlVBK1RXclZ2MU9ra0N3STRkTytST2VvVXBtNDZ2cnkrR0RSdG1jRjFBUUVDaGp0WEVXNFhmZHYrRWlWTm5XUnc0ZEdTV2k3dm51NWxxOUw0VEZYbzdyMzA4UER3cTJOall0QVhRRlVCSEFGV1FsUmdJSWE0VXFnQkdrbjJ3QUFENCtlZWY5ZFpuSHpnQVdSMFNqeDgvWHVDeDl1L2Z2Mjl3a2pKRHVuWHJobzBiTnlJNk9ob3VMaTRRUW1EWHJsMzQ1cHR2TUd2V3JFSjFlcjEzN3g1bXpKZ0JBSWlNak1TbVRadjAxdi82NjYrbGZnV3JWcTFhdHRXcVZYc2ZRRmNoUkh0SmtwenczK2REbE9ySnl4L0p4ZDN6YUhIaVcwbFl2bnc1ZHUzYUJRQnkzRU5XODhxOEVxREV4RVRFeDhkajhPREJRRlpUb1JFalJtREdqQm5ZdVhNbldyUm9nUmt6WnVEZmYvL0Z4SWtUc1hUcDBnSWxVeVhKVUh6VENKSDZYRFdSZURZclNaTEdXRmxaamJHeXN0SjRlM3R2MFdnMDMxdFpXWVVHQlFVbGxjWUp6NTQ5aTMvKytRZHVibTZZTVdNR2poNDlpdHExYTJQaHdvWHlmRGtIRHg3RSt2WHI4Y1VYWDhETHl3dmZmdnR0bWNUZjVPUmt6Smt6QnlkUG5rU25UcDN3MVZkZjZmMUcxNmhSQTVzM2I4YUtGU3N3ZHV4WTFLNWRXeDVTMnhUaWJ5bXhsU1NwTTRET1ZsWldtVDQrUGtlekVxQTlvYUdoRC9MYWlmVzMzSXhkZnl2dnpEcnBxZXZtMlVrb3BQVzJOamFWcGsvNkhCOStrUCtrVVhteHRiV0ZYUUcvYUk4ZVBjTGF0V3ZsNFNTN2QrK09XN2R1NFk4Ly9zRHZ2Lzh1SDBjM3VaaFNxWlJuZ0k2T2prYU5HalhRcGswYkJBWUdRcTFXbzBXTEZnZ01ESlFEYW5IS3BuUHg0a1Y4K2VXWEJ0ZjkrKysvaFRvV0FOamIyV0g1NHEreGJmc3V6Sno3VlV1a3A0WFVkZk1jY0NNeWRLOXVHemMzTnp0Ylc5dE9Db1dpc3hDaVBZQ0tPZXV2a2lSQktzeVFLa2FVZmJDQWttSm9yUDJDcUZpeElxWk5tNFlaTTJiZysrKy94OW16WjdGMjdWb3NYcnc0MTZ6ZnoxS2pSZzM4OHNzditXNWphTEszNGxLcFZJNlNKSFdTSktrcmdMWUFiSFdmRDkzL1dSK05jdkg1S0F0cXJhaHRJVWtPdHJhMkxZc1QzMHBDUmtZR2xpMWJobTNidHVrdGQzQnd5TE16K09YTGw3Ri8vLzVjNjZ0VXFZS2hRNGZLbzNEWjJkbWhSNDhlOGloY1pTMW5mTk5vMHpNZ3dXd3JCVVdWOVQyMUFORFh3c0tpcnhBQzN0N2Urd0FzU1UxTnZSZ1JFVkg0SDVjOE5HclVDRjk4OFFWcTFxd0pKeWNuckY2OUd1N3U3bnJidEczYkZtM2J0c1hWcTFkeC8vNzlaMVl1U3lyK0twVktORy9lSEtOSGo4N3ppcnUxdFRWR2pScUZ2bjM3NHQ5Ly80V05qUTNTMHRLTUZuL0xRcmJmZXlzQWJTVkphbXRwYWZtZHQ3ZjNLUUM3TWpNemQxKzZkT21XYmlQVzN3d3pSdjNObkpodDB1UGk3alVCa2pUUHZhRXJ2bDM0RlZ6cjF5M0FYdi9adjM4L3pwNDlpd01IRGtDcFZLSnk1Y29HdDd0MTZ4YW1UNStPNnRXcnkyUDhXMWxad2RyYUdzaXFxUDM2NjYvbzFxMmIzb2RicTlYcURVZTRhdFVxQkFVRjRkdHZ2ODExanNURVJBd2JOZ3dCQVFIbzJMRmpzY3FHck9FUjh4cnJ2U0R6RGVTbCsvLzV3MGZsaFpHZlRhZ1VlVFhxRnhkM3p4bU9Ob3FiQ29XaUI0QjNBRmhtcjhobXoyK3lMYS9tNCtQekxRQ0ZFRUloU1pJQ2dKVHo3NmN2cmFUSStsc2hTWktVeDk4S0lZU1U4MitORnFxVTVNZDVQcGZTVnBpeDlndkMxOWRYbmsvaXpUZmZ4SjQ5ZS9JY25saFhHY2pKMGRFUk8zWThlKzZ5N2R1M0Y3cDhoZ2doTEZVcTFlQ3N6NGR2OXM4SGNnd3BtbTE1SXg4Zm44Sy9RUDlwVVl4OVRZYUx1OWVFSnhuaVBaZmFOYkZxK2JlRmptOGxMYSs0WVdWbGhicDE2K0wrL2Z0Nnl5dFhyZ3lOUm9QQXdFQzR1VDN0eHBjekptUjMvLzU5bzNmaTFzVzNRWU0vcnBDUUVGL1B4ZDFyUW5SRVNPSGFqcG9taFVxbEtuS0hFWTFHODRKdTFEUGQreWVFMEgxbk8wcVMxTEZpeFlydzhmRTVKb1JZbko2ZWZpNmxtQTFvN08zdDRlUGpBMlQxZ2NsUHc0WU5jL1ZyTE0zNEN3Q2RPblVxMEg2VktsV1NCNW9wNi9ocklVR1pkY2RGSzRRUWtpUnBoUkJhQU5xblA2SHkzOXFzTyt5Ry90WUNlTmErY3VabjRQTmhBYUNsSkVrdHJheXNGbnQ3ZS84dGhOaVpsS2F0Q2treGp2VTNZOWJmdkNhYVNYelRZN1pKajQ2VnBSV0F3cmVJZWVlZGQrRHI2NHNPSFRvZ0tTbnZPL1FXRmhabzJyUnB2ak5DZi9UUlJ3Z0xDOE95WmNzd2ZQaHdJS3Rqbks1U3VuNzllaHc5ZWhScjFxd3h1TCtqb3lPV0wxK09qei8rR0ptWm1mRHo4eXRXMlM1ZHVtUndyZ0FBU0VnbzNpQWVrcVI3elo4K0JKQUJJRk1Ja2U5bkxWdGx4d0ZBZDExZ2ZSb2Zud1pRWFhBdVlQRE5MeEFMQWEzWjNUSEkzdDY0cVBPeDZLNnVsNkdNclBleG9KOFBEd0F6aW5uTzJHTHVieElFSkx5Z3RDOVNmQ3RMa1pHUkdEVnFGQm8wYUFBQWlJbUp3Y2lSSStIcDZZbkV4RVFncXhMUnZYdDNMRml3QUxWcjE5YmJQeW9xQ2x1MmJNSG5uMzl1bFBKbkowbUFVNVVYY2VkQlBBQmhGakZFa3FUcWtpUVZPZkFiU2xTem1xSUMrbmRxM3diUTB0cmErbnBxcXRad0wvNXlyS0Q5UGZKVDF2RlhDR0VoU1pKVjlndUxRZ2pGMHh4SS9sdStrR2pnYjRVUUl0OTlzKzdzUEtzY3lEcHVOVW1TckhWMzlGbC9NMmI5elR6aVcwNW1tL1JFUjRUTXIrdm1HUjRXSHI2KzAvLzFMUFR0VVJzYkc5alkyR0R0MnJWbzFLaVIzQzlpOCtiTjZOR2poend1LzQ4Ly9waHI3UHloUTRmSzYrUGo0eUZKRWxxM2JvM3UzYnREcFZLaFJZc1dVS3ZWc0xLeVFuSnlNa0pEUTdGaXhRclkyOXREbzlIZ2swOCtBYkkrOUxxbUh5NHVMdmp1dSsrd1ljTUdkT25TcGRCbFU2dlZ1SExsQ3F5dHJURnc0RUM1QXBMVEs2KzhnbHUzYnVIQmd3ZHdkM2N2VkJET3VqMkt0UFMwZUVrckJrVC9kM3QwcTR1TGkwMmxTcFg4c2pxamQ1SWt5U0dQNW0zWGdvT0RTMzBnQXhkMzFiR0tTcnRXcFgwZXlwc2tTZXFMRnk5dUFMREIyZG01WXJWcTFkcExrdVF2U1ZKN0FIYUdQaDhBZGdZSEJ6LzNBeGtVTjc2Vk5TOHZMM2xlS04wd3dsV3JWc1hEaHcrQnJFRTNLbFNva0N2aE9YTGtDR2JObW9XZVBYdkN6OC9QQ0NYL1R6N3hyZHpTYURRZktSUUszNnc3NEVYVldKS2tMdEMvSXd2OGwveGtTSkowU2F2VlhoRkNyQTBKQ1RubTRxNDZCc0E5cndOUzZkTUlKRis0Y09IdDBqNlBTcVZxTGtuU244angrZEQxMFpRazZaeEdvOWtOWUhkSVNNaFYzZnE2YnA0bldIOHppZnFiV1RIYnBBY0Fia1NHN3EzcDZ1a0ZrYnA1NHJUWkxVK2NPbDJram5DeHNiRnlScTVXcTNINzltMDUrOVpOVHBiZDBxVkw5ZHFFSXV0Mi9KUXBVekJqeGd6czJyVkwvdElvbFVvc1dyUUlBUUVCaUl5TVJFcEtDcHljbkxCKy9YcTk0OVdwVXdlYk5tM0sxWStrb0dWTFRVM0Z4bzBiNWNlblQ1OEdBTnkrZlJzcEtTbDZ0Ly9EdzhPQnJORkZDdEtrNU5Iang1ZzRkUllPSERvQ0liVEhEWFdFaTQ2T1RvdU9qdDRGWUJjQVN4OGZuOWFTSkhVUlFuU1JKT25GYkZjRlRmdXlkUms2ZCs0Yzd0MjdoODZkT3h1N0tLWHU3dDI3S1hmdjN0ME9ZTHVycTZ1MXZiMTlHMG1TdWdvaE9rcVNWQ1hieDRLZmp5d2xGZC9LUWtwS0NxS2lvZ0JBamxlV2xwWndkSFJFYkd3c1ZxNWNtYXZKeHBJbFM3QjM3MTdNbmowYkxWdTJORXE1VWNENFZsNkZoSVFjQWxDc0dTOVZLbFZQQUYxMGo3TXVUcVFJSVVLRUVEc2ZQMzY4SmlvcTZsRkpsTGNzUFUveHQ2eGtmVGJVQUU0QTJLM1JhUGFFaGhyK0xySCtaanIxTjNOaTFra1BBR1M5ZWUrNHVIdE4zMy93eU9UUVM1Y0xQYVRyKysrL0w5KzZQbnYyTExwMjdTcG4wR2ZQbnMyMWZjNDJvVHJObXpmSG5EbHpvRlFxa1pHUm9kY0VhZVhLbFVoT1RrYWZQbjN3MldlZm9Ybno1Z0NBR3pkdVlQanc0Zkp0MWFLV3pjN09EbDkvL1RXUWRTVmovdno1Y0hCd3dFOC8vWVJyMTY3bGFoZGQwTTUxUVJjdVl0Um5rM0Q3emoyTkpJbVowUkdoQlJueVVCMGNIQndJSUJEQVVCOGZueFpDQ0g4QVhjdkxRQVpsb1hMbHlwZzZkU3JhdG0xcmNBYnYxTlJVREI0OEdKTW5UOVpyVDE3ZVpRMTV1eS9ybjRXUGowL0xyTTlIRnc1a29LOGs0bHRaaUlxS3d1TEZpNEdzbU5haXhkT3VWUjRlSHBnNWN5YWNuSnowUm4zYnVuVXJEaDgrakMxYnRoUjRGSzNTVU1UNDlyeEtBSEJCcTlWdVRFNU8zbFpXUTFlWGx1YzEvcGFTTkFDSE5Sck43dlQwOUwwRkhkU0M5YmVuVEt6K1ZxNlpmZEtUUlJzZEVUTDlwWWFlUis3Y3ZidWxlOStQWGhyOTZWQUVmRFFnMzdhY0FGQ3ZYajFFUkVUSVFTOHRMUTNCd2NIeUxVamRGWUdDYXRhc0daQTFyMERPZmhkS3BSSmZmdmtseG80ZGl6Rmp4a0N0Vm1QeDRzWDQ3TFBQRE00T1haU3lYYnQyRFRFeE1YcFhBSTRkTzRhSWlBaTk3VFp2M3B6djg5QnF0Vml4WmowV0wxc0JqVVo5UzZNVnZXNWREVDFacUJmaktSRWNISHdTd0VrQVk3eTh2QXpmdHpWelI0NGN3ZFNwVStXaExMUHIyTEdqM3VQNCtIaWNQWHNXdHJhMkdEZHVIQ1pPbklnZE8zYm9kYXcwSTVyZzRPQ2pBSTRDR09IdDdmMlNzUXRrZ29vYzM4cENwVXFWRUJBUUlBL3RldjM2ZGZsSDJkUFRFMHVXTEpFN2NQLzAwMDlvMHFRSnRtN2RpcDQ5ZThMR3hrYnU5NE9zSDNOZGZDdE5KUmpmeko0a1NWZUZFSDRYTGx3NFdGNHJUSXkvcFNjMU5UWE13c0tpYW5oNGVISVJEOEg2V3hZVHJMK1ZPOC9WdC9UVzFkQ1R0V3UvNGlWczFlc1dMRjdXNWEvVDU3RHd5emw1enVvN2MrWk1wS1dsNlhVT3k4aklRRVJFaFB4bFV5cVZtRGh4SXNhTkd5ZVB3akZ0MmpUNWd4d2JhN2pQZEVwS2lzRWhOQnMwYUlBK2ZmckliVUhuenAyTFZxMXlkejBwYXRrMmJ0eUlsSlFVSERwMENHM2F0QUVBdEduVEJ1UEhqeS93NjNqL3dRT01HVDhGcDgvK0RhRVZlN1NwMm9HM1lnbzEyVmhlUlBZMnZjK2JkOTk5RjNQbXpJRkdvOEhSbzBmUnVuVnJTSktFK1BoNDNMMTdGeSsvL0RJQTZEWDFVYWxVcUZHakJnNGNPSkRyeDlrTWFTOWN1SERUMklVd1ZZV05iMlhseFJkZlJOT21UWEhzMkRGRVJVVWhLaW9LMTY1ZHd6ZmZmSU4xNjlaQmtpUWtKaWJDMmRrWmdZR0JhTml3SVdKalk3Rnc0VUlzWExoUTcxaGJ0MjZWUjNzckxhVVkzOHpTaFFzWHpodTdEQ1dCOGJkMFJFWkdsc2d3cWF5L21YejlyVng0cnBJZUFJaDUrdVoyZFhIekhQcm5tYlBmK0hYNW44MkNlYlB3ZGt2ZlhOc2FHcnJTMzk4ZnMyYk5rbTkvR2pKbzBDRFVxbFVMQU9RWmVSTVRFN0ZtelJyMDY5Y1BraVFoTWpJU05XclVnQkFDZCs3Y3dlWExsM0grL0htY09uVUt6czdPbURkdkh1TGo0L0hkZDk5aDllclZlUFhWVjlHd1lVTTRPenZEMDlPelNHWDc2NisvY08zYU5mend3dzhZTW1RSTd0MjdoL1Qwd3JWQU9IYjhKTVpObkliNGhJUTBDREVtT2pKMFJhRU9RQVkxYWRJRTlldlh4N1ZyMXpCcjFpdzRPVG5oalRmZWdGS3B4SjA3ZHpCdDJqVFVyRmtUdzRZTncrTEZpL1d1ZHIvMzNuczRmUGd3ZjNTcFVQR3ROTXljT1ZQdmNVUkVCUHIwNllOS2xTckJ6YzBORFJzMlJNdVdMZkhtbTI4aUlDQUF2WHIxZ3BXVkZjYU1HWVB4NDhmait2WHJjSE56dy9uenhxbEhNNzQ5bnhoL3l3ZlczMWgvSzY3bkx1blJpWTRNWFZITC9aVlQ4WW1KMndZTkhlSFJ2MDhQVEJnN1NyNWx1V0hEQm9TRWhPVGE3OEdEQnhnL2ZueXUyNnBWcWxUQnBFbVRBQUIxNnRTQnE2c3JrRzNvWUFjSEIyemZ2aDNidG0yRFFxRkF1M2J0NE9ycWlzVEVSSXdjT1JLMWE5ZkdhNis5aGdFREJzRFoyVmsrYnZmdTNYSHAwaVdjT1hNR0owNmNnQkFDVjY1Y1FWaFlXS0hLMXExYk44eWNPUk5MbGl4Qm5UcDFzRzdkT3F4Y3VSSm56NTVGY25JeURodzRJTytuVnF1aFZxdXhlZk5tK1JaclJrWUc1aTlZakI4Mi93Z0JFYTZHdHZ2dFNBT0ZvQ0xKek16RXBrMmJjUHIwYVh6NjZhZnc4L1BEdzRjUHNYbnpaZ1FFQkdENzl1MzQ1WmRmOE9tbm4rTGRkOTlGL2ZyMTVWRmZ2TDI5c1dUSkVtTS9CVEloejRwdlpjWFYxUldIRHgrR28rTi8wOEJvdFZyMDZkTUhBd2NPeFAvKzl6OGdhNmpWcVZPbm9uWHIxcWhZc1dLWmxoR01iODg5eHQveWhmVTMxdCtLcXRRN0JYdDdleCtRSk1reE9EajRqZEkrVjFIVXFsWEwxdUtGU2tzVkNzVkhIbzNjc0hUQmZOU3JtM3ZtM0lKNi9QZ3hLbGFzYUxEZHVSQUM2ZW5wVUNnVVpWNzVTRTlQeHovLy9BTVBEdytENjRVUTBHcTFla05LNnRvb1g3OFJqUkhqSmlEOFNpUzBXdTMzVXZxalQ2T2pvOVBLclBDbHdNVmRkZXoxWmsxYS9iamhlMk1YQlFDd2V2VnFQSHIwQ0crLy9iWjgyL3oyN2R0WXZudzU1czJiSjIrWGxKU0VvMGVQNHNNUFA1UUQ4K1BIajlHcVZTdjg5ZGRmK1Y3Qk1pVTkrbjJFTStlQy9vaU91RmpxUTZZK3owbzZ2cFVVdFZwdE1uMGd6REcrbVRyR1grTXlsL2pMK3R0L1pUT0grbHZXWk9Xck5ScE5yWkNRa0R1bGNRN1QrTlV4b3R1M2I2Y0N0d2ZYZHZNOEdCNGUrWDNIYmowY1prMmJoRzVkaW5hck9yOVJNeVJKTWpnS1RGbXd0cmJPOHd1RHJMSVorcUx2MkwwWDAyZlBRMnBxV3BKR2FEK0tpUXg5OXBUUlZHZ2ZmL3d4amh3NWdpbFRwc2pEVHo1NThnVHg4ZkZZdFdvVmtCWFlUcDgramIvLy9sdHYzK3l6WEJObFY5THhyYVNZU3NMRCtFWmcvQzIzV0g5N2l2VzNnak9OWHg0VEVCTVp1cU51bzBaL3A2U0tyWjlObXRiODVKOS9ZYzZNS1ZDKzhJS3hpMllVeVUrZVlNcU1PZGo3V3lDRUVIOUpVa2JQbUlncjdFUmV5cG8xYXliM2k0aUtpc0xFaVJQbHBoTnF0UnB2dkpIN2htbENRZ0pzYlcyTkZwREo5REcrNldOOEkwTVlmOHNueGpkOWpHOTVNLzU0cGlia3hwVXJONk1qUXQ2Q3dOeGZmZzNVZFBEdmpwRFFTeVYyL01URVJLeGJ0MDUrZlBEZ1FRd2VQTGpFamw5U1FrSXZvWU4vZC96eWE2QUdBbk9qSTBMZXVuR0ZYeGhURlJZV0pvOHNSSlNYMG81djVRWGpHNVVreGwvVFVCYnhyVHpVNFJqZjhzYzdQYmxwYmtSY25Gekh6ZXZJelpqYm0vK3Y5d0RuY2FPRzQ2UCtmYUZRUEwyTm5aU1VoSzVkdStiYU1TMHREUnFOQmkva3VMclFyMTgvOU92WER4VXFWTURSbzBlUmtKQ0FzV1BIbWxTN2RnRFFhZ1crLzJFakZpeGVoc3hNOVYxQTNldEd4S1UvakYwdWVqbysvNE1IRCtTSnk3STdldlNvd1dFeGlReDRabnd6VjR4dlZGU012K1ZHZ2VLYktkZmhaczJhQlVtU01IWHExRUx0eC9oV01LWlQ0ell4TnlORGp0VjBkL2VVTXEwM3pGK3d1UDNKUDg5ZzhkZGZvSEtsU25Cd2NNRFJvMGYxdGo5Ly9qeW1UcDJLT1hQbW9FbVRKZ2FQV2JGaVJTeFpzZ1JEaHc3RjdkdTNrWnljbk92TFpTd1A0LzdGMkFsVGNPcXZNNEFRdjJVaXZkK2RBczZhVENWRHFWU2lXclZxQnRjZFAzNGNGeTllbElmUTFMbCsvVHJDd3NJd1o4NmNNaW9sbVlQODRwczVZbnlqWjJIOE5SL1BpbSttWElkNy8vMzM1WDVpQmNYNFZuQk1ldktSOWFIcFVOdk5jOFNmZjUzKzZ2M08vMmU5Y1A0YytMNzVYN3RldFZxTjFhdFg0K0RCZzdDeXNrSklTQWdXTGx5SW9VT0h3dGYzdjdIams1T1RjZm55WlFEQTZOR2pjZWZPSFZ5NWNnVnBhV2s0ZS9ac3JuTy8rdXFyWlRhYitzay9UMlAwNTVNUkh4K2ZyaEhpODVqSTBLVmxjbUxTOC9ycnIrUDExMTgzdU82amp6N0t0U3d6TXhQVHAwL0gxS2xUMlo2Y0NxMGc4YzBjTUw1UlFURCttcGVDeGpkVHE4TzkrdXFyaGRxZThhMXdtUFFVUUV4azZOSTZybDRuNCtMKy9iSC94OFBjUHVyZkIrTkdEY2ZwMDZleGVQRml1TG01WWN1V0xSZzNiaHdhTkdpQXBrMmJZc0dDQmRpd1lRUEdqUnNIZDNkM3hNWEZZZE9tVFhySGpZaUlnSU9EZzk1eXRWcU52Ly8rRzZkUG4wYUZDaFhRcmwwN2RPellFZUhoNGJoMjdScWNuWjB4WThZTWJOaXdBUmN2WGtSNmVqcUdEUnVHOXUzYkF3QisvZlZYYk55NEVYZnUzRUdsU3BYd3lTZWY0UDMzMzhmVnExZlJ1M2R2ckZpeEFrMmFOTUhqeDQvUnBVc1hOR3owTWc0ZE93bWgxVVpxMWVnUkV4VjZvY3hmWURMSTFkVVYyN2R2ejNlYlJZc1dvVXFWS21WV0pqSS9lY1UzUTAxNXlwUE16RXdzV0x3TTMvK3dpZkdOQ28zeDF6emtGOTlPbkRoaGNuVzRLVk9td05iV0ZwTW5UOGF0VzdmUXBVc1hUSjgrSGJ0MjdjTGR1M2ZoNnVxS0w3NzRBa3Fsa3ZITkZIbDdleC93OGZFNWJleHlsQVJuNXlZVlhkeFZQN2g2cU1ScnJ6Y1hIVHQxRXIvLy9ydlFHVEpraURoeDRvUVFRZ2l0Vml0Mjd0d3BXclZxSlJZc1dDQU02ZFNwa3poNzlxemVzdmo0ZU9IajR5TzBXcTBRUW9pMmJkdUtuajE3aWlkUG5vaTB0RFRScDA4ZjBieDVjM0g0OEdFaGhCQy8vUEtMYU42OHVYank1SWtRUW9ndFc3YUk4UEJ3a1o2ZUxuYnYzaTFlZi8xMThlalJJeUdFRUV1WExoVzlldlVTV3ExV1RKa3lWVFJ2OFphbzIwZ2xYTnk5MWprN055bjdHUUdOeU1WZGRheDczMEVHM3hjcWZkMzdEaEl1N3Fwanh2NGMwSDkwOGExdUk1WG8vSCs5UlBUTkdHTi9USW9zK21hTTZQeC92WjdiK0dicUdIK042M21Ndjlualc3dU9YY1VISC95ZjhQZjNON2s2M09USms4V2NPWE9FRUVMRXhNUUlIeDhmTVduU0pKR1ptU2xTVTFORmp4NDl4TFRwMDgweXZxbFVxc0UrUGo3Q3k4dXJabW1kZzZPM0ZjTGR1MEVwMFJFWCsydUY5cFBFeDAvU3J0OStpT1RVZEhsOWl4WXRVTDE2ZFNCcjNIUi9mMy84L1BQUEJ0dUh4c2JHSWpZMkZwNmVuZ2dLQ3BLWFoyUmt3TkxTVXE5Tlo4ZU9IVkd4WWtWWVcxdWpSWXNXcUZLbENscTNiZzBBZU91dHQ1Q1dsb1k3ZDU3TzQ5U3paMDgwYU5BQTkrN2RRNlZLbFpDUmtZR1ltQmdnYXk2QzVPUmtqQncxR3IvOTlodGk0NUtTaGREMmpJNElHWGozYmxCS0tiNTBSR1RpZFBGTkNHM1AwTEJManp2NGQ4ZmUzdzRZdTFpRjlzdXYrOUhCdnp0Q3d5NDlabndqSXVTSWIrQ3hOYVFBQUNBQVNVUkJWRmVqcmlkSFhyK0ozdjBHNEoxMzNwRzNNWVU2bkNIOSt2V0RwYVVsYkd4c1VMMkdNL2J1L1pYeHJZall2SzBJcmw4SlhmR1M2OHVIS2xtbGhrK2ZNcm5DM05relViSGkwMFE3KzNDR3FhbXBtRDkvdnNHUlhRNGZQZ3d2THkrbzFXck1talVMdlhyMXd2Lys5ejlrWm1ibW11M1gzdDVlL3R2R3hnYU9qbzd5WTkzczBXbHBhUkJDWU9IQ2hUaHc0QUJxMTY2TldyVnFBVmxmUWdEUWFMVjR3Y0VKZjU0NmlWUzE1bzVhbzMwcjVsclk5UkovZ1lpbzNJcU9DUDN4SmRlWHp5V25QTms2NnJOSnpVNytlUm96cDA1RXhheFlZNnBTVWxNeGZmWTg3Tnl6RHdMaW5GYWo3Y0g0UmtUWjZlTGJZNlJ2blRsOVdyUDVYOHpXRzR6QW1IVzR2RGc0T01qeDdjRGhvN0Myd0JPTlJxdGlmQ3M4SmoxRmRDdnEwajlWdkwwZlBrclQ3RTlNU3h0VXIxSjF4ZElGODlEWW81Rzh6ZkRodzZIVmFuUHRtNUdSZ2MyYk4yUDgrUEZRS3BWWXVuUXBCZzRjQ0h0N2U5U3RXN2ZJblNMLy9QTlA3Tm16QjN2MjdFR1ZLbFh3NU1rVDdOKy9Id0J3T2Z3S1BoM3pPZjY5ZndkQ2lQQ0tWaFpPVnRBbUZPTWxJQ0l6ZFN2cTBqOEEzcXpUeUhQdWp0MTd4d1pmRE0wVjMweko1ZkFyR0RGMkFxNUgzOVFLU1N5OGVTVjBFZ0Mxc2N0RlJLWkhGOSs4VktxRXVNZnBGWldWYXhpTWIyVmRoOHRMNU5Wcm1EbjNhMXlQdnFtdFdFSHhoNFZDY21EQ1V6UnMzbFpNRHJhV1gyazEyclkzYmtRLzhPL1JEK3MzYm9FUUl0OTlObS9lREJzYkcvbnFRWjA2ZGJCbzBTSjRlSGdnSlNWRnZtdFVXQmtaR2JDd3NKQy9jTHJPZGI4RkhvSi9qMzY0Zi9mMkUwQ0Vob1ZjYkN5RXVHaGxaY1ZSUG9nb0wrcWJWMEkvTDJ4OEswdENDS3pmdUFYK1Bmcmh4czJic1ZxTnB0M05LNkdmTStFaG9tZFFLeVFwU1lJWVVOajRWbHAxdUp4MFpSazhiTFFjMzJ3c3BYMGxjdkRuRkpPZUVoQnpMZXdJMGpXZUdSa1poMmJQWDRCQkFTTVFuMkQ0SnNyZmYvK04xYXRYWS9yMDZYckRHWHA2ZXFKMjdkcElURXlFbloxZGtjcngxbHR2NGEyMzNzSUhIM3lBM3IxNzR3V2xFZ0N3WWZPUEVKcU1jOWFXa3FVa1JFODhiYTg2UWdqeGY5N2UzcDJLOXF5SjZIbFFtUGhXbHVJVEVqQW9ZQVJtejErQWpJeU1RNm1aQ3MrWWE1Y09HN3RjUkZSK09OaGEvbFdZK0ZhYWRianM0aE1TTUhIcUxBQkFabWJHY2NhM2tzSG1iY1YzMHR2Ylc2TjdJQVNTZ3MvOTZmQmU2L2RnYVdtQmJ0MjZ5UnYrK2VlZm1EUnBFajcrK0dQNCtQZ0FXV08veDhYRndkN2VIaGtaR2ZqNTU1L1JxTkYvdDFnREF3UDFUdGEzYjEvMDdkdFhmbXh0YmEzWGlXNzI3TmtBZ0wvT25NT1k4Wk9Sa0tyTjFBcE12QmtSOGcwQStSSkdjSEJ3RkFCT0xrQkV6M1RqeHFYN0FOclZjZmNjKzhmSlUzUDl1bnhvdGVpckwvREdhNFdiVTZLazZPTGJnNGR4bVZvaGNzVTNJcUlDT3Vub2FLVkJqdnFiZzRNRFVsS2VsSGtkYnM2Y09manJ6RG40ZGZsZnR2Z1dLc2UzNE9EZ3hRQVdsK29yWXNhWTlCU2Y3NFVMRjZLeUwzaXBZZU5YTFN5c2ZyU3JvSzIvZSs5djhQWDFSVWhJQ0VhUEhvMmhRNGRpd0lBQjhyYjM3dDFEang0OUlJU0FoWVVGdkx5ODhQSEhIeGU1TUdxMUdvdStYWUdWMzYrSFZvaC9OSnJNSHJldVh2NjdlRStSaUFqaVprVG9ncGNhTmo1Ky8rSERIM3NQSEZJLzRLTUJHUDNwVUZoYWxzMVBDZU1iRVpVd3ZUcWNydjZXbUpaUTM3MXVMV2cwVDY5cEJ3VUZsWG9kanZHdDlESHBLWWJIangvWGo0cUt5c2k1L05iVnkzOVg5ZkJRaVhTcmxiOGUvTDNYM2Z1RDhNMlhYMkRWcWxYdzl2YlcyN1pCZ3dZNGYvNDgxR28xRkFwRmtXYncxYmw5NXk1R2ZUWVJ3UmREb1JWaVM0b2lNK0RoMWZEa0loK1FpQ2dIWFh5cnFMVmF1V0xOdWw1bi96NlB4Vi9QUTYyYXpxVjZYc1kzSWlwSmh1cHcyZVBibGV1M2VxMWN0d251alR6ZzdlMWRxblU0eHJleXdUNDl4UkFWRlpXZVY1T0toK0hoeVRjalFub0xvZTBmZERIa1NjZHVQWER2UVZ5ZXg3SzB0Q3hXd3JQLzRHRzA3L29oZ2k2R1BORm90UDF1Um9UMGZoak9Md3dSbGJ5YzhhMTkxdyt4LzJEcE5UZG5mQ09pa3BaWEhjNVFmQXM4L0h1dWhDZTc0dFRoR04vS2psU0FiWXJGMjl2N2dDUkpqc0hCd1crVTlybE1WVTEzcjRaV0VuNlVJUGw4MkswcnBrLyt2TVNHTkV4TlRjUE11Vi9pNTUxN0lDQ0NNd1Y2M0lrSXVWb2lCemRqTHU2cVkvYjJ5bFllN203R0xzcHpLVHdpRW84ZUpmOFJIWEh4YldPWGhZcUg4WTBLaS9IWHVCaC9DNDd4cmV5b1ZLckJDb1ZpdFVhanFSVVNFcEwzYkszRndPWnRaZUJPUk1oVmVIaTg0U0lzdjlxMlk5ZUlvSXNoMHRJRjgrSHUxcUJZeDQySXZJWVJZOGZqMmovWEJTU3hORnBTZjQ0cjRibWEyMUZ1QW1MZm8wZkpPSE11cUFCYlU2bVF4RjVqRjRHS2ovR05Db3Z4MXdRdy9oWUk0eHNWaXJlMzl3RWZINS9UeGk2SHFhalQ4SlgzNjdxckhycDVOUk9idHY0a3RGcXRLQ3l0VmlzMmJ2MUp1SGsxRTNYZFZRL3JOSHpsZldNL0x5SWl4amNpTWxlTWI2VkxwVklOOXZIeEVWNWVYaldOWFpZaVk5S1QyMHR1YnM0dTdsNi8xMjJrRW9PSGpSSUppWWtGL3NJa0pDYUt3Y05HaWJxTlZLSnVJOVhoT28wYTFURDI4eUVpMG1GOEl5Snp4ZmhXZXBqMG1EZUZpN3ZueExxTlZKbk4zMjRyenY0ZDlNd3Z6Smx6NThVYnJkcUt1bzFVbVM3dW5oUExvazhXRVZFUk1MNFJrYmxpZkNzRlRIcWVBM1hjWDNuRHhkM3JSdjNHUG1MSjhsVkNyZGJrK3JLbzFXcnh6ZExsb241akgrSGk3bldqanZzcnorMmdFRVJVZmpDK0VaRzVZbndyV1V4Nm5oT1ZYRjN0WGR5OGZxN2JTQ1UrN0ROUTNMMFhLMzloN3Q2N0p6N3NNMURVYmFRU0xtNWVQMWR5ZGJVM2RubUppQXFLOFkySXpCWGpXOGxoMHZPY3FkUFE4eU1YZDFXSzZyVzN4TUVqUjhYQkkwZUY2clczaEVzajFaTTZicDZEakYwK0lxS2lZbndqSW5QRitGWjhaWkgwY0o0ZUUxUGIxYXV4aGFXMEZSSThBUUFDb1VLcitURDZhbGlFc2N0R1JGUWNqRzlFWks0WTM0cW5MT2JwS2RyMHNWUnFZcUpDTGx1b2s1dFpTbUtMcFNTMldLaVRtL0VMUTBUbVFCZmZMQ0EyV1VCc1lud2pJblBCK0diNm1QU1lvS2lvcUhTbHRhS20wbHBSTXlvcUt0M1k1U0VpS2lsUlVWSHBkamFLbCt4c0ZDOHh2aEdST1dGOE0yMU1lb2lJaUlpSXlLd3g2U0VpSWlJaUlyUEdwSWVJaUlpSWlNd2FreDRpSWlJaUlqSnJUSHFJaUlpSWlNaXNNZWtoSWlJaUlpS3p4cVNIaUlpSWlJak1HcE1lSWlJaUlpSXlhMHg2aUlpSWlJaklyREhwSVNJaUlpSWlzOGFraDRpSWlJaUl6QnFUSGlJaUlpSWlNbXRNZW9pSWlJaUl5S3d4NlNFaUlpSWlJclBHcEllSWlJaUlpTXdha3g0aUlpSWlJakpyVEhxSWlJaUlpTWlzTWVraElpSWlJaUt6eHFTSGlJaUlpSWpNR3BNZUlpSWlJaUl5YTB4NmlJaUlpSWpJckRIcElTSWlJaUlpczhha2g0aUlpSWlJekJxVEhpSWlJaUlpTW10TWVvaUlpSWlJeUt3eDZTRWlJaUlpSXJObWFld0NQTytFRU9KWm0rUzFRcElrcWVSTFJFUkVSRVJrWHBqMEVCRVJFUkVWQWk5YWx6OXMza1pFUkVSRVJHYU5TUThSRVJFUkVaazFObTh6RVlNR0RjS05HemYwbHFuVmFqeDU4Z1FPRGc1Nnk3Mjh2TEJvMGFJeUxpRVJFUkVSVWZuRXBNZEVyRjI3VnU5eGJHd3N4b3daZzdadDI2SmZ2MzVHS3hjUkVSRVJHY2FMMXVVSGt4NFRkUERnUVN4WnNnUlZxMVpGYkd3c2V2ZnVqUTRkT3FCYnQyNndzckl5ZHZHSWlJaUlpQmV0eXhYMjZURWgxNjVkdzdCaHcvREREei9ndSsrK2c2K3ZMeXBVcUlBRkN4WWdKQ1FFL3Y3K09ITGtpTEdMU1VSRVJFUTVIRHg0RUFNSERvU1ZsWlY4MFhyYnRtM0l6TXcwZHRHSVNZOXBpSXVMdzlpeFl6Rmt5QkM4OXRwcjJMaHhJMXhjWE9UMTFhdFh4N3g1OHpCejVrd3NYNzRjUTRjT1JWSlNrbEhMVEVSRVJFUzhhRjFlc0htYkNYQnlja0xUcGsweFk4WU0yTm5aeWN2ZDNOeVFscFltUC9ieDhjRzJiZHR3OE9EQlhPMUVpWWlJaUtqc3hNWEZZZDY4ZWJodzRRTDY5KytQSGoxNjZIVkQwRjIwRGc0T3h1elpzN0Z6NTA3TW56L2ZxR1YrbmpIcE1RRVdGaGJvMGFNSHBrMmJobVBIanVYcXR6TnYzandBUUVaR0J2ejkvVEZtekJnamxaU0lpSWlJd0l2VzVRNlRIaE9pMVdveFpzd1lkTzNhMWVENjlldlg0OTkvL3kzemNoRVJFUkdSUGw2MExsK1k5QkFSRVJFUkZSRXZXcGNQSE1pQWlJaUlpSWpNR3UvMG1KZ2xTNVpnMWFwVkJ0ZWxwS1NnVTZkT1pWNG1JaUlpSXFMeWpFbVBpUms1Y2lSdmp4SVJFUkdWSTd4b2JmcVk5SmlRR1RObVFKS2tQTmNQR0RDZ0xJdERSRVJFUkFYQWk5YW1qMG1QQ2JHMDVOdEJSRVJFVko3d29uWDV3RnEya1VsNWZFdTh2YjJQQWNDRkN4ZmVMdk5DRVJFUkVWR0I4S0oxK2NCM2lZaUlpSWlvRUhqUnV2emhrTlZFUkVSRVJHVFdtUFFRRVJFUkVaRlpZOUpEUkVSRVJFUm1qVWtQRVJFUkVSR1pOU1k5UkVSRVJFUmsxcGowRUJFUkVSR1JXV1BTUTBSRVJFUkVabzFKRHhFUkVSRVJtVFVtUFVSRVJFUkVaTmFZOUJBUkVSRVJrVmxqMGtORVJFUkVSR2FOU1E4UkVSRVJFWmsxSmoxRVJFUkVSR1RXbVBRUUVSRVJFWkZaWTlKRFJFUkVSRVJtalVrUEVSRVJFUkdaTlNZOVJFUkVSRVJrMXBqMEVCRVJFUkdSV2JNMGRnR0lpTWk4TlduU3hFR2owWGhuVytRSUFDcVZxcFZ1Z1lXRnhZV2dvS0Frb3hTUWlLaUlHTi9LRHlZOVJFUlVxaElTRXVEbzZIZ0lnRlgyNVpJa0hjdjZNek1oSWFHcWNVcEhSRlIwakcvbEI1dTNFUkZScWJwKy9YcVNFT0tJRUFKQ0NIbTU3ckVRNHNqMTY5ZDVGWlNJeWgzR3QvS0RkM3BNaEllSGg5TGEycnBKdGtXT0FPRHQ3ZDFTdHlBOVBUMG9QRHc4MlNnRkpDSXFCaUhFYm9WQzhYNzJTZ0dlWGcyRlZxdmRiYlNDRVJFVkUrTmIrY0NreDBSa1pHUmsydGpZQkFLd3liSHFqNnovMHpJeU1oeU5VRFFpb21LenNMRFlMWVJZQWNBaXh5cU5oWVVGS3dWRVZHNHh2cFVQYk41bUlxS2lvdEtGRUh2eXVUMjZKeW9xS3Qyb2hTUWlLcUtnb0tBNEFNY05yRHFSdFk2SXFGeGlmQ3NmbVBTWWxwMlNKT1ZhS0VrU2hCQzdqRklpSXFJU290VnFkMlhGTXdnaElFa1NOQm9OWXhzUmxYdU1iNmFQU1k4SlNVaEkrQlZBcW9GVnFZbUppZnVNVUNRaW9oS1RtcHE2V3dpaDFUMFdRZ2lGUXNGS0FSR1ZlNHh2cG85Smp3bUpqbzVPRTBMc1I3Wm1iVmwvNzQrT2prNHpkdm1JaUlvak1qTHlMb0RUMlJhZHVYRGh3bDBqRm9tSXFFUXd2cGsrSmoybVowZjJKbTVzMmtaRVptYVhKRW1NYlVSa2poamZUQmlUSGhPalVDajJBcER2NmdnaDBsTlRVOW0wallqTWdoQmlsOGk2amEzVmFuY2F1enhFUkNXRjhjMjBNZWt4TVVGQlFTbTZKbTVaQWlNakl4OGJzVWhFUkNYbTRzV0wwWklrWFJaQ1hBNE5EYjFoN1BJUUVaVVV4amZUeG5sNlRKQVFZcWRDb2ZESDB5c0ZITitkaU15S1ZxdmRxbEFvZU5HTmlNd080NXZwTXR1a3A2NjdhckFBZWhxN0hFV1JtQ29zTEMyMEFnRFVHakhJeFYzVjM5aGxLZ29KMkhvajR1SWFZNWVEeU55VTUvZ0dBRW5wcUFobzRlS3VhbTNzc2hRVjR4dFI2V0I4TXo1empXOW1tL1FJb0tlOXZiS1ZoN3Vic1l0U1hMN0dMa0JSaEVkRTR0R2paQUF3dXk4TmtiR1pVWHdybHhqZmlFb1A0NXR4bVhOOE05dWtCd0E4M04zdzQ0YnZqVjJNNTFLUGZoL2h6TGtnWXhlRHlHd3h2aGtQNHh0UjZXSjhNeDV6am05c2MwaEVSRVJFUkdhTlNROFJFUkVSRVprMUpqMUVSRVJFUkdUV21QUVFFUkVSRVpGWlk5SkRSRVJFUkVSbWpVa1BFUkVSRVJHWk5TWTlSRVJFUkVSazFwajBFQkVSRVJHUldXUFNRMFJFUkVSRVpvMUpEeEVSRVJFUm1UVW1QU1pDQ0FHMVdtM3NZaEFSRVJGUkFiSCtWbjR3NmNuSCt2WHJFUnNiYTNCZFFFQUE5dTdkYTNEZGpCa3pFQjRlTGorT2lZbkJKNTk4a3UrNW9xS2kwTFZyMTF6THo1MDdoK0hEaHhlMjZIbFNxOVhvM0xrei92bm5IM21aUnFOQjU4NmRFUmNYVjJMbklTSWlJaklHMXQvSUVFdGpGOENVSlNRa1lOaXdZVmk3ZGkwY0hSMEx2SitmbngrV0xsMktsU3RYQWdCMjc5NE5oVUtCSTBlTzZHMW5aV1dGbGkxYkFnQ0Nnb0xRdEduVFhNY0tEdzlINDhhTkRaNW55cFFwaUl1TGc1T1RrOEgxVjY1Y3daNDllL1NXSFQ5K0hEWTJOcWhmdjc2ODdQejU4N0MxdFVXVktsVUsvQnlKaUlpSVRCSHJiMlFJazU1OGpCbzFDcEdSa1ZpN2RpM0dqaDM3ek8wUEhUcUVKVXVXQUFBeU16UFJ2bjE3ZlBycHB6aDQ4Q0RlZSs4OWhJV0Y2VzF2YlcyTmF0V3FZY0tFQ1VoSVNJQ1ZsUlU2ZCs0TUFPamV2VHUyYmR1R3hNUkVXRmxaSVRBd0VBRGc2dXFLaFFzWHlzZXdzYkdCcmExdGdaNVAvLzc5Y2ZYcVZRZ2g4TTQ3N3dBQTFxMWJoOERBUUZ5L2ZoMXZ2dm1tdkcyL2Z2M3c4Y2NmRitpNFJFUkVSS2FDOVRmVzN3eGgwcE1QaFVLQkw3LzhFaSs4OEVLQnRtL1RwZzBjSEJ5d2QrOWVmUEhGRndDQXI3LytHdTNhdGNPSUVTUHkzTytubjM1QzU4NmQ4ZXV2djhMS3lrcGUzcU5IRDdScDB3WTdkdXlBdmIyOXdYMXRiVzFoWjJkWG9QSTlldlFJYTlldVJiMTY5WUNzTCthdFc3Znd4eDkvNFBmZmY1ZVA4OVZYWHhYb2VFUkVSRVNtaHZVM01vUkpUeDVpWW1Kdzc5NDlBSUM3dXpzc0xDeHc1ODRkZVgxcWFpcGlZMk1SR1JrcEwzTnhjVUZtWmlZVWl2KzZTaVVtSnNMYTJocmR1M2ZQZFk2V0xWdGk2TkNoT0hueUpKbzNiNDVkdTNiQnlzb0svdjcrU0U1T3hyMTc5MkJyYXd0Smt2RDQ4V041dnovKytBUG56NS9IZ1FNSG9GUXFVYmx5WllQUDRkYXRXNWcrZlRxcVY2K09vVU9IQWxtM1pLMnRyUUVBa2lUaDExOS9SYmR1M2ZTK2VGcXRGcGFXL0dnUUVSRlIrY0w2Ryt0dmVlRXJrNGRMbHk3aDVNbVRPSGZ1SE9iT25Zc0tGU3BnMWFwVjh2cVltQmc4ZWZJRXdjSEI4ckpwMDZZaE16TVR4NDRkUS92MjdhRlVLdkhUVHo4aExpNE9xYW1wK1B2dnYvSFhYMzloNU1pUldMMTZOU3BXckFnQTJMTm5EM3IzN28zTGx5K2pRb1VLQUlCeDQ4Ymh4bzBia0NSSi9zRHJqQnMzRHExYXRVS0hEaDJRbEpTVTUzT3dzTEJBMDZaTjliN0VPWDMwMFVjSUN3dkRzbVhMNUE1M0dvMUdMZ2NSRVJGUmVjSDZHK3R2ZVdIU2t3Yy9Qei80K2ZsaDhPREJBQUJ2YjIrNVl4dXlSdi93OC9ORHAwNmQ5UGE3ZlBreU9uWHFoRTgrK1FROWUvWUVBTnk3ZHc4TkdqUkExYXBWOGNJTEwrQ2xsMTVDVWxJU3VuVHBnc2VQSCtQTW1UT29XclVxb3FLaW9GQW9FQjBkamRteloyUDY5T25vMTY4ZlhudnROWU5sWEx0MkxSbzFhaVRmT3QyOGVUTjY5T2dCQ3dzTEFNQ1BQLzZJUTRjTzZlMHpkT2hRZVgxOGZEd2tTVUxyMXEzUnZYdDNxRlFxdEdqUkFtcTFXdTgyTFJFUkVWRjV3UG9iNjI5NVlkSlR3bEpTVXFCVUt2VStlSFBuenNXaVJZc0FBRWxKU1FnUEQwZEFRQUEwR2czczdPeHc4T0JCQU1EV3JWdFJvVUlGZlBEQkIzQjBkRVJvYUNqbXpKbWpsK243K3ZwaTNMaHg4dVBZMkZqNWFvRmFyY2J0MjdmbDdUVWFUYTd5TFYyNlZLOU5LQURZMjl0anlwUXBtREZqQm5idDJzVXZEUkhsS1RFeEVRQUtOU0lTRVpHcFkvM04vREhwS1dGSlNVbXd0N2VIV3EyV2J6R21wcWJLbmVtdVhidUc5ZXZYQXdBNmRlb0VYMTlmZWFqQmloVXJJams1R1JFUkVYQjJkc2FwVTZmazQ4Ykh4Nk5Qbno2NXJocTgvLzc3OHY1bno1NUYxNjVkNVEvODJiTm5jNVV2WjV0UW5lYk5tMlBPbkRsUUtwWEl5TWpnN1ZFaWt2bjcrK09ycjc2Q3E2c3J0bXpaQWt0TFN3d1pNcVJVenhrZEhZMTkrL2JoMDA4L2hWcXR4cU5Iai9EbzBTTWtKaVlpS1NsSi90ZStmWHRVcWxTcFZNdENST2FQOVRmeng2U25nRFFhRFM1ZXZJZ21UWnJrdTkzTm16ZngxbHR2SVMwdERkYlcxdEJvTklpTGk0TlNxUVFBTkczYUZETm56cFMzdjN6NU1sYXNXSUZidDI3aDNyMTdjSEp5UWt4TURIcjA2SUd2di80YUkwYU1RSU1HRFRCaHdnVDQrL3ZEMTlkWDNyZGV2WHFJaUlpQWpZME5BQ0F0TFEzQndjSHk3VS9kRllHQ2F0YXNHUUFnUFQyZFh4cWlNdUxoNGFIRTB6a2RrbzFWQnQya2Q1NmVucGczYjE2eGpyVno1MDZzWHIwYUFPU3JvSVVsaE1DY09YTXdaTWdRZlBMSkovam5uMzlnWjJjbi8zTndjSUM5dlQwY0hSMmgwV2p3MDA4LzZjMmpvVlFxVWIxNmRYa0N3clMwTkRsT0FzQ0VDUlBRc1dQSFlqM1BJckQwOXZaMnVuRGh3c095UGpIUjg0ejFOOUpoMHZNTVFnaGN2WG9WeTVZdGc2dXI2ek8vTktHaG9SZzhlREFlUDM0TUd4c2JYTHQyRGFtcHFkaXhZd2VxVjYrZWEvdktsU3VqUTRjT3FGZXZIbzRjT1FLbFVvbStmZnNDQU83ZXZZdUFnQUEwYU5BQVRrNU9HRGh3b0x6ZnpKa3prWmFXaG9TRUJIbFpSa1lHSWlJaTVOdWpTcVVTRXlkT3hMaHg0K1FSUXFaTm15Wi95ZkthclRnbEphWEFZOGNUVWZGVXFGREJVNkZRSFBIMjlqNEVZSmRhcmQ0WEZoYVdVSUJkUzh5dVhic1FHeHNMVDA5UGVkbVJJMGRRcDA0ZE5HalFJTS85a3BLU3NHREJBb3dlUFJxVktsVkNRa0lDNXMyYmgyKy8vUmF2dlBKS2tjdXplUEZpMUt0WEQ2KysraXBXckZpQjVjdVh3OVhWRlFEdzRNRURqQmt6QnBzM2I1YTNmL2ZkZDlHa1NSTk1tellOdlhyMVF1UEdqZUhpNG9MeDQ4Y2pOallXUFh2MnhPSERoK1VLUlZseGNYR3hjWFIwYkN0SlVsY0FIUUhNQmJDd0FMc1NVVEd4L2tZNU1lbkpSMXBhR21KaVlyQm16UnFNR2pVSy92NysrVzUvOWVwVldGaFlRS2xVNHZUcDAzanh4UmR4K1BCaGZQamhoOWl5WlF2YzNOejByallDUVBYcTFkR3VYVHNBd0lrVEovVFdkZTdjR1MrLy9ETEdqeDhQalVhRCsvZnZ5MSs4NmRPbjV6cS92NzgvWnMyYUpkLytOR1RRb0VHb1Zhc1dBTWdUZGlVbUptTE5talhvMTY4ZkpFbENaR1FrYXRTb1VlRFhpWWlLelZhU3BNNEFPbHRaV1dYNitQZ2N6VXFBOW9TR2hqNG96Uk1uSlNWaDdkcTFhTkdpaGQ3eVAvNzRBNzYrdm5rbVBkZXZYOGZZc1dQaDd1NHV4N1dIRHg5Q0NBRWZINTk4NDFCZWhCRDQ3YmZmRUJrWmlXKysrUVkzYjk0RUFJd1lNVUp1OXFIUmFQRHc0VU41SWtCZE8va3FWYXJBeHNZR3pzN09jSEZ4a1k5NTlPaFJ2UG5tbTJXVzhOU3JWOC9CM3Q2K2ZWYWkwMDZTSkdXMjV5ZktwQkJFenpuVzM4Z1FKajM1c0xLeXdudnZ2WWZldlhzWDZFTjA0c1FKOU9yVkMvMzY5WU9scFNYR2pSdUg4ZVBIWTlPbVRlamZ2eisrL2ZaYm5EOS9IaTFidG9TRmhRV2NuSnl3YytmT2ZJOVp2MzU5Yk42OEdWOSsrU1VPSFRxRXZuMzdZc09HRFFnSkNjbTE3WU1IRHpCKy9QaGNReHhXcVZJRmt5Wk5BZ0RVcVZOSHZtS3F1d1hxNE9DQTdkdTNZOXUyYlZBb0ZHalhycDI4RFJHVmpXejFZU3NBYlNWSmFtdHBhZm1kdDdmM0tRQzdNak16ZDErNmRPbFdTWjkzMmJKbGFOMjZOU3d0TGZIZ1FkNzVWZCsrZlNGSkVoUUtCZXJYcjQrZmYvNFpRNFlNd2YvKzl6OEF3TzdkdXpGbnpod2dxNDE1eTVZdDVjUmwwYUpGOG96bVRabzB3ZGl4WS9IaWl5OENBTnExYTRjUFB2Z0FodzhmUmtwS0N0YXZYNDlXclZwaCsvYnRpSStQQjdJNjhPcGkwdjM3OXpGeTVFaHMyN1pOTGx0R1JnYlMwOU9oMVdxUm1wcUs1T1JrdVVsS1lHQWcrdlRwVTlJdm14NVBUODlxQ29XaWMxYWk4NjRrU1JWMDc2ZnUvNncyK0ZMK1J5S2lrc0Q2R3hsUzZnSFkyOXY3Z0NSSmpzSEJ3VytVOXJteWMzRlhIWHU5V1pOV1AyNzR2c3pPcVZhcm9WQW85RDYwWVdGaEJwdDVxTlZxQUNqVFNhUWVQMzZNaWhVckdyemlLWVJBZW5vNkZBcEZpYlFIN2RIdkkvejlkOUI1ZXh0SjdxY2dTVkwycTV5NS9zNVc2VE80WFk3OTh6dEdudHZsVXdia3VCQ2I1M1psOFR4eUZxYW94OHR4akNLOUx2a2NvMEN2UzBtVW9hVGVHNjFXbSs5MkJYbHZ0RnB0Z2Q5RFE5c1pLRU1OU1pJR0NTSGt6cWs1MzNwSmtuUXZ3TjlDaUoyUDBvVi9zMWVidmxiYytIYnUzRGxNbmp3Wk8zZnV4TnExYS9IZ3dRTzVUOCtVS1ZQZzYrdUx0bTNiNmcxa3NIejVjcHcrZlJyejU4K1hyenJxeWh3UkVZSGV2WHZqMUtsVHNMYTJ4dVBIajlHdFd6ZTBiOThlQXdZTVFFWkdCcjcrK212Y3ZuMGJtemR2aG9XRkJkcTFhd2RyYTJzc1dyUUlsU3BWZ3FPakkrTGk0dkRoaHgvaTU1OS94bWVmZlliSmt5ZGoyYkpsU0U1T1JtWm1KcTVkdXdZUER3OEF3Sm8xYTdCejUwNXMzTGdSRHg0OGdJT0RBNnBYcjQ0ZmZ2Z0JseTVkd3JCaHcrRGs1SVNoUTRmaTVaZGZSczJhTll2MW1pRXJ2cDA5ZC81UEJ4dHBxMEtoNkFIZ0RRQVcyZCszN0IyTnM3MjNoNFFRWndBb2hCQVNzbWFPMSsyU2JmdnN2ODA1ZjZkemJaZDFqR2R1OTR6OWN4NGpyLzBOYnBkSFVsZm81eVJsZitGeWJKZlBNZlMyeStzWUJYa2VCdll2OGVkUm1PTmxPMHlSWDVmaXZqY2xXSVk4ajVGOS95Y1pvcHBQa3lZZXJMLzlwNnpyYjJmT0JmMFJIWEh4N1dJZnJCQlVLdFZnaFVLeFdxUFIxQW9KQ2JsVGdGMEtqWGQ2U3BDaEwwQmU3ZHFOTVdOdTlsbDdjNUlrS2RldDJ4S1NQYWpwWGNMSSthT1FyY0puTURoblZTankvV0hLNHhqWnk1RGZNWEllMG1CQXp2NTNmbVhJWjM4VTVJY3A1K05uUFNkRDU4MVp2bWRWZnA1MWpQd3FEVG1PVWVUbmtVZlpwUnlWeUFKVmFuSWVJNC9LbmJ4ZlFUNWpoYW1rWmxWMmN6NFBoU1JKaXV6YlBJdnVPRUtJYXBJa1dlZk9DUXZ2MGFOSG1EbHpKaVpNbUNEUEZWRlF2cjYrZWdrUHN0NW4zV3VqcXp6czM3OGZkbloyR0RWcWxQelptanAxS3Q1KysyMWN2bnhaN2tQazUrY25kOXpWYURTWVBIa3lGQW9GS2xldURMVmFEVXRMUzRTRWhHREpraVdvVnEyYWZFN2RYQnJkdW5WRHQyN2RNSERnUUh6NjZhZnc5dllHQUd6Y3VCRzlldlhDdW5YcjhPVEpFMHlhTkFscjE2NHRrZmdyUFgyYk00VVFGZ0R5YlR1WExTNjFrU1Nwalc2WkVFSUxRRnZRaXgwNWsvV2NYKzg4anBIbmhZRXl2TmlSNXpGTTRXS1dLWlRoR2NjbzBIdGpSaGZVeWh6cmI4OEhKajFVYWpRQ3lSY3VYQ2pUS3dWRTVZMUtwV291U2RLZnlKRUE2ZTd1U0pKMFRxUFI3QWF3T3lRazVDcWUzc2wrcHpqbkZFSmcyclJwYU5hc0dkNTk5OTNpUDRrODNMNTlHeTR1TG5wM1BlenQ3ZUhnNElENzkrL0x5N0xmZmRtMmJadmVQQlBwNmVseU8zZmQ3T282eWNsNUQzZ1hGaGFHNE9CZ1RKbzBDZXZXclVQWHJsMXg4T0JCckZxMUNzT0dEU3YyYzlNQ21SY3ZYbHdEWUkxS3BYSlVLQlFkQUhRRDBCYUFyYUc3ZFFER0JRY0hjeUFEb255NHVLdU9BZkF3ZGpuSS9ERHBLVVViTjI2RW41K2ZQQTQ3RVZGK3NpckdhZ0FuQU96V2FEUjdRa05EYjVmMGVlN2N1WU9USjA4Q2dEeXNzODZoUTRld2I5KytBaC9yd0lFRFVDcVZlc094NnJ6NDRvdTU1cHQ0L1BneGtwS1M5TzRVWlc5UzBxeFpNM1RvMEFFZmZQQUJrTlZSVjNlVmMrSENoWEIyZHBhM2ZlKzk5L1NPcmRWcWNlREFBUnc4ZUJDWEwxL0drQ0ZENUpHTUpFbkMxS2xUMGJOblQ3UnExUXFOR3pjdThITjhsb3NYTHlZQzJBeGdzNGVIaDdKQ2hRcnZTNUxVVlpLa0RnRHM4cmpLVDBRbWp2VTQ4OEtrc2lLSXVBQUFJQUJKUkVGVXB4VGR1M2NQR3pac2tFZlpNR1RLbENtSWk0dURrNU9Ud2ZWWHJsekJuajE3aW5UK2xKUVVyRnExQ21scGFaZzRjV0tSamtGRVpTSU53R0dOUnJNN1BUMTliMFJFeEwrbGViSmF0V29oS0NoSWI5bWlSWXYwK3ZUazlPKy8vK0wyN2R1SWlZblJtME1pT0RnWVZhdFdOWmowK1BuNVllM2F0ZmoyMjIvUnAwOGZaR1ptWXNHQ0JXamF0Q25jM2QwTm5xZEJnd1p5bS9tMHREUmtabWJLa3dPT0hqMWE3eTZRYmpiempSczNZc3VXTGJDenM0T1RreE91WDc4T2UzdDdmUERCQjhqSXlOQjczZ0VCQVZpelpnMFdMMTVjeUZldFlMTG1XOW9PWUx1cnE2dTF2YjE5R3lGRVYwbVNPaG5vTDBGRUpxeXM2M0dzdDVVdUpqMGxJRGs1V2I0cXFmUHc0VU5VclZvVkFMQjE2MWI1YjUwZE8zYklvd3ZaMk5pVStManF5NWN2eDY1ZHV3QUE3N3hUckpZd1JGU0tVbE5Ud3l3c0xLb2FjM0xTbkc3ZnZvMjR1RGo4OXR0ditPMjMzM0QzN2wxTW5EZ1JIaDRlc0xDd2tFZDUwMmcwaUl5TWhJK1BqOEhqVktsU0JhdFhyOGFpUll2UXVYTm4yTnJhd3RmWEY1TW5UMGJ1N2xLNWhZYUc2aVZZaXhZdE1uaW5wMUdqUmxpeFlvVzg3UTgvL0FBL1B6K0Q1K2pldlRzNmRlcFVoRmVsOEtLaW90SUI3TXY2Wjlta1NSUEhNamt4RVJXS0tkVGpXRzhyZlV4NlNvQlNxVVJnWUNBQUlEbzZHalZxMUVDYk5tMFFHQmdJdFZxTkZpMWFJREF3RU5IUjBYcnpSK2pZMnRybTIwbXRLREl5TXJCczJUSzlZVjJKeVBSRVJrWStObllaa0hVWFJlZm5uMytHV3EyR201c2JHamR1ak04Ly8xeHVqaFlaR1ltQWdBQWNPWElFR28wR0w3NzRJcG8zYnc0QWNITnp5M1VIeWMzTkRTdFhyc3p6dkxyWWFjaStmZnZ3NnF1dnlvOERBZ0wwT2hFbkppWUNnTjQyQU5DL2YvODhqNmxRS09TS1NobFRCd1VGeFJuanhFU1VQMU9veDdIZVZ2cVk5SlNnVmF0V0lTZ29DTjkrKzIydWRZbUppUmcyYkJnQ0FnTFFzV05IN04rL0gyZlBucFhidyt0bTNNM3AxcTFibUQ1OU9xcFhyNDZoUTRmcXJkdXhZd2VpbzZNeGJ0eTRYUHRscjhBUUVSWEdtREZqOGx6bjV1YUdvMGVQSWpVMUZRcUZvbFJIRFhycHBaZmc1K2NuUDE2NWNtVytmWHFJaUlxanJPdHgyYkhlVnZxWTlKU1E5ZXZYNCtqUm8xaXpabzNCOVk2T2psaStmRGsrL3ZoalpHWm13cy9QRDc2K3Z1alFvWVBjTHQwUUN3c0xORzNhTk5lRVZVUkV4aUpKRWlwV3JGaHF4N2UwdE1UdTNidjE3c2djUFhvMDEzYUhEeDkrNXJHc3JhMXg1c3laRWk4akVaa1gxdVBNSDkrQkVwQ2NuSXpRMEZDc1dMRUM5dmIyc0xTMHhDZWZmQUprZmRoMWQySmNYRnp3M1hmZjRjS0ZDNmhRb1FMczdPeXdkdTFhWEw1OEdiZHUzY0t0Vzdjd2I5NDhSRWRINnoyMnM3T1RPL0lTRVQwUGpOUUVqWWllUTZ6SFBSOTRwNmNFS0pWS0xGcTBDQUVCQVlpTWpFUktTZ3Fjbkp5d2Z2MTZlWnVsUzVlaVRwMDYyTFJwRTJiUG5xMjNmMnhzckh5VlFLMVc0L2J0Mi9JVkFZMUdvN2R0VEV3TSt2VHBBd0RJek15RVJxT1JoNWVkTTJlT3dSR1VpSWlJaU1pd3NxekhEUjgrSEdGaFlVQldRbVhvTGphVkRpWTlKV2pseXBWSVRrNUduejU5OE5sbm44bWRlMi9jdUlIaHc0ZGorUERoQnZkNy8vMzM1VEhnejU0OWk2NWR1OHJEc3VhYzQ2SjI3ZG80ZnZ3NDhJdytQVVJFUkVSVWNHVlJqMXUyYkZtcFB3OHlqRWxQQ1ZNcWxmanl5eTh4ZHV4WWpCa3pCbXExR29zWEw4Wm5uMzJHMTE1N0xkZjI5ZXJWUTBSRWhOd1pPQzB0RGNIQndiQ3dzSkRYRXhFUkVWSHBZejNPZkRIcEtRVU5HalJBbno1OTVEc3djK2ZPUmF0V3JYSnROM1BtVEtTbHBTRWhJVUZlbHBHUmdZaUlDUG0ycUZLcHhNU0pFekZ1M0xoY0k0TzBhTkVpei9reGlJaUlpS2p3eXFvZVIyV0xTVThKRUVMZ3pwMDd1SHo1TXM2ZlA0OVRwMDdCMmRrWjgrYk5RM3g4UEw3NzdqdXNYcjBhcjc3NktobzJiQWhuWjJkNGVucGkrdlRwdVk3bDcrK1BXYk5td2RyYStwbm5yVjY5K2pPM21UbHpacEdmRnhFUkVaRzVNMVk5emhEVzIwb1BrNTRTa0pTVWhKRWpSNkoyN2RwNDdiWFhNR0RBQUwyNUpMcDM3NDVMbHk3aHpKa3pPSEhpQklRUXVITGxpdHlSTGJzSER4NWcvUGp4dVlZMnJGS2xDaVpObWxRbXo0ZUlpSWpvZWNGNjNQT0JTVThKY0hSMHhNNmRPL1BkNXVXWFg4YkxMNzljWm1VaUlpSWlvbWRqUGU3NXdIbDZpSWlJaUlqSXJESHBJU0lpSWlJaXM4YWtoNGlJaUlpSXpCcVRIaUlpSWlJaU1tdE1lb2lJaUlpSXlLd3g2U0VpSWlJaUlyUEdwSWVJaUlpSWlNd2FreDRpSWlJaUlqSnJUSHFJaUlpSWlNaXNNZWtoSWlJaUlpS3pabW5zQXBTbThJaEk5T2oza2JHTDhWd0tqNGcwZGhHSXpCcmptL0V3dmhHVkxzWTM0ekhuK0dhMlNZK0EyUGZvVVRMT25Bc3lkbEdlWDVMWWErd2lFSm1qOGg3ZkpFbFlBb0FRa3RyWVpTa3l4amVpVWxIZTQ1dFpZSHdyR205djd3TStQajZualYwT0lpSXlEZDdlM3NlOHZiMlBHYnNjUkVSa0dsUXExV0FmSHgvaDVlVlZzN1RPd1Q0OVJFUkVSRVJrMXBqMEVCRVJFUkdSV1dQU1EwUkVSRVJFWm8xSkR4RVJFUkVSbVRVbVBVUkVSRVJFWk5hWTlCQVJFUkVSa1ZsajBrTkVSRVJFUkdhTlNROFJFUkVSRVprMUpqMUVSRVJFUkdUV21QUVFFUkVSRVpGWlk5SkRSRVJFUkVSbWpVa1BFUkVSRVJHWk5TWTlSRVJFUkVSazFwajBFQkVSRVJHUldXUFNRMFJFUkVSRVpvMUpEeEVSRVJFUm1UVW1QVVJFUkVSRVpOYVk5QkFSRVJFUmtWbGowa05FUkVSRVJHYU5TUThSRVJFUkVaazFKajFFUkVSRVJHVFdtUFFRRVJFUkVaRlpZOUpEUkVSRVJFUm1qVWtQRVJFUkVSR1pOU1k5UkVSRVJFUmsxcGowRUJFUkVSR1JXV1BTUTBSRVJFUkVabzFKRHhFUkVSRVJtVFVtUFVSRVJFUkVaTmFZOUJBUkVSRVJrVmxqMGtORVJFVDAvK3pkZVhoTVp4c0c4UHZNWkNVaUlmWWxvU0VSbFUxanJhSlZXOVZPTFVWYnRlKzFCcldGU2lyV0tpMUJxZHAzUlN3VlJaV1VSQklrSVpWWXNrbEU5bVV5TStmN284bjVNaElra1dTWTNML3Jtb3Q1ei9iTUdHZm1PZWQ5bjVlSWRCcVRIaUlpSWlJaTBtbE1lb2lJaUlpSVNLY3g2U0VpSWlJaUlwM0dwSWVJaUlpSWlIUWFreDRpSWlJaUl0SnBUSHFJaUlpSWlFaW42V2s3QUNJaTBtMTJkbllHaG9hR3RYS2ZDNEpnQkFCT1RrNld1VzFaV1ZuUmQrN2NVV2dyUmlJaTBtMU1lb2lJcUZRbEp5ZkxxMVdyZGw4UUJJM2VCWUlnUkFDQUtJcnE1T1JrRTYwRlNFUkVPby9kMjRpSXFGUTlmdnc0UXhURms2SW9RaFJGcVQzUDh4T1BIei9PMEdhTVJFU2syNWowRUJGUldUZ3FDRUsreHB5Mkk5b0lpSWlJeWc4bVBVUkVWT3JrY3ZuK0Z5M0x5c3JhVjdiUkVCRlJlY09raDRpSVN0Mk5HemVTQVBnODN5Nks0dGs3ZCs2a2FpY3FJaUlxTDVqMEVCRlJtVkNyMVVlaE9aWUhBQTVyTlNnaUlpb1htUFFRRVZHWkVFWHhRTjV4UFRsL1A2RE5tSWlJcUh4ZzBrTkVSR1VpSUNBZ1VoUkYzOXpub2loZThmZjNqOU51VkVSRVZCNHc2U0Vpb3JKME9QZHVqeWlLN05wR1JFUmxna2tQRVJHVkdaVktkUmc1WGR2VWF2VkJiY2REUkVUbEE1TWVJaUlxTTRHQmdhR2lLTjRHNEJjWUdCaXU3WGlJaUtoODBOTjJBRVJFVkw2SW9yaGZFQVNsdHVNZ0lxTHlnM2Q2aUlpb3pGaGJXeHNtWmFqclBVdFROckMydGpiVWRqeEVSRlErTU9raElxSXlVZC9heVU2bForSUxtV3drWkxLUlNqMlRhMWFObTlscU95NGlJdEo5VEhxSWlLalVXVGEyLzFxbUoxNnZYTm5VL3FjZlZ1R25IMWJCckxLcEErVHlHNVkyOWlPMUhSOFJFZWsySmoxRVJGUnFxbGhibTFyWk9PeVR5V1diVzdvNEc1ODhzaGVkUCtxSXpoOTF4TWtqZTlIeVBlY0tNcG5NeThyR1lWOFZhMnRUYmNkTFJFUzZpVWtQRVJHVkNrdmJacTFOOVNvR3lQWGtBNlpPSEl2ZnRtMUdyWm8xcGVXMWF0YkViOXMyWWRLNFVaRHJ5UWVZNmxVTXNMUnQxbHFyUVJNUmtVNWkwa05FUkNWTlptVnI3eW9UNUJkcjE2cHA5ZHUyVFpnOGZnems4dnhmT1hLNUhOTW1qY2R2MnphaFZzMmFWakpCZnRISzF0NFZnS0NWeUltSVNDY3g2U0Vpb2hKVHo4YW1kb01tRG1jRVFmWmRwdzg3NkowNHZCY3RYWnEvY3J1V0xzMXg4c2hlZFBxd2c1NGd5TDVyME1UeGpHV1RKclhLSkdnaUl0SjVUSHFJaUtoRVdEWnUxazFQTUE0d01ERDhhTW0zcnZqNWgxVXdxMXk1ME51YlZhNk1uMzlZaGNYZnVzTEF3S0NUVERRTXRHemNyRnVwQmsxRVJPVUNKeWVsY3FtQnJlTW9FUmlpN1RqS013SFlGUjV5YzdPMjQ2QVNZR2RuWUNYcWZROVJtR3h0M1VCWTUra0JXNXRHeGRxVklBZ1lObmdnWEp5ZE1IbjZiSXQ3Lzk0L1lkWEVmbDJFb0p5Rk8zY1VKUjQ3bFRtZWY3V1A1MThxajVqMFVMa2tBa05NVFUwNjJObmFhRHVVY3VsT1NDaVNrMU1CZ0YrNmI3azZ0ZzZOOVVYc0ZpQTREK3pmRzR2bXpZYVJrZEZyNzlmV3BoR083dCtGeGQ5NUNQc09IcGxpSmVxM3k3WjFHQndaRW5DM1JBSW5yZUg1Vjd0NC9xWHlpa2tQbFZ0MnRqYll2ZDFMMjJHVVM0TkhmSTJydmplMEhRYTlKaXRiK3hFUThLT3BTYVdLeTkwV29IdVhqMHQwLzhiR1JuQjNXNGdQM204RDEyK1hPQ2VucHZqVmIydy8vdUhkd0IwbGVpQXFjenovYWcvUHYxUmVjVXdQRVJFVlNUVTdPeE5MVzRlZGdpRDdwYm1qUThVVGgvZVdlTUtUVi9jdUgrUEU0YjFvN3VoUVVTNlhiYmUwZGRoWnpjN09wTlFPU0VSRU9vZEpENUVXS1pWS2JZZndRcytlUGROMkNQUUdxdGU0cVV0RjBlQ21YQ1liT203VVY5aXpZd3ZxMXFsZDZzZXRXNmMyOXV6WWduR2p2b0pjSmh0cUlocjQxMnZjMUtYVUQwdzZpK2Rmb3ZLRlNRK1JGdTNmdngrTEZ5L08xNzVod3daczI3YXR3RzFDUTBQUnQyOWZqUy9zZS9mdTRmUFBQeTlXREljUEg4YnExYXMxMnRScU5mcjM3NDk3OSs0VmE1K2trd1JMVy9zWmVuTDl2MnBVcS9iT3pxMC9ZK2EwU2REVEs3dGUwbnA2ZXBnNWJSSiszZklUcWxlenNOYVQ2LzlsYWVzd25YUDZrQ2lLeU16TVJGSlNFcDQ4ZVlMSGp4L2o5dTNidUhqeElnNGRPb1RObXpkanc0WU5HdHZ3L0V0VXZuQk1EOUZyOHZIeHdmejU4d3U5L3FwVnE5Q3laVXNBd0kwYk45Q3hZOGQ4Njl5NWN3Y2pSb3dvY1BzalI0NmdWYXRXR2o4Mno1dzVBMGRIeDFjZWUrN2N1ZmpubjM5dzl1elpsNjUzKy9adG1KbVpvVkdqNGxYZ0l0M1NvTUc3TlVSRCtRNUJFRHAzYVBjK1BOMlhvSXE1dWRiaWFkT3FCVTRlMlljWmN4Ym9YN2gwMmRQSzFxRnpwbEwyZVV5WWY1eldnaUt0U1V4TVJLZE9uV0JtWmdaalkyT05SNlZLbFdCbVpnWlRVMU5Vcmx3WkNvVUNCZ1lHQU0rL1JPVU9reDZpMS9UQkJ4OFUrQ1cyZmZ0MlJFWkdZdTdjdVJydGhvYUcyTGR2SDM3NzdUZkV4TVRnenAwNzJMUnBFMHhOVGRHdVhUdWNPSEVDTVRFeENBOFBsNzVZZS9mdWpWNjllcUYvLy81SVRVMkZvYUVodkwyOVVibHlaUnc4ZUJCbnpweEJiR3dzRGg4K0xCMW56Wm8xY0hINWYrK2ZzTEF3bkRsekJ1WTVQMVpGVVVSR1JnYXlzN09oVkNxUm5wNk84K2ZQWThXS0ZWQXFsVkFxbFdqZnZyMjBmZWZPblRGdjNyeFNlUS9welZXL1ViTk9rTXQrTXpBd3FENW4raFI4TVd3SUJFSDdOMWFxbUp0ankwL3I4TXV2dStDK2NtMW5RVkFFMW0vMDd2Q0g5MjY5L0JjbDZTUnpjL05YSmhPNWVQNGxLcCtZOUJDOUpybGNqZ29WS3VScjE5ZlhmK0d5Z1FNSG9tSERodGkrZlR0KytPRUhqV1VmZi93eDVzNmRpOTI3ZDJ1MHg4ZkhBd0F1WGJvRUFFaElTTURRb1VOeCt2UnBXRmhZNE9qUm85SzZuMzMyR1dReXpkNnJucDZlYU4rK1BRSURBd0VBMGRIUitPYWJiNUNjbkl5c3JDemN1SEVEdlh2M3hrY2ZmWVRKa3lkcmJIdng0a1g0K3ZvVzQ5Mmh0NWllWlJQNzd3UlJtTjZnZ1pWc25lZHlOTFZyb3UyWU5BaUNnQytIRDBXTDk1d3hlZnFjbXZjakhuaGJOckZmK1NBNGNDNkFOM2ZBQm1rVno3OUU1UlBIOUJDVmtLbFRwMHBmYUlWeDd0dzVkT25TQmZQbno4ZTllL2VnVnF1UmtwS0NmLzc1QjQwYk4wWktTb3JHSTVlaG9TRU1EUTJocjY4UDVIUzMrUHJycnpYMnJWS3BwT1VBNE8zdGphU2tKUFRzMlZOcXExMjdOdmJzMllOUm8wYWhSNDhlMkxObmo3UnZNek16alVkQmlSdnBybnJXNzc1ajFjVGhMeGxrTS92MzZTazdmbkQzRzVmdzVOWFVyZ21PSDlxRGZyMC9sY2tnbTJuVnhPR3YrbzJhTmRSMlhGUjJFaElTMEw1OSs1YysxcTVkSzYzUDh5OVIrY003UFVRbEpESXlFaGtaR1JwdFNVbEp1SFBuanZSY1gxOGZqUm8xUW1abUpueDhmREJ4NGtUOC92dnZ5TTdPUmxSVUZPYk1tWU9JaUFqVXFGRUQ0OGFOMDlqWG1qVnJDanp1RHovOEFIZDNkNmpWYXJSdDJ4WjQ3a3MzSVNFQm5wNmVXTEZpQlZKVFV3dmNSMXBhR2k1Y3VQRGE3d0c5L2F4czdRY0xFSDZ1V0tGaXBhV0w1cUZYais3YURxbFFLaGdidzNPNUc5cTFiWTM1aTVhMVNFdEx1Mm5WeEg1MFJIRGdIbTNIUnFXdmF0V3FPSFhxRkxwMzc0NzE2OWZuR3c4emNPQkFxWTNuWDZMeWlVa1BVU202ZGVzV1BEMDlwZWRWcWxTQnA2Y25ybDY5Q3FWU2lWV3JWaUU4UEJ4ZVhsNm9VNmNPdG16WmdoNDllbURIamgyb1dMR2l4cjdpNCtPUm5KeU1ybDI3QWpsOXdnSEF3TUFBdlh2M3h2VHAwN0Z6NTA3VXFGRURTcVZTK3RKMWMzUER4eDkvRENjbko2bHJCbklHL3g0NmRBaW5UcDNDczJmUFlHQmdnRWFOR3NIYjJ4dlhyMS9YT0haYVdocWNuWjFMOWIwaTdhcGR1M2tGQTFQbGo0SWdmR0gvYmxPczlWd095L3IxdEIxV2tmWHEwUjJPOXMwd1pZWnJwY0JidDNkYjJUcDBWaVRyVFl5S3VwR3U3ZGlvZEdSa1pNRFkyQmh5dVJ3OWV2U0FsNWNYUER3OHBPVStQajdJeU1oQTU4NmRBWURuWDZKeWlra1BVU2xxMjdadGdTVlJXN2R1amIxNzl3SUFIajU4aUFFREJzREd4Z2IzNzk5SGNuSXloZ3dab3JIK3VISGo4TjU3NzhIVTFGVHFPNTdicHh3QTdPM3Q4ZW1ubjhMTnpRM3IxNitIVXFtRWdZRUJkdXpZZ2NlUEgyUDU4dVg1WW9pTGkwTjRlRGljbkp4Z2JHeU1hZE9tNGZEaHcralVxUk9tVFp1bXNlNkZDeGR3NWNxVkVuMXY2TTFoYWUzZ0pOTlQ3aFprTXB1dnZ4aUdHVk1uYW5UUGVkdFkxcStIL2I5dGcrZWE5ZkQ2NWRjdkRVMlZiU3dyT0F4K0VCYmdyKzNZcU9RbEp5ZkR4T1MvdVdxSERSdUdmdjM2d2RmWEZ5MWF0RUJpWWlKV3JGaUIyYk5uUzRVSmVQNGxLcCtZOUJCcFFXN2ZiZVRNUFpLWW1BZy9QeiswYU5FQzE2NWRrOWJ6OC9PRHE2c3JIQndjTkxaRlRsZTV2RWFQSG8yN2QrOENnRlNXZGZmdTNYank1SW5VN1NKWDgrYk5zWERoUXJpNXVlSHc0Y09JaUlpUWx1bnA2ZVhyUTU1YjRwVjBUMzBiKzhreUFkOWJXRlExWE9tK0ZPM2F0aTd4WTRpaUNKVktWYVp6K3VqcjY4TjE1alM4MzZZVnBzMmFaNU9Ra1BCM2ZSdjdXUTlEQTllVldSQlVKdTdmdjQvNjllc0RBTXpNekRCLy9uek1talVMYTlldXhabzFhOUN4WTBlTlNtZzgveEtWVDB4NmlMVGcrUEhqT0hic0dCNDllb1M0dURqRXhjWEIxdFlXcHFhbTJMTm5EK2JObXdlVlNvVzVjK2RpMmJKbHFGV3JsbFE5NkVXTWpJeGdiMjhQNVBuU1BYWHFsTVk2bHk1ZHdwSWxTd3BkMnBWMFZ4MWIyNm9HTU53T1FmaWtiZXRXV0xOaUdhcFdxVktvYlJVS0JiS3lzcVJIV2xvYW5qNTlpdmo0ZUR4OStoUlBuejdGVjE5OUpaWG5EUXNMd3pmZmZJUGp4NDlyN01mWDF4YzdkdXpBK3ZYcjh4MWoxNjVkQUpEdnFudFJyRjY5R2hVcVZNQ3BvL3N4ZmM1OHc4dFhycTV0WU92UVdZR3NFWkVoSVUrTHZXTjZvOXk4ZVJOTm12eS8wRWJIamgwUkZCU0VyNzc2Q3ZiMjlwZytmYnJHK2p6L0VwVlBUSHFJWGxOR1JnWkVVWVJhcllaQ29VQjYrbjlEQjdLenM2RlNxYVRudWVSeU9Td3RMVEYwNkZBMGJOZ1F5NVl0dzVRcFUyQm5aNGZzN0d4Y3VIQUJuMzMyR2FwV3JZb3Z2dmdDNzczM25yUnRhbW9xdnZycUt3RFFtQkU4TDdWYWpZeU1EQmdaR1pYcTY2YTNsNVZOczE1bVJucUhJVUF3ME5mSC9aQkE5UHowMHhldVAyellNSXdkT3hiSUdSRCs1TWtUVkt4WUVVWkdSdElra0NZbUpqQXpNMFBseXBWaGJtNk90TFEwS2VtNWNlT0d4dWM0MTUwN2Q5QzBhZE5YeHV2cjY0c0ZDeFlVdUd6cDBxVUY3anV2YWhaVjhjdW1EZkQ2WlFjODE2ei9STXdXQXExczN4MGFFWEtMbzhmZmNwbVptVGgzN2h4Ky9mVlhBTURUcDAreGVmTm1uRGh4QWtPR0RNR0ZDeGN3YXRRb2pCdzVFaTR1THREWDErZjVsNmljWXRKRDlKcjY5KytQeE1SRUFNQ2NPWFB5TGZmeDhkRjQ3dUxpb2xFSktPOUVqL3I2K3BnMWF4WmNYRnl3YU5FaWhJV0ZJVE16VS9vQ05UWTJ4dXpaczRHY3luQzV4N3R5NVFvaUl5UFJyVnMzQkFRRXdOVFV0TUF5cCszYXRaT3VNaXFWU2lRbUppSXVMaTVmZVZVT3BOVlo4Z2Eyamt0RVlMYXBSUzNoKzJXTDBleGRPMmxoWUdBZzNOemNzSC8vZm8yTjhuNCtSRkhFTDcvOEFpc3JxMWNlTERnNEdIUG16TUd6WjgrZ3I2K1BYcjE2QVFBR0RScUVQWHYySURFeEVmcjYrdkQyOWdZQVdGdGJ3OFBEQXdxRkF0bloyUUNBOVBSMHZQZmVlOUk2QlltTmpjV0lFU1B5dGFlbXBrSVFCSTFKSSt0VnE0ekVwS1RhejlKd3JvR3RvMGQ0eU0wRkFGU3ZmREgwUnRxeVpRdWNuSnlrc1RQLy9QTVAzbi8vZmV6WnN3ZDE2dFRCeElrVHNYUG5UaXhldkJpcHFhbm8wYU1IWEYxZHBlMTUvaVVxUDVqMEVMMm1FeWRPbFBnK08zYnNDQnNiRzh5Yk53OTM3OTZWdWszSTVYTFkyTmdBZVNiTFE4NlhzYnU3Tzl6ZDNhR3ZyNSt2TzBkQjFHbzErdlhyaDRvVksycFVPdXJhdGF2MHhaN3IzTGx6TEtuNmxtdlFwSW1sS0Jyc2dvQTJ2VDdwaXFXTDVzUGt1UXBWdWVNVlNtcGVrQ1pObW1EdjNyM28xYXNYZnYvOWQ0MGZkNE1IRDBibnpwMXg0TUFCbUpxYVN1MS8vdmtuTm03Y2lMaTRPT2pwNmVIVXFWUHc5UFJFM2JwMVgzaWNHalZxRkpnVTVYWnZHek5takVaN2Fsb2E1aTlhS2o5MndudXVsYTFEQjBGUURBa1BEbjVRSWkrYXl0U0hIMzZJS2xXcUlEazVHZmIyOXZqMjIyOVJ2WHAxYWJtaG9TRkdqaHlKTDc3NEFyNit2dExkeDVmaCtaZElOd21GV09lMU9EazVuUklFd2N6UHo2L2tSOGNTRlpPVnJhTlBxeGJOTyt6ZTdxWHRVQXBORkVVa0p5ZWpjdVhLQlM1WHE5WEl5c3FDZ1lFQjVISjVtY2RYRklOSGZJMnJ2amN1UklUYzdLanRXTXFEK2piMi9lV0N6TXZZMktqeWtnVnowYS8zZjEzWnZMeThVS0ZDQlduY2pMKy9QK2JQbi8vU1JIN0FnQUdJaVluSk4rTjhYZzBhTk1BdnYvd0NBRGg3OWl5dVhMa0NXMXRiNk92cm8yL2Z2a2hOVFVWMGREUm16SmlCblR0M2FteHJiR3dNUFQwOWpCa3pCdTNidDhlUUlVT1FrcElDbGFyZ216RXltVXdqYWNyclJVbFByZ09IajJHaDIzSmtaR1FtcVVUMTF3OURBdys4OEVWUmllSDVWN3Q0L3FVM2thT2o0eWlaVExaSnBWTFZEUWdJaUN5TlkvQk9EOUZiUWhDRUYzN2hJdWZIbjdHeGNabkdSRysydW5Yckdzc3JWbGtuazhtK3RtdGlnM1dlN21qWTRQL2QwcDQrZllxc3JDeU5iWlJLcGNhRXVzanBkcGEzZ3RTdnYvNktEUnMyd05uWkdZTUdEZEpZTjdkN1dxNGpSNDdnODg4L3grM2J0NlY5ekpneEErSGg0UkFFSWQ4a2tQUG16VVB0MnJYaDcrK1BkOTU1QjFGUlVWaTVjaVVpSS8vN0Ruenk1QW1NalkxUnFWSWxBRUMxYXRYd3d3OC9JREl5RXQ5Ly83M0d2c0xEd3lHVHlmSzlub1VMRjZKS2xTcm8zNmNubkIzdE1YbkduTXAzZ2tQM1c5cmFieFl5a3lkSFJFUmtGdkd0SmgzSDh5L1IyNDlKRHhGSnRGRmFXTmVJdWJNV3ZvS1FkekJCS2FocjI2eVpuaURmSXdCMlh3d2JqRG5UcHhhcTlHMVNVcExHaExvQTRPN3VMblVaeXAwSXNrK2ZQbGl5WkFuNjllc25kVnVMalkzRnlaTW5zWDM3ZGdCQVNrb0tybDY5aW1yVnFpRXNMQXd5bVF3UkVSRndjM1BEd29VTE1XTEVDTFJzMlRKZkRIdjI3TUU3Nzd5RDZPaG9qQnMzRGovOTlCTnExYW9GQUZpMmJCbWNuSnpRdlh0M2pXMHNMQ3d3YWRJa2piYTR1RGhVcTFZdDMvN3ozaGxxMk1BS2gzYnZnTHZuR3Z5eWMvY28wYmh5bTdxMnpRWS9EZ2tLZXVXYlJXOHRwVkxKOHh4Uk9mUGkvZ2xFVk9KaVkyT2x3ZHlGRlJRVWhKczNiK1pyUDMzNk5EWnMyRkNvZlNRbEplR2pqejdDMnJWclg3cGVXRmdZK3ZUcGs2L2QxOWNYRXlkT0xFTFVwRTFXTnZiajlDRHpyV0ptWnJkbDR6b3NjSjFWNkxrK3FsYXRpcTFidDJvODhvNlJTRWxKZ1ltSkNWcTNibzE2OWVwaDY5YXRRRTdDdkd6Wk12VHMyVk1xY2xDeFlrV2NQbjBhRXlkT1JJc1dMZENtVFJ1TUh6OGU1dWJtQ0F3TXhOS2xTOUdyVnkvcDRlbnBpY3pNVE96YXRRc2ZmdmdoWEZ4Y01IdjJiRlNzV0JGVHBrelJ1Q3UxYWRNbVhMNThXWHB1YUdnSWEydHI2Vkc5ZW5Vc1dMQUFabVptR3UzVzF0YjVmdXdhR0JoZ3dkeFoyTEp4SGFxWW1UZlZnOHpYeXNaaDdHdi9ROUFiNmU3ZHUvajAwMCtSbHBaV3JPMjNidDJLeDQ4ZnYzSzlUcDA2SVNZbXBsakhJS0tTeDhzY1JLVW9PRGdZYm01dTB0aUp2SzVmdjQ0SkV5WklBMnZ6WHBXT2k0dkR0V3ZYb0tlbmg1U1VGQ3hhdEFpN2QrOUcxYXBWcGUxZFhGemc1ZVdGa1NOSFNnUFFYMlR0MnJXd3NMREEvdjM3TVdEQUFOU3VYYnZBOVY2M3REQnBWLzM2emN4bHhyS3Rna3pvM2FabEM2ejBXSW9hMWZQZjZTaXV1TGc0R0JnWW9HSk9BWVJGaXhaaDZOQ2hxRk9uRHU3Y3VZTm56NTVwM0NXU3lXU3dzTEFBY29vanBLYW1JaVFrQkxWcjE5WklXQklTRWpCczJEQzBiTmtTNTgrZngvdnZ2eThkbzAyYk5qaHo1Z3lVU3FYRzU3eEdqUnJZdEdrVDNuLy9mUUJBUkVRRWpoNDlpdjc5KytQaXhZc1lQSGd3K3ZmdmozWHIxbUhKa2lVQWdIdjM3bUh6NXMzNXVzSGw2dGkrSFU0ZTJZdHBzK1laWGZXOXZ0SEt4cUdMT2tQOTFjT0hRYzlLN0Uya01sUFErVGNyS3d0ejU4NUZZbUlpK3ZYcnA3RytsWlVWZnZycEo0MjJoSVFFeE1YRmFiVGR1M2NQL3Y3KytTNEVtWnFhU25ja2xVb2xrcEtTTk03Wkw1S1ltSWhQUHZtazBLOHJid2w1SWlvOEpqMUVwVVNwVkdMdTNMbVlQMzgrS2xTb0FJVkNnY3pNVElpaWlQVDBkS2pWYWpSdDJsUzZVdDZxVlN1cEFsWGUyY1BidEdtRHRtM2JZc1dLRlRBME5OU1lNVndVUlkwN1J4WVdGdmtHaHYvKysrODRlL1lzOXUzYmgxMjdkbUgrL1BuNDZhZWZOSzc4RjZlMDhNcVZLMHZ0dlhzQlBTY25KM04vZi8rNFFxeGI3dFJyYk45T0xoZCtrOHYxNmsyYk5BNWp2Lzd5cGNVR2lzUGYzeDkyZHY4dmNWMjdkbTBzVzdZTWt5Wk5RcVZLbFhEZ3dBR056OVh0MjdleGNlTkdQSHIwQ05IUjBUQTNOOGZEaHc4eGVQQmdyRml4QXBNblQwYWpSbzB3Wjg0YzlPM2JGKzNhdFVOc2JLekcvd1VBMkwxN3R6US9TcTV1M2JwaC9mcjF1SGJ0R2xxMmJJbXpaODhpTlRVVlQ1NDh3ZG16WnpGNDhHQ01HREVDdlh2M1JrUkVCT3JXclN0MW1mUDI5a2JYcmwwTGZJMDFxbGZIenEwL1krUG1iVml6Zm1OdmxVelp2RjVqKzZHUDdnWmVLdEUzVTBmWTJkbVo0TDhMSTZuYWppVWhPdHYxQUFBZ0FFbEVRVlN2NTgrL3VXMkxGaTJDazVNVERoejRmODJLUjQ4ZVljeVlNUVhlNVQ1NjlDaU9IVHVHQmcwYUlEczdHNElnUUU5UEQvcjYrdmo1NTUrUmxaVUZmWDE5eUdReU9EazVZZGl3WVVCT3NxUldxOUdoUTRkWHhucng0c1VDSnl3dFRBbDVJaW84SmoxRXBjVGIyeHZWcWxWRDgrYk5BUUNiTjIrR2o0OFBZbU5qOGRWWFg2RmR1M2FGM3RlMGFkT1FsSlNFZXZYcUZiajg4T0hEc0xLeWdwT1RrMGE3cjY4dnZ2dnVPMmxXOFFrVEptRHMyTEZZc0dBQmxpNWRLblh6S1U1cDRiSmdaV1ZsWkdabTFrVVFoRDRBUGdYd0hZQXl6N1plaDcrL1B4WXZYZ3d2THkvcHJrY0prMW5aT2l3RWhIbDFhdGVTcjFueEhabzdPYjUwZzZ5c0xLaFVLaWlWU2lpVlNta0MzZHp1WTg5UHFDc0lBb3lOalhIczJERXBXY2pLeXNMQmd3ZXhhZE1tZE8vZUhURXhNZmp5eXk4eGN1UklmUFRSUjZoVXFSS3FWcTJLSGoxNm9HSERoamgzN2h4TVRFd3dmUGh3QUVCVVZCVEdqaDJMUm8wYXdkemNYRXBxYXRTb29YSHNxMWV2SWlVbFJicWprOHZBd0FBREJnekFqaDA3MExKbFMvenh4eC81cnJ3YkdSbGg1ODZkc0xDd3dOcTFhMUdyVmkzTW5qMGIwNlpOdy92dnZ3OFRFNU9DMzFDWkRCUEdqRVNyRnMweGRlYmNlbzhqbzMwYTJEZ3NEZzhOV0FaQVhhaC9sWExDd01EQVhpYVRuWE55Y2pvRDRKQlNxVHdlRktUOU8yUFBuMyt6c3JJd2UvWnNYTHAwQ1M0dUxocWZsYnQzN3dJQWpoOC9qdVBIandNNUJUVnk3OXAwNnRRSkV5Wk13THAxNjJCaFlTRlZPd1NBVWFOR1llellzV2pXckpuRzhlUGo0MkZsWllXREJ3OFdLdDZDeXNTWGRBbDVvdktPU1E5UktUbDkralM2ZE9raVBaOHdZUUw2OSsrUDBhTkhZOCtlUGJoKy9UcHUzTGp4MG4xa1oyZEwvYzdyMUtrREFGaXhZZ1g2OU9rRGEydHJhWjBOR3piQTNkMWRZMXNmSHgvTW5Uc1gzM3p6RFRwMi9LOHlxWkdSRWRhc1dZTlJvMFpoNHNTSjhQRHdrQ29TWGJwMENXM2F0TUdoUTRmeWxSWTJOamFHSUFoSVNVbVI5cDliV3Jpa05XellzTEtwcWVrbk9ZbE9WMEVRcEYrbWhTMFM4Q1lJRGc3RzZ0V3JFUjRlam9TRWhGSTVSaDFyKzdyNmV0Z3BDRUw3YnAwN1libmJBcGptVkRWN21hVkxsK0w4K2ZQUzgzMzc5bWtzLy9qamp6V2U2K25wNGZ2dnY4ZS8vLzRMR3hzYkxGcTBDT2ZQbjBmOSt2V3hjdVZLNllmbDZkT25zVzNiTml4YnRnd09EZzc0NFljZnBDVHA0c1dMR3Z2czFhc1gzbjMzWGN5ZVBSc3FsUXF4c2JHb1diTm12bGlUazVNeGZ2eDRLSlZLeU9WeVJFWkdva1dMRmdDQWdRTUhJaVltQnVucDZiQzB0RVNyVnExdzkrNWRKQ1ltUXFWU1FTNlh3OExDQWdxRkFsZXZYc1drU1pQdzdydnY0dnZ2djM5aHdwTlhjeWRIbkRpOEY2N2ZMcEdmT25OdWlaV3QvVWZaU253ZUdSYjQ2Z0VkNVl1eElBaTlBUFRTMTlmUGRuWjJQcCtUQUIwSkRBeDhvbzJBbmovL2hvZUh3OHpNRFBYcjEwZmZ2bjJsZVovV3JWdUhvVU9Id3NYRlJWclgxZFZWWTd4UGFHZ29CZ3dZZ0lTRUJNamxjbzNKYnFPaW9qQnYzandZR2hxaVQ1OCtVa0wwb2lJYUwvTjhDWGtpS2xsTWVvaEt5YzJiTnpGdDJyUjg3V3ExR241K2Zuank1QW51MzcrUEtWT21BRGxkTDNML25wR1JBZVJjNWZiMDlFUk1UQXdPSERpQWV2WHFvVldyVnBnd1lRS1dMbDBLRnhjWDdObXpCL1hxMVpOK2VDcVZTdno0NDQvWXZYczNGaTVjaUc3ZHVnRUFKazJhaE1HREI2Tk5temJZdW5VclpzNmNpWDc5K21IY3VISG8yN2R2c1VvTE4yblNwRVRlSzN0Nysrb3ltYXhYVHFMemtTQUlCcm41VGU2Zk9jWE9TbjF1c1pLU2tKQ0FEei84RUMxYnRrVC8vdjFMZlA4TmJPeDdpakpobTdHUlVaV0ZjMmZocy81OUM3MnRtNXNiM056Y2luUzg1T1JrTEZ1MkRIWHExSUc1dVRrMmJkb0VXMXRialhXNmRPbUNMbDI2NE83ZHU0aU5qWDFsQ2Q5MzNua0hPM2Z1aEllSEI4NmNPU1BkQmNxcmMrZk9BSUJ4NDhiaHhvMGJxRldybGpRN3ZabVpHUllzV0FEa2xNcEdUdGRMYzNOemRPalFRYnBqbVpXVkJTY25KeWxaZXY2TzZNdVlWcXFFSDllc3dKNzloN0Q0dSsvYkl5c3pvSUdOL1pmaG9ZSEhDcjJUY2lEUDlRaDlBRjBFUWVpaXA2ZTN3Y25KNlRLQVE5bloyWWR2M2JyMXFLemllZjc4YTJ0cmkwV0xGbUhBZ0FGbzJMQ2hkTkdvVXFWS3FGT25qa2EzemVlTGZ0alkyR0RkdW5VdnZOTXplZkxrZkhkNjB0TFM0Ty92anc4Ly9QQ2xjUjQ3ZGt4S3dJdGJRcDZJQ29kSkQxRXB5TWpJUUhwNnVzYVZ2dURnWU96YnR3OVJVVkdZT1hNbXhvMGJoMXExYW1IOCtQRUFJUDJKbklJQ0FOQ3VYVHUwYTljT0F3WU1rSmExYTljTzd1N3VtREZqQnI3NjZpdHMyYklGWGw3L24rVHY3Tm16T0gvK1BMWnMyYUpSZkNEM2lqaHl2dWgvL1BGSDdOeTVFeGN2WGtUbnpwMkxWVnI0ZFFpQXZxT2o0M2hCRUQ0SDBGSVFCRm5lUkNkdlJlYzhpYzhRWjJkbkoxRVVoZi92UnVQUHZLV2c4eVpJUXM1K0NseFdRRUwxdXV1amJkdTJRTTZWNElJNE96dWZ6cnQrM3RmeXF2MW5aS3Rqc2xUQ0lOdkcxdmhoNWZld2ZxZEJnY2NvU2FhbXBsS3lrWnVjdjBqanhvM1J1SEZqamJhdnYvNjZ3SFdOakl5d2NPSENmTzNQWCszZXVIRmp2czlGUVF3TURMQmx5NWFYcmxNY2d3YjBoYk9qQTZiTW5GTWw5RzdZMFVaMjl1dE1ET1gyK084ZkxQY1hmOTQ3a2JrM0pqWGF5bmo5dk11THZEN3kzMTNORjRjb2lsS2Z6ZHgvRzFFVWMvL1B5Z0cwRndTaHZiNisvaHBuWjJkL3RWcTlOekZUTE5VSmJRbzYvK1kxYnR3NGFRTFI1T1JrWEw5K1hhTUFSOTQ3czZJb2FveU4yNzU5TzQ0ZCszKysrK2hSd1hsYzU4NmRYenFlSnowOUhWMjZkSG5saFlGWGxaQW5vc0pqMGtOVUNuSm5qODg3TS9lUFAvNkk2T2hvVks5ZUhZY1BIOGF0VzdkZ2JHd01HeHViZk50djI3YnRwVjNIbkp5Y3NIanhZa3laTWdXZE9uV1NybG9DUU5ldVhkRytmZnRYOWdPWHkrVVlNV0lFaGc4ZkRsRVVjZnIwYVFEQXJsMjdZR0JnZ1A3OSs4UE16RXdxTFp6M2k3OWR1M2FZTVdOR0VkK1ZBbVVEVUFJUVh0WnpMYytQcWZvQVRKLy84ZldLSDNrbzdQckl2Mkd4MWk4TVVSUXJGZllIN292MnI2K25YNVJEdnZWS2VXcWpRaHcvOXowSEFGSElrNHpLa0gvdUpVRVFCQlNVMk9hMmxjVDZlWlBqM1BYeTdpUHZSWURDclAvOGVubVArWUtMQUs5TVlIS1NWUUdBbVNBSWhxWDltUzNvL0p0TG9WQmc2OWF0MHZqSW1UTm5va3VYTHVqVXFaTzBUdDZMVEdscGFUQTFOY1d6WjgvUXBrMGJkT2pRUWFQNjVlM2J0MUdwVWlXcE8yVXVQVDI5bDU3RFUxSlNZR3hzWEdDTWVlV1drQ2VpMThla2g2Z1VtSmlZUUU5UER3a0pDVkx5c1hUcFVtUmxaV0gwNk5Fd01qSjY2ZmFOR2pWQ2FtcnFDOGNkUEhyMENKNmVudWpjdVROOGZYMnhZY01HNlU2UklBaEZHdmdxQ0FJRVFTaHlhZUhYSlFMWk4yL2UzQXhnczZPam81bE1KdXNCb0IrQUxnQ01uMCtDY241N3VmdjcrNy9waFF3SzlZdk8zOSsvemVzY3BJR04vZTZnTzNlMjlSd3dwTWpkMjBxYVdxMHU4VXB4YjVxYzdtM0l6TXBNRU5UaWwvZENnOWk5RFlDam8yTWJBSDlCczRzYmNoSTRVUkFFWDVWS2RSakE0WUNBZ0xzQVlHWHIrUEkrWDYrcG9QTnZydlQwZE1UR3hrcmR5TkxTMGhBYkc0dXdzREJwSFlWQ0lmMzkyYk5ucUZPbkRwWXZYNDdMbHkralFZTUdHdnQ4OXV3WklpSWljT0xFQ2RTb1VRT0xGeS9HbjMvKytkTDRuSjJkTVg3OGVGUXF4UGc3SWlvNVRIcUlTa25UcGsxeDY5WXRhY0NzbVprWlltTmpDN1Z0Wm1ZbXVuVHBndlBuejJ2TVRhSlNxWERvMENGczNMZ1Jnd1lOd3VqUm8zSC8vbjJNSFRzV2lZbUptRE5uVHJGK2ZCYW50SEJKdW5uelppS0FuUUIyMnRuWm1SZ1lHSFFUQktHUElBZzlBRlFxNEk1TnVSY2VHbmlzanJXOUE4U01uYTRMM05wZnZQeDNvUXNaRkZkYVdocjY5dTJMMzM3N1RVcVN6NTA3aDRNSEQyTDkrdld2dkdwZFdOMjZkY1Btelp1eGRldFcxS2xUQnlOR2pDaVZvaG1Ga1p5U0F0ZHZsK0RVbVhNUVJmV2ZMR1R3WWprWEpwUUFMZ0k0ckZLcGpnUUdhdWU5ZXY3OGk1eUVKeVVsQmIvODhvdlVkdS9lUFR4NzlneC8vLzIzMVBiMDZWUHA3Ly8rK3k4Ky9mUlQ5TzNiRno0K1B2RHk4c0xDaFF0UnQyNWRYTDkrSFV1V0xJR0hoNGRVZFhET25EbVlPWFBtUzJPVHkrVzRjK2VPVkVTR2lNb0dreDZpVXRLeFkwZWNQMy8raGZPQnZFeE1UQXhNVEV4Z2FHaUkxTlJVSkNjblE2RlFZT2JNbVhqMDZCR1dMMTh1M1cxcDJMQWhObS9lakxGang2SmJ0MjVGR3FTZHF6aWxoVXRMem53Zit3SHN0N2EyTmpRMU5lMHNpbUlmUVJCNnZrMkZETXBDem8vdkQ2MXNIUmFlUEgxdVh1Q3QyNFVxV1YxY0Z5NWNRTTJhTlRWS2I3Ly8vdnZZc0dFRGpoNDlpcjU5Qzc3YlZOU3kzY2JHeGxBcWxaZytmVHJjM2QyeGE5Y3U2Zk40NU1nUmVIbDU0ZW5UcDdDeXNzTEVpUk9sOFZNbDdZYi9UVXlkT1JlUEk2TlZnaUF1amdnSlpNbnFnbVVDT0t0U3FRNW5aV1VkQ3drSmVWcUliVXBWUWVmZjI3ZHZvM0hqeGxpL2ZyM1U5ckx1YlltSmlWTEZ3dHg5R2hzYlk4U0lFV2pVcUJIaTQrT3hhdFVxamU3RnI1b29PbGQ4Zkx3ME1YVnhTOGdUVWRFdzZTRXFKZjM2OWNPT0hUc1FFUkVCS3lzcklHZlFiTzZkR0dOalkwUkZSU0V6TXpOZmQ3ZHo1ODZoV2JObXlNakl3T1RKazFHL2ZuMjR1YmxoM0xoeGFONjhlYjZyM3BhV2xqaHc0SUEwaTMxUjFheFo4N1ZMQzVlR3NMQ3dMQURIY3g1NnpaczNOeXVUQTc5ZDFCRWhBUXZyTmJZL0Z4a1Y5ZHVnNFYrWDJ1U2szdDdlNk5teko5emMzQkFaR1NtMTYrdnI0OHlaTXpoejVnd0F3TnpjSE11WEwzOXAyZTV0MjdiaHlwVXJCUjRuTmpZVzMzNzdyZlQvSWpvNkd1bnA2Umd3WUFCOGZIeXdldlZxMUtwVkM3Ly8vanRtekppQlE0Y09TWE9xbEFTMVdwMDdPU2xVS3VVamxWcms1S1F2a0pHUkVTU1h5NnU5YVpPVEZuVCtQWHIwYUw3NW5uSXBsVXJJWkRJa0p5Y2pMaTRPaG9hRzJMMTd0N1QrOWV2WDRlZm5oOU9uVDZOZXZYcXd0YlhGSDMvOGdhVkxsNkpWcTFabzJMQWhiR3hzWUdscFdlQytvNktpVUtWS0ZWU3NXQkdwcWFrNGV2UW9IQndjZ0dLV2tIOVZGem9peW85SkQxRXBxVkNoQWhZc1dJQkZpeGJCeThzTEsxZXV4S0ZEaC9EWlo1OEJPV1ZRNjlldmp3OC8vRkJqTWxDVlNvV2FOV3RpK2ZMbENBZ0lRSTBhTmZEZGQ5L2g5OTkveCtyVnEvSHMyVFBJNVhKcFZuRGtYQkhNenM0R2NpWXFMZW5KN0FwVFdyZ01LRy9jdUJHdmpRTy9EUjdkRGJ4VXYzNHpCOUZZdWRWenpmcmVWLzcyeFVxUHBhaFJ2V2h6aGJ4SVpHUWtybDI3aHRtelo4UFIwVEZmYWQxY29paEs1WFJmVnJhN1c3ZHVhTk9tNEdGTlM1WXN3WkFoUTlDd1lVT3ByVktsU3FoY3VUSldyMTR0SlhPREJnM0NyNy8raXFDZ29CSkxlbUtmUE1FM3MrZmo3MnYvUUZTTFI5UVo2cThlUGRUK1pKdHZxdERRMEpSQ3JGYm1uai8vcHFTazRLKy8vc0xVcVZNMTFqTTJOb2Erdmo0T0hUb0VEdzhQQ0lJQUZ4Y1gxS2xUQndxRkFtUEhqc1hpeFl2eDdOa3p2UGZlZTNCM2QwZWpSbzJBbkNxRy92Nys4UGYzaDdlM3R6UmZWRUVHRHg2TXpNeE1JT2R1a0lPRGcxU2hzRGdsNUlub0RlVGs1SFRLMmRuNTcwS3NTbFJtckd3ZGZRWU5IeW1XaGJpNE9ERTdPMXRVcVZTaVNxVXE4dlpaV1ZuNTJ0UnF0YWhRS01TTWpBd3hMUzFOZW1Sa1pKUlExS1ZyMFBDUm9wV3RvNCsyUHdlbG9iRHZRV25HWUdWalA4N0sxaUhEdVhVSDhmeUZpeVh5YiticTZpbzZPenVMa1pHUm9scXRGa2VQSGkwbUppWnFyQk1XRmlaMjc5NWRWQ2dVR3UyUmtaR2lzN096R0JjWHA5RWVGeGNuUG56NFVIcEVSMGVMb2lpS2t5ZFBGcTlmdnk2S09aLzFGOG5JeUJEYnRtMHJYcjE2dFVSZTQva0xGMFhuMWgxRUsxdUhEQ3NiKzNHRmVLdXBHTFJ4L2hWRlVZeVBqMy9wdXNVOVJ4ZUZVcWtzMWYwWGhpNmZmK250NWVqb09NcloyVmwwY0hDb1Uxckg0SjBlb2xKV21ERU1MMVBRSkhTQ0lFQmZYMS9qRGhGUnJvalF3STExYlp0ZFRraE0zRE55M0dTN0w0WU54cHpwVTRzOW9XRndjREQrK3VzdjZiT2NPNmJBeDhjSHZYdjNsdGE3ZHUwYTZ0V3JWK2pQNWFKRmk2VFN2U3FWQ2srZlBzV2hRNGRnYm02T3hNUkVJS2RMMHUzYnR6RnYzanlOYlVWUnhNcVZLMUdqUmcxcFl0N2lVaWdVY1BkY2cxOTI3b1lJOFk0UzZrR1BRNE9DWG11bjlFYkllLzZ0V3JYcVM5Y3Rpd3FFSlZYc2c0aUtUcmRyakJJUmxWT1BRNEtDbENueDc2blZhcTlmZnQyTnZvT0g0MzU0UkxIMkZSZ1lpTEZqeDhMVTFGUnE2OVNwa3pTR0o5ZmZmLy85eWhub256ZDM3bHo4OU5OUFdMVnFsZFJXczJaTnFkTGgvdjM3OGNFSEgyaHNrNVNVaEtsVHA4TFgxeGRyMXF4NXJjcHU5OE1qMEhmd2NQeXljemZVYXJVWE1wS2FQdzVod2tORXBHdVk5QkNWRWFWU3FlMFFxSng1L1BoeHhvUFF3RkVxdFhyQW5UdWhTWi8yRzR5RFI0NFhlVCtmZlBJSkJnNGNxTkgyd1FjZndOL2ZIeWtwL3czcHlNcktncCtmWDVHVG5zZVBIeU1zTEF6aDRlRlNtNVdWRmU3ZnZ3OGZIeCtvVkNxTkV1bmg0ZUVZTW1RSWpJMk5zWFBuVG1tU3llSTRjUGdZUHUwM0dIZnVoQ2FwMU9vQkQwSURSMFZFUkdRV2U0ZjB4c2dkNDFqVzFHcjFTNThUa2ZZdzZTRXFwTC8rK2d2SGo3LzhCNk9MaTB1KzhxTElLVG5hdjM5L0JCWGpBcklvaXRpM2J4OWlZbUpldXQ2UkkwYzBKdGpyMjdjdnJsKy9YdVRqMGVzUkNxa3NZM29ZR25nQVFwWkRla2JHbFpsekYyRHFURmVrcHFVVmVuc1RFNU44M1hKTVRVMWhhMnNyVFY3cjYrc0xHeHViSW5mbjNMbHpKOWFzV1lNTkd6WkliWFoyZHJoKy9UcFdyVnFGMmJOblMrMXBhV2tZUDM0OGV2ZnVEWGQzOTJKUDdwaWFsb2FwTTEweGE5NUNwR2RrWElHUTVmQXdOUEJBc1haR2J5UlhWMWY4L3Z2ditkcEhqaHhaclBOd1FhNWR1Nll4SjgrT0hUdncwMDgvU2M5RFEwTXhldlJvbFBJUVBpSXFKQ1k5UklWa2FXbUoxYXRYNDlHalIwWGVkc1dLRlhqMDZCRm16cHlKcmwyN2FqeVNrNU0xMXMyZFFDLzNrWnFhaXBzM2IwcmpIL0krOGxiUU1qSXl3dmp4NHhFUjhWOFhKcVZTV2FodVA5SFIwWmc0Y1NKT256NnQwWDcwNkZHNHVyb1crYlhTbXlrOE9QaEJSRWpBQnhEeDNkSGZ2VlU5K2c1Q1FPQ3QxOXBudTNidGNPL2VQUURBbjMvK2lZOCsrcWhJMjcvLy92dHdkM2ZIK3ZYcnNYNzllc3lkT3hjQVVMOStmYVNrcEtCTm16WndjbkpDWEZ3Y05tM2FoUFBuejBPdFZtUEFnQUZJVEV5VUhtbEZTT0FDQW0raFI5OUJPUHE3dHdvaXZvc0lDZmdnUERqNFFSRmZPcjNCUkZHRXY3OC8zbnZ2UFkxMnRWcXRNZTlPU2Z2NDQ0K3hlL2R1S2FuNitlZWYwYUpGaTl4Slc1R1JrWUhQUC84Y3djSEJwWEo4SW5vNUZqSWdLcVM2ZGV0aTZOQ2g4UER3Z0llSEI1S1NrZ3BjTHlZbUJrWkdSckN3c0lDQmdRRjI3OTZOdTNmdjR2TGx5OUtFY3BtWm1aZzRjU0lhTjI2YzcycjE2TkdqRVIwZFhlQmc4TnhKODNMMzBiZHZYMHllUEJrQTBMVnJWOFRHeG1MMzd0MXdkWFZGYW1ycVMrZnRTVTVPaG9lSEI2NWN1UUtGUW9GUFAvMVVZM212WHIzZzdlMk40OGVQNTF0R2J5MVZlTWpOZVpZMkR1Y2VQSHk4YzhEblg5YWVNWFVpdnY1aU9HU3lvdDk4eXAyb1ZxbFV3c2ZIQnlOSGppelM5bDI3ZGtWNGVEZ3VYNzZNc0xBdzNMdDNEKzNhdFVOaVlpSXlNakx3NU1rVEFNQy8vLzRMUHo4L05HL2VIUEh4OGZtU3EvYnQyMnVNQ1NxSVdpM0M2NWNkOEZ5ekh0blp5aWhBT1RRODVOYUZJcjlvZXFNdFdMQUFmbjUrU0VwS3dwZ3hZd0FBYmRxMHdlUEhqeEVSRVNITjk1UnIvdno1Y0hGeGVlM2pLaFFLbUppWVlNcVVLYWhVcVJKOGZYMXg3OTQ5eko4L0g2bXBxVEF4TVlHeHNURm16SmdCVjFkWEhEaHc0TFhHb2hGUjBmRi9IRkVSREJzMkRHM2J0c1ZmZi8yRkhUdDI1RnV1VnFzeGYvNTh5R1F5TEZpd0FCY3ZYc1RHalJ0aGEydXIwUTBpSmlZR2p4NDlncEdSRVNaTm1nUUFHRGh3b0RSZ2U4MmFOV2pXck5sTFl6bDU4cVRVblMwME5CU0ppWW13dGJWRjQ4YU5jZTNhTlNRbkp5TXNMQ3pmcEpDMWE5ZEd2WHIxa0o2ZWpwbzFhMkx2M3IzNDhzc3ZDenpHbURGanNHREJBbnp5eVNkbFV0bUl5c2FEMEFDZk9yYTI5a0syNFhaM3p6V2ZYUHJyS3Rhc1dJYXFWYXE4Y3R1RWhBUU1IanhZbzAwVVJhU2xwV0hRb0VGUzI0RURCMUN0Mm45ekJOV3VYUnMzYnR6UTJHYkdqQm00ZlBreTNubm5IVFJ1M0JqVzF0Wm8xNjRkVHA0OGlhQ2dJT3pac3dmanhvMkRoNGNIUkZGRWt5Wk5NR3JVS0l3YU5hcklyemN1L2ltbXo1bVB5MWV1QXFKNElodFpJeUpEUXA0V2VVZjB4bHV5WkFsKy92bG5HQmtaWWNTSUVSckw5dS9majRjUEgyTDY5T212ZFl5WW1CaU1HVE1HNmVucFNFOVBSNjlldmZESko1L2c3Tm16QUlDdFc3Y2lMUzBOMWF0WHg1Z3hZMkJxYW9vdFc3WUEvNVhsUmExYXRYRHExQ2xlVENJcVkweDZpQXBCclZaTE05RFhyVnNYdHJhMmFOV3FsVVkxSytTTTZmSHk4a0tGQ2hXUW1wcUtrSkFRZE9qUUFmWHIxNWRtMVQ1NzlpeE1URXl3Wk1rU2Fic2RPM1lnT2pvYUNvVUNBd1lNZ0tHaG9WUzk2a1ZxMWFvRmMzTnpBTUM1YytjMHVreWtwYVZCTHBmanhJa1RHdHVFaDRlamE5ZXVtRFJwRW1yV3JDa2xYQy9pNk9nSWhVS0I0T0JnTkczYXRORHZGNzM1Y243MDk2aHZZei81cnl0L2Y5K3Qxd0REbGU1TDBhNXQ2NWR1VjZWS2xSS1pEWDcrL1Brd01USFJ1TnI5eHg5L0lDSWlBcHMzYjBiMTZ0V3hidDA2TEZpd0FJOGZQNGFYbDFleGpuUHByNzh4YmRZOEpDUWtaS2xFY2RiRDBNQjFyeDA4dmRIT25UdUhkZXZXNGJQUFBzUGV2WHVSbloyTnpNeE0rUHY3dzhYRlJTcStnWndTMGtXZHpMbG16Wm80ZXZRb1BEMDlFUnNiaXhVclZnQTVkK2x6ai8vSEgzOWcrZkxsQlc3LzhjY2Y0K3paczB4NmlNb1lreDZpUXNqTXpNVENoUXNSR1JtSnNXUEhvaytmUHZqKysrL1JvRUdERjNicE1URXhnYWVuSnp3OFBGQ3paazNZMmRrQkFJS0NncENabVNrOUJ5QWxMeUVoSWRpK2ZYdStmYVdscFNFMU5SVTFhdFRRYUgvbm5YZlF1blZyVEpnd1FhUDk1TW1UT0hqd0lOYXZYNi9SN3U3dVh1UzVXaHdkSFJFUUVNQ2tSMGM5REExY1oybnRjQ2srL3VudUwwWlBzUG42aTJHWU1YVmlnZDByOSsvZlgyTEhOVE16eTlmMjBVY2ZvWDM3OWxJaTlNNDc3K0MzMzM0cjF2NnpzN1BodVdZOXZINzVGYUphSGFwV1l2RERzRUQvMXc2YzNtaUJnWUdvV0xFaWF0V3FKUlYvOGZIeHdZNGRPeEFjSEl5SER4L2k0TUdEMHZwTm1qUkJseTVkb0ZLcENuMk1LbFdxd05yYUdtZlBua1c5ZXZYZzUrZUhaczJhNGY3OSt3Q0FxS2dvcEtTa0lEUTBGTWc1djFldlhsM2Ezc25KQ1d2WHJpM0JWMDFFaGNHa2g2Z1FLbFNvZ0sxYnQ4TER3ME5xbXpWckZqNy8vSE5ZVzF1amZmdjJMOTErdzRZTjJMWnRHNUF6bURWM0RFU3VsSlFVVEo0OEdmYjI5amgwNkJDeXNySVFIQndNUjBkSEFNRHAwNmR4K1BCaGpjcEFMK1ByNnd0bloyYzhmUGdReHNiR1VqY2poVUpSNUFsTkxTd3NFQjhmWDZSdDZPM3lJQ3pBdjNidDVzNEdwcW9ObTdmdEdISHRueHRZNjdrY2x2V0xYdzY2dUVwaW5NT0RoNDh3WllZckFtL2RoaWlLMnhUSmVoT2pvbTdrTDZ0SU91ZnMyYlBJek16RWtpVkxwRC90N093d2MrWk1yRjI3Rmx1M2JzMjN6ZENoUTVHUmtWSG9ZN1J1M1JwdDJyU0J1Yms1TWpNenNXREJBa3lZTUFIZTN0NEFnS2RQbnlJdUxrNnFTTmkrZlh2MDdkdFgydDdDd2dLcHFhbkl5c3FDb2FGaGlieHVJbm8xSmoxRXhXUnFhb3BseTViQjI5djdwVW1QUXFIQTFLbFQwYWRQSHdEQTNyMTdFUkVSb1ZHS04yOHlCVUFhQUp1MzVLcFNxY3lYZkppWm1lWDdrWmlabVluTGx5L0R3OE1EVjY5ZXhiNTkrK0RsNVFVek16TmtaMmNYK1U2UElBZ3N1Vm9PUkVYZFNFY1V2ckN5dFQ4ZEdIVHI1eDU5QjFWYXRuZytlbjdTVGR1aEZjblIzMDlpL3FKbFNFdExTeEVoam9rSUNkeXQ3WmlvN0l3Wk0wWWF5M1B1M0RtTUh6OGVob2FHT0hMa0NQNzk5MS8wNnRWTFkvMGZmL3l4eUhjVFJWSEU1NTkvamw2OWVzSFB6dy96NXMxRFdGaVlkUGZtVmQzYmNxdTU4YnhLVkxhWTlCQzlobWJObWtrRkI5TFQwNkZXcS9NTitNOHRRWjFiZENBK1BoNUpTVWthYytvOFh3bnU3dDI3K1FvWkJBY0hTMzNHY3kxYnRneE5talRSYUR0eTVBZ3NMQ3pRdkhsek5HL2VIT0hoNFpnd1lRSzJiTm1DdExRMEdCa1pGZWsxUG52MnJOUkt2TktiSnlJa2NIYzk2M2Q5VTlQVGRrMmRPYmZGcGIvK3h1SnZYVkVocC9MZ215bzlJd01MM1piajRKSGpFQ0g2cWxYcXdRL3ZCZDNYZGx4VXRreE1UR0JpWWlJOWo0Mk5SWFIwTklZTkc0Wmh3NFpKN1Z1M2JzWGx5NWRSczJiTkloOGpQRHdjMWFwVlE4T0dEZUhuNTRkR2pScEJxVlJLcGFvZlBueUl4TVJFamZtQTZ0ZXZqOHFWS3dNNTUxUmpZK01pbjR1SjZQVXc2U0VxZ3J6ejR1VHk4dkxDdVhQbmtKS1NBaXNycTN4ZlpJOGVQVUpzYkN4OGZYMkJuSGx4TWpNenNXYk5HbW1kOFBCd09EZzRTTS8vL1BQUGZIT1BOR3ZXN0pYZDJ4SVRFN0Z0MnphcGpEVUF6Snc1RTk3ZTNqQXlNa0o2ZW5xUkIrMEdCUVdoWDc5K1JkcUczbTZQd203OUM2Q3RaUlA3N3c0Y1BqYmQ3MmFnYkozbmNqUzFhMUtJcmN2ZTdUdkJtRHg5RHU1SFBGQ0xncmp5UVhEZ1hBQktiY2RGWlcvMTZ0WHc5L2ZIbzBlUGtKYVdCazlQVHpnNU9lSHAwNmQ0OHVRSnhvMGJoMy8rK1FjSER4N0VqaDA3aXRXZHNtSERocGd6Wnc0ZVBQaHZlcWVNakF5TmFwNXhjWEdJalkzVmFCcytmTGgwSVNzb0tBanZ2dnR1aWJ4ZUlpbzhKajFFaFJRUkVZSFRwMC9qeVpNblVsYzFBT2pSb3djY0hCd2drOGxnYTJ1cnNVMUdSZ2JDdzhOeDl1eFpLZGw0VmZlMmlJZ0krUG41b1U2ZE9qaDI3Qmg2OXV4WnFQaFVLaFZjWFYzUnFGRWpkTy9lWFdxWHlXVFM4OFRFeENMTlluL3YzajFrWkdTOHNudzI2U1RsZytEQVdmVWJOVHNUSGg3eFc5L0JJNnJQbVQ0Rlh3d2JJblhQMFRaUkZQSExyN3Zndm5JdHNyTVZNV3FWYXZqRGU3Zk9hanN1MGg1SFIwZTBhZE1HRFJzMlJQLysvYVd4bFBIeDhaZzNieDZHRFJ1R2hJUUVyRnExQ2xXclZpMzJjV3JXckNrbFBaVXFWWklxdUtFUTNkdk9ueitQRGgwNkZQdllSRlE4bkhpRHFCQkVVY1RpeFlzeFpjb1VxRlFxTEYrK0hNbkp5VURPbDUrTGl3dWFOMitlYnpKUWIyOXZORzNhdE1DN0sycTFHa3FsRWdxRkFnOGVQSUNCZ1FHVVNpV1dMMStPUG4zNndOM2RIVC8rK0NQV3IxOHZWU0Y2ZnZ2Y08wL3A2ZW1ZTTJjT3dzUEQ0ZWJtSnYwb2ZmandJYUtqbzVHVWxJUS8vdmdENGVIaGFOeTRjYjU5blRoeEFsMjZkTW5Ydm5YclZnd2ZQcHlUNkpWakQrOEZuVU9XeWw2aFVKeHhjL2ZFeUxHVGtmRHNtYmJEUXNLelp4ZzVkakxjM0QyaFVDak9aR1RMN0pud1VNZU9IZEd5WlV1cGVFc3VDd3NMYk55NEVSMDZkRUJxYWlwdTM3NnRsZmp1MzgxTENSa0FBQjJvU1VSQlZMK1BvS0FnOU83ZFd5dkhKeXJQK0V1R3FCQ3lzN05SbzBZTkRCZ3dBRDE2OU1EYXRXc3hZTUFBWkdkblF5YVRRVTlQRDNLNUhObloyY2pLeWtKV1ZoYTJidDJLQXdjTzVCdUhvNit2RHlNakk0U0hoMlBnd0lGQXp1U05yVnUzeHVuVHB4RWJHd3RQVDA5VXFsUUoyN2R2eDVZdFcrRHQ3WTJuVDU5cXpCeXVWcXRoWVdHQlU2ZE80WnR2dmtGOGZEeTJiTmtpbGI4R2dCOSsrQUhuejU4SGNvb2VUSjgrUFYvWjZ4Zng4ZkhCa3lkUDRPYm1Wa0x2SXIydHdzTnZ4UUxvYW1sclAvM0NwY3ZmZGUvOW1mN3E3NWVoZGN2WG44bStPSzVjOWNVM3MrZmhTVng4dGxvVVhSK0VCS3dDd0ZIaDlGSXltUXhqeG95QnM3TXoxcTVkaTI3ZHVoWHB6dmZyeXM3T3hzS0ZDL0h0dDk5eVBBK1JMbkp5Y2pybDdPejh0N2JqSU1yTHl0YlJaOUR3a1dKUnFGU3FBdHVWU3FXWW1aa3BwcWVuaTVtWm1XSjJkcmFvVnF0RlVSVEZ1TGk0Vis1VHFWUkt6eFVLaGZqdzRjTkNiWk0zbnBDUUVERWxKZVdGNnlzVWlwZnVzeURQbmowVE16SXlpcnhkWVF3YVBsSzBzblgwS2NRL0ZiMWg2alZ1Nm1MVnhER3NvWjJUK1AycWRXSjJkbmFwZkVZS2twMmRMWDYvYXAzWTBNNUp0R3JpR0ZhdmNWUHRaRjMwV29wei90VUZDb1hpbGQ4SlpZSG5YM29UT1RvNmpuSjJkaFlkSEJ6cWxOWXgyTDJOcUpDZXI4cVdTeTZYdzlEUUVNYkd4akEwTklTZW5wN1V2Y3pDd3VLVis1VEw1ZEp6ZlgxOTFLdjM4cmxSY3JmSkc0K05qWTFHeGFMbjF5L3EzRHpJdVRQRXE1SDB2RWQzYi8rVEppZ2NWV3IxYnhzM2I4V2c0U1B4T0RLcTFJLzdPRElLZzRhUHhNYk5XNkZTcTM5TEV4U09qKzdlL3FmVUQweFVRdlQxOVYvNW5VQkVwWWRKRHhFUkZVbmNuVHVwRDBJQ1BoZEY5UmMzYmdha2ZkTG5NNXc4WFhyRGFVNmVQb3RQK255R0d6Y0QwbFFxOVlnSElRR2Z4OTI1azFwcUJ5UWlJcDNETVQxVWJ0MEpDY1hnRVY5ck80eGl5YzVXQUFEMDlZczIwZWliNGs1SXFMWkRvQklRRVJLNHZZNnR3OS9KcVNtN0owNmI1Znhadno1WU9HOVdpZDBoek1qSXhPTHZQTER2NEJHSUVQMnlSUXlPdkJ0NHQwUjJUbHJGODYvMjhQeEw1UldUSGlxWFJJakhrNU5UY2RYM2hyWkRLUlpUUThFUkFKS3p4SnZhanFYWUJQR1l0a09nMXhjWkVuQVhkbmF0clVTOTcvY2NPRFQ1eHMwQVlaMm5PMnh0R3IzV2ZrTkM3Mkh5OU5tNDkrOTlFWUs0TGtKUXprTHdIVVdKQlU1YXcvUHZHNERuWDZLU3gwSUdSQ1hQeWNuSng4bkppUU5SNlkxaTJiaFp0d2Eyam5FMkRpM0VYM2Z0bFFwNkZJVmFyUlozN05vcjJqaTBFQnZZT3NaWk5tN1dUZHV2aXlndm5uK0pTaDRMR1JBUjBWdmp3ZDJnVTBveHd5RXJLK3Y4QXJmbEdEUHBHeVFtSlJWNis4U2tKSXlaOUEwV3VpMkhRcUU0cHhheTdCL2NEVHBWcWtFVEVWRzV3S1NIaUloS3pLUFEwS2lJa0lDUFJWRTk5OXo1QzhwUCtud0czK3Qrcjl6dTJqODMwTDMzWnpoMy9vSlNGTlZ6dzROdmRuNFFIQnhkSmtFVEVaSE9ZOUpEUkVRbFRSMFJFcmhjTGFvK2lJcU9pUmp5eFNpczI3QUpLcFU2MzRvcWxRcXJmOWlBb1YrT1JuUk1USVJhVkgwUUVSSzRuSk9ORWhGUlNXTFNRMFJFcGVKQlNORGZ5Y28wQjVWU3RYL04rbzBZK3VVb1JNZkVTc3VqWTJJdzlNdlIrR0hqWnFpVXF2M0p5alNIQnlGQkhBTktSRVFsamtrUEVSR1Ztb1N3c09TSTBJQ0JhcFY2MUxWLy9ESzY5eDZJTTMvNDRNd2ZQdWplK3pOY3UrNlhybGFydjQ0SURSaVlFQmFXck8xNGlZaElON0ZrTlJFUmxib0hkd085NmxzNy9KMlVsTHhyN0tSdjdBRUFJZ0toVm4zMjRHNVFpTGJqSXlJaTNjWTdQVVJFVkNZZWhnWGNsaXRUVzBBVVYwRVVWOG1WcVMwaW1QQVFFVkVaNEowZUlpSXFNMkZoWVZrQXBtczdEaUlpS2w5NHA0ZUlpSWlJaUhRYWt4NGlJaUlpSXRKcFRIcUlpSWlJaUVpbk1la2hJaUlpSWlLZHhxU0hpSWlJaUloMEdwTWVJaUlpSWlMU2FVeDZpSWlJaUloSXB6SHBJU0lpSWlJaW5jYWtoNGlJaUlpSWRCcVRIaUlpSWlJaTBtbE1lb2lJaUlpSVNLY3g2U0VpSWlJaUlwM0dwSWVJaUlpSWlIUWFreDRpSWlJaUl0SnBUSHFJaUlpSWlFaW5NZWtoSWlJaUlpS2R4cVNIaUlpSWlJaDBHcE1lSWlJaUlpTFNhVXg2aUlpSWlJaElwekhwSVNJaUlpSWluY2FraDRpSWlJaUlkQnFUSGlJaUlpSWkwbWw2Mmc2QWlJcE9FQVExZ0ErZG5aMUZiY2RDVkZpaUtFSVFCRzJIUVZRU3ptczdBQ0lxR2lZOVJHOGhwVks1Ums5UEwxRGJjUkFWMGJpY3hHZWp0Z01oZWgwcWxlb1BiY2RBUkVYRHBJZm9MUlFZR0hnY3dIRnR4MEZVRkU1T1RsOEFnSitmM3pSdHgwSkVST1VMeC9RUUVSRVJFWkZPWTlKRFJFUkVSRVE2alVrUEVSRVJFUkhwTkNZOVJFUkVSRVNrMDVqMEVCRVJFUkdSVG1QU1EwUkVSRVJFT28xSkR4RVJFUkVSNlRRbVBVUkVSRVJFcE5PWTlCQVJFUkVSa1U1ajBrTkVSRVJFUkRxTlNROFJFUkVSRWVrMEpqMUVSRVJFUktUVG1QUVFFUkVSRVpGT1k5SkRSRVJFUkVRNmpVa1BFUkVSRVJIcE5DWTlSRVJFUkVTazA1ajBFQkVSRVJHUlRtUFNRMFJFUkVSRU9rMVAyd0VRRVpGdWF0S2tpYVdob1dHZjNPZWlLQm9DZ0tPajQ5VGN0cXlzck1QQndjRVB0QlVqRVJHVkQweDZpSWlvVkFRSEI4YzRPenV2TG1EUjZqenJiQ3picUlpSXFEeGk5ellpSWlvdFdhSW9Sb3VpaUJjOG9nQmthVHRJSWlMU2ZVeDZpSWlvMUtoVXFpTzVmeGNFQVlJZzVGMTJWRnR4RVJGUitjS2toNGlJU3MyREJ3L212V2haZW5yNndyS05ob2lJeWlzbVBVUkVWR3FTa3BLZUNZSVFYOENpcDJGaFlYRmFDSW1JaU1vaEpqMUVSRlNxVkNyVktmeFh2UTJpS0FJQTFHcTF0N2JqSWlLaThvTkpEeEVSbGFxc3JLd0ZlY2Z5NVB4OWlUWmpJaUtpOG9WSkR4RVJsYXFRa0pBSUFFbDVtcElEQWdMdWFqRWtJaUlxWjVqMEVCRlJxVk9wVkgvazN1MFJSZEZIMi9FUUVWSDV3cVNIaUloS25TQUlLM1AraEVxbFdxbnRlSWlJcUh4aDBrTkVSS1h1NXMyYlY5UnFkYm9vaWhtQmdZR1h0QjBQRVJHVkwzcmFEb0NJaU1vSFFSQ3VBQkFLc1NvUkVWR0pZdEpEUlBTV2FHRHJPRW9FaG1nN2p1Skt5bEJWQlFBclc4ZTNka3lQQU93S0Q3bTVXZHR4RUJGUjBURHBJU0o2UzRqQUVGTlRrdzUydGpiYURxVmN1aE1TaXVUa1ZBQmcwa05FOUpaaDBrTkU5QmF4czdYQjd1MWUyZzZqWEJvODRtdGM5YjJoN1RDSWlLZ1lXTWlBaUlpSWlJaDBHcE1lSWlJaUlpTFNhVXg2aUlpSWlJaElwekhwSVNJaUlpSWluY2FraDRpSWlJaUlkQnFUSGlJaUlpSWkwbWxNZW9pSWlJaUlTS2N4NlNFaUlpSWlJcDNHcEllSWlJaUlpSFFha3g0aUlpSWlJdEpwVEhxSWlJaUlpRWluTWVraElpSWlJaUtkeHFTSGlJaUlpSWgwR3BNZUlpSWlJaUxTYVV4NmlJaUlpSWhJcHpIcElTSWlJaUlpbmNha2g0aUlpSWlJZEJxVEhpSWlJaUlpMG1sTWVvaUlpSWlJU0tjeDZTRWlvaEtqVkNxUmxKU0VxS2dvQkFjSDQ5S2xTemh5NUFodTNMaFI2SDJFaFlXaGI5KytwUm9uRVJHVkwzcmFEb0NJaU40K1VWRlIrT2FiYjZUblptWm02TjY5TzFhdFdvV0tGU3ZDd01BQVQ1NDhRZXZXcldGdWJnNXpjM01Bd00yYk43RnQyelpwdTFxMWFtSE9uRGxhZVExRVJGUitNT2toSXRLQ2Q5OTl0NGFCZ2NGR0FJY1NFeE9QMzc5L1AwbmJNUlZGOWVyVnNXclZLZ0RBa2lWTFVLZE9IZlRzMlJNOWUvWUVBRVJFUkdEbXpKbnc5UFRVMkM0K1BoNHBLU240OHNzdkVSMGRqZjM3OTJzbC90Sm1aMmRuWW1obzJBTkFmMUVVUTIvZXZEbFAyekVSRVpWblRIcUlpTFJBTHBmckFlZ0RvRS9seXBVVlRrNU81MFZSUENRSXdoRi9mLzg0YmNmM0tucDZlcWhkdXpZMmJkb0VwVklKVjFmWFFtOWJ0V3BWdEd2WERtRmhZZGkvZnorbVRKbUNtemR2U3N2VmFqVXlNakxRdm4xN2ZQamhoMWk0Y0dFcHZZcVNaV05qVThuWTJMaW5UQ2JyQjZBckFHTUFFRVZ4amJaakl5SXE3NWowRUJGcGdVd21FL0hmRDJJQU1BRFFWU2FUZFFXdzBkblorU0tBUXlxVjZuQkFRRUNrdG1OOWtiTm56K0xFaVJQWXZuMDc5UFQrK3pwcDI3WXRMbDY4Q0FCSVRVM0Z5Wk1uQVFDV2xwWm8yclJwZ2Z0WnUzYXR4dk93c0RETW1qVUxodzRkS3ZYWDhMb2FObXhZdVhMbHlqMEI5QmNFb1RQd3YvYnVQVGlyOHNEaitPODV1WkI3MG9CeUwzRk5nRVFJQ2VwcUVTT1hnbGNxcGJPdTYyVzlLOUFGcTlXcFJVYnQyRTQ3SSt1czJGcW11cVVkWFVhMkZnVzB3NVlxQ05SVmxBU0pwaUdFR2pCY3d5Vlh5TzA5ei81QkVzbkdTeEtUUE8vbCs1bkpUTjV6M3Zma2QrYWR5WnRmbnVjNVIzRnQ3NmtreVJqak5COEE0SXdCS1QzVzJsR1RKMDhPalgvVkFjQUFzTmFtdEg5dmpKRzF0cjBBUlVtYWJveVo3bm5lTS9uNStlOVphMThQQkFJdjE3VTRqZHpGNzMvL2V4MDllbFRYWDMrOTR1UGp0V0hEQmdVQ2dmYnpVQ0FRVUhWMXRkUTJIYTVkVFUyTmlvcUtkUERnUVVsU1kyT2oxcTFicHh0dXVNSFJtZlJNVGs3T3NFR0RCbDFyalBtdXRYYVdNU2IyclBldm8raWM5ZmhTUGdNQjRJdFpheS9zNzU4eEVLV253aGh6bGFRbkJ1Qm5BVUJJT250RTRLdy9vRDFqekxlTU1kL3lQRy9SSUd1clhXYjgvMWFzV0tHa3BDUlZWbFpxOGVMRlhmYW5wcWJxcHB0dTZySjkzNzU5ZXZIRkYzWHExQ21wYmFyY1N5KzlwSFBPT1VmVHAwOGZrT3k5WmVUSHg4YkdQbVdNK1k2a0ZKMVZidlRGSXp1WHRuMEJBRDVIMisvT0d0dVBuM1A5WG5xS2lvb1dTRnJRM3o4SEFFTEpwRW1UUmtaRlJWVzJQejc3RDJkOTlnR3czMXI3bXFRL0ZoVVZiY3NZbi9lbXBQRU80bmJoKzc1dXZQRkdyVjY5V3VYbDVjck16T3oyYTNOemMvWFVVMCtwdkx4Y1AvN3hqeFVkSGEwNzc3eFR6ejMzbktaTm05YXZ1Yjh1SysvMHpwMDdiODNNekJ5VWxKUjBsVEhtZThhWTZ5V2xuRDNhY3paanpIOFVGaFkrNENRd0FFQmlUUThBdU5HK3BrZWRwMEZKVXFta05kYmFWNHVLaWo1d0dQRkxlWjZueXk2N1RHdlhydFhldlh1Vm01dmJzYSttcGtaMWRYWHlmYjlqZWx0TVRJd1NFeE8vOEhqWFhIT05kdXpZb2RyYTJnSEovM1dWbDVjM1NWb3JhVzFtWnVhZzVPVGtLNjIxLzJTTW1XT01TVDI3L1BpKzM3VUpBUUFHRktVSEFCendmZDlFUlVWSmtqWEdGRXBhSStuVndzTEN2N25PMWwyMzNIS0w3cnJyTHJXMnRtckJnak1EK3FOR2pkS2RkOTdaOFp6YmJydE5rblRKSlpkb3laSWxVbHZKYTJwcVVrdkxaNHVVWW1OajllU1RUMHFTcXFxQy91SjFuYlFWb0hXUzF1WGs1TVFPR2pUb0trbmZrM1M5cEZUUDg3aWFBUUE0UnVrQkFBZU1NUTIrNy8rZ3VibjUxWktTa3YydTgvVEc2TkdqZGZIRkYrdTk5OTZUNTNtU3BGZGVlZVVyWDdkdDJ6WmRkOTExQ2dRQ0dqeDQ4QUFrSFRnbEpTWE5aeGVndUxpNEszM2Y5MXpuQW9CSVIra0JBQWQyN3R4WkxlbVpiancxYUpXVmxXbno1czNLemMzVlRUZmRwUHZ1dTA5WFhIR0YwdFBUdXp6WDkzMTVucWU0dURqTm1UTkhqejc2cUE0Y09LRG5uMzlla3RUYTJxclRwMDhyS1NsSkpTVWxpbytQZDNCR2ZhdXRBSzEzblFNQVFPa0JBUFJDZlgyOUZpMWFwSVVMRitybW0yL1dsaTFiOU5wcnIybkZpaFVkVjJYelBLOWpLbHR5Y3JJMmJOaWdxVk9uYXVyVXFaS2trU05INm9rbm51ZzQzdXpac3hVSUJCUVhGNmVISG5ySTZma0JBTUlMcFFjQTBHTkpTVW42K2M5L3JzbVRKMHVTQ2dvS1ZGQlEwTEhmV2l2Zjl6dGRwS0Z0RGRQblNrdEwwL2J0Mjd2YzZ3WUFnTDVBNlFFQTlFcDc0Zms4WDFWeXZ1eDFBQUQwTlJaWEFnQUFBQWhybEI0QUFBQUFZWTNTQXdBQUFDQ3NVWG9BQUFBQWhEVktEd0FBQUlDd1J1a0JBQUFBRU5Zb1BRQUFBQURDR3FVSEFBQUFRRmlqOUFBQUFBQUlhNVFlQUFBQUFHR04wZ01BQUFBZ3JGRjZBQUFBQUlRMVNnOEFBQUNBc0VicEFRQUFBQkRXS0QwQUFBQUF3aHFsQndBQUFFQllvL1FBQUFBQUNHdlJyZ01BQUxxdnBIUzMvdVcydTEzSGlFZ2xwYnRkUndBQTlCS2xCd0JDaEpWZFgxdGJyM2UzNzNBZHBWZU1iSXdrV1prVzExbDZ6ZGgxcmlNQUFBQUFDRkw1K2ZtYjh2UHpON25PQVFDSVBLenBBUUFBQUJEV0tEMEFBQUFBd2hxbEJ3QUFBRUJZby9RQUFBQUFDR3VVSGdBQUFBQmhqZElEQUFBQUlLeFJlZ0FBQUFDRU5Vb1BBQUFBZ0xCRzZRRUFBQUFRMWlnOUFBQUFBTUlhcFFjQUFBQkFXS1AwQUFBQUFBaHJsQjRBQUFBQVlZM1NBd0FBQUNDc1VYb0FBQUFBaERWS0R3QUFBSUN3Wmx3SEFBQ0VwNXljbktTNHVMaTZMM3RPWTJOamNrbEpTZjNBcFFJQVJDSkdlZ0FBL2FLa3BLVGVXdnNYYTIyWGZkWmFXV3MzVW5nQUFBT0IwZ01BNkU5cjFGWnkyclYvNy92K0g5M0ZBZ0JFRWtvUEFLRGZlSjczQjJPNnpxUTJ4c2ozL2Y5MkVnb0FFSEVvUFFDQWZyTmp4NDVqMXRwM1BtZlgxdUxpNHBNT0lnRUFJaENsQndEUXI2eTFyK3F6ZFR6dDIxNXhuUXNBRURrb1BRQ0EvdmJLMlZQYzJxYTJzWjRIQURCZ0tEMEFnSDYxYytmT0NtdnR6dmJIMXRyM1Avend3d051VXdFQUlnbWxCd0F3RU5hMGovYTBUM2NEQUdDZ1VIb0FBQVBoajJxYjJ1WjUzaDljaHdFQUFBQ0FQcGVmbi85SmZuNSttZXNjQUlESUUrMDZBQUFnTWxoci84dnp2RmJYT1FBQWthZnJIZU1BQUNGdlROYUViQk1WVldDc3liWEdEak5HcWRhYUtKZVpvandsV3QvS2wybHdtY01ZRzdCV05jYWF3OWJZRCtYN1d5cktpa3RkWmdJQTlDOUtEd0NFalF0ak1zYTEzRzJNV1NCakprcFNZa0tDUmd3ZnBwVFVGRVZIT2UwOFFhTTFFRkJOVGEwT0hUcXNobE9uSkVuV2FwY3YrNnY5cFIvK1ZoS2pVUUFRWmlnOUFCQUdNckp5TDFHVVdXV00rWWVKRitSb3pyVlg2ZkxMdnFWeFdabXVvd1cxM1dYbDJ2clhkN1QrVC8rajRvOUxKS25jdHZxM1ZPelo5WjdyYkFBQUFBRGFqTW5PKy81NTJYbk5sMDZiYmYrMFlhUDFmZCtpWjN6ZnQyOXMrTE85NUlwWjlyenN2T1l4MlhuZmQvMitBZ0FBQUpBMFpsemVvK2RsNTlsYjc1cHZUNTZzZHQwZFF0NkpreWZ0elhmY2E4L0x6ck1aNHljOTR2cjlCUUQwRFNaNEEwQ0l5aGczYWI3bm1hZXZ1L3BLL2VxWlpVcE1TSEFkS2VURng4VnB6alZYNlpPS0N1M1orL2R2ZjJQSXNJUFZ4dzRYdXM0RkFQaDZXTk1EQUNFb0l5djNFaFB0YlMyWU9pWG10eXVlbGVkeHIrbStGQWdFZE5lQ3hkcXk3YS9OdHRVV3NNWUhBRUlicFFjQVFreEdSa2FjaVUvZE5YTEVpS3czWGwydGxPUmsxNUhDVW0xZG5hNlplNE1PSER5MFc0MDFlUlVWRlkydU13RUFlb2QvRFFKQXFJbExmVnd5V1Q5N1lpbUZweCtsSkNmcnljY2ZsVEZtbk9MU0huT2RCd0RRZTVRZUFBZ2hJOGFPSFNLalJiTm1URlBCMUNtdTQ0Uzk2UVZUTldOYWdZeXhpMGFPSHovWWRSNEFRTzlRZWdBZ2hNU2ErSWVNVE9LaWhmZTZqaEl4N3YvK2ZFa21LVlp4RDdyT0FnRG9IVW9QQUlTSVVSZGNrRzQ4TFp3eHJVQVRjckpkeDRrWUV5L0kxclNDcVpMc29tOStjK0kzWE9jQkFQUWNwUWNBUWtSMGE5UXRra2xldElCUm5vSDJiL1B2a1l4Sk5nbmV6YTZ6QUFCNmp0SURBS0hDZVBOeXhvL1RwSWtYdUU0U2NTYm41V3JjMkN3WmFaN3JMQUNBbnFQMEFFQUlHSHArN3JtU3BzNys5Z3pYVVNMV3JCblRKSm1DRVdQSERuR2RCUURRTTVRZUFBZ0I4VEhtdThZbzZ0dlRyM0FkSldMTm1qbE54aWdxUm5GelhXY0JBUFFNcFFjQVFvQXhaczZJNGNPVVBYNnM2eWdSYTBKT3RvWVBHeXJQTTk5eG5RVUEwRE9VSGdBSUFkWXEveDh2dWxER0dOZFJJcFl4UmhkZk9Ga3l5bk9kQlFEUU01UWVBQWh5R1JsNWFjWm94TmpNODExSGlYaGpzODZYWkVhbloyYW11TTRDQU9nK1NnOEFCRGsvMWs2UXBLd3NTbzlyV2VlZmVRK1NvK01tdU00Q0FPZytTZzhBQkRuUGFJSWtCZU5JVDFWVjFkYyt4dXJWcS9Yd3d3LzNTWjcrTnJhdGVIcUs1cnJoQUJCQ29sMEhBQUI4T2VOcFpHeE1qRWFOSE9FNlNpZE5UVTI2L2ZiYjljZ2pqK2p5eXk5WFVWR1JGaTVjcVBUMDlFN1BxNit2MTl0dnY5M3hlTStlUFJvK2ZMaVNrcEkrOTdpTmpZMzY1Sk5QbEoyZDNlL24wRk9qUjQxVVRFeTBtcHRiUnJuT0FnRG9Qa1o2QUNESVdhdVU1T1Rrb0x1SXdhQkJnL1RUbi81VWp6MzJtQ29yS3lWSmt5Wk4waHR2dk5IeHRYYnQyaTZ2VzdKa2lVcExTNy93dUpXVmxWcThlSEcvWnU4dHovT1VsSmdrR2N1YUhnQUlJWXowQUVEd1MwbElpSGVkNFhQbDUrZnJGNy80aFlZT0hhcXFxaW9WRnhkcjNyeDVybVAxcTRTRWVKMnNOc211Y3dBQXVvL1NBd0JCemtqSmlZa0pybU4wc1duVEp0WFYxV24wNk5HS2lZbVJKRTJjT0ZFclZxem9lRTVyYTZ0bXpwenBNR1hmUzB4SWtKVmhwQWNBUWdpbEJ3Q0Nua2xKU0FpKzBuUHk1RWtWRmhacSsvYnR5cy9QbDZSdWovVDg3bmUvMC9yMTZ5VkpGUlVWT25ic21CNS8vSEZKVWwxZFhUOG4vM29TRWhNa3kvUTJBQWdsbEI0QUNISlcxc3BhMXpHNm1EZHZubEpTVXJSNTgrYU9iUk1tVE5EeTVjdGxyWlV4UnI3djYvNzc3MWREUTRNU0V4TWxTUTg4OEVDbll1TjVaNWFYVHBreVJaSlVYVjJ0VTZkT0RmajVkSmRSY0sydEFnQjhOVW9QQUFRNUkxTmJYOS9nT2thM0dHTjA5T2hSL2VoSFA5SlBmdklUeGNYRktTMHRUZmZlZTY5ZWZQRkZHV04wMFVVWEtUWTJ0dU0xMWRYVnFxK3YxNVZYWHRteGJkNjhlZko5djZNUUJaUDZobnJKcU5aMURnQkE5d1hmcHdrQW9CTnJiRzE5UTJpVUhra2FQWHEwN3JubkhpMVlzRUMzM25xcnBreVpvcFVyVjhyelBPM2R1MWZYWG52dFZ4N2pqanZ1MEx2dnZqc2dlWHVxdnI1QlJwUWVBQWdsbEI0QUNIcW1ycUVoZUtkN3RiUFd5bHFyclZ1M2F0V3FWWHJ3d1FjMVpzd1liZHk0VVRVMU5hN2o5Wm42K2daWlMra0JnRkJDNlFHQUlHY1Z2Q005bjM3NnFSb2JHeVZKcGFXbCt1Q0REN1I4K1hMTm5UdFhzMmZQMWdzdnZLRGh3NGRyNmRLbHJxUDJDV3V0R3M2c053cnVxeTBBQURwaFRROEFCRG5QbWs4RGdZQ09IcTNTdWVlZTR6cE9odzBiTnVqbGwxOVdTa3FLVnExYXBaa3paeW90TFUxWFgzMTFweHVwTGwyNlZMVzFudzJNbkRoeFFqTm16T2g0M05UVXBOYlcxazdiNnV2ckIvQk11dS93a2FQeWZWL1cydjJ1c3dBQXVvL1NBd0JCem04TmZPVEZSS20wYkU5UWxaN1hYMzlkeTVjdlYzcDZ1cDUrK21tdFhMbFMxbG90VzdaTWdVQ2dZN3BiVzBuUXNtWExkT21sbDJycjFxMWZlZXk3Nzc1N1FNNmhwMHAzbDBsbmltaXg2eXdBQUFCQTJCZ3laRnh5eHZoSi9vcm5WOXBnMHR6Yy9LWDdBNEdBYldscHNjM056YmFwcVduQWN2V25YLy9tUDIzRytFbUJFU011REw0Ykp3RUF2aEJyZWdBZ3lCMDd0cnRPMHI3ZGU4cGRSK2trSmlibVMvZDducWZvNkdqRnhNUjB1a1IxS1B0YjJSN0ptRThPSHR3Ui9GZVdBQUIwb1BRQVFDZ3dLbnJ2L1IyeVFYaVQwa2hocmRYMjkzZklXQlc1emdJQTZCbEtEd0NFQU92cjlVT0hEK3Zqa2xMWFVTSlc4Y2NsT25LMFN0YmFQN25PQWdEb0dVb1BBSVNBRm50Nm5iVUsvUG5OVGE2alJLeU5iMjZXcE5iV2h0YTFyck1BQUhxRzBnTUFJZUJnV2RreFNkczJ2a1hwY1dYalc1dGxyZDFhV2ZueENkZFpBQUE5UStrQmdGQmgvZGQybDVXcmNPY3UxMGtpVHVIT1hTcmJVeTRqdmVvNkN3Q2c1eWc5QUJBaW1tM2pTMWEyNFpjcm5uY2RKZUw4OHRmUFM3SjF6V3BhNVRvTEFLRG5LRDBBRUNMYXByajlhdk9XYmZxbzVHK3U0MFNNWFI5OXJNMWJ0OG42ZXU1QWFlbHgxM2tBQUQxSDZRR0FFTkxZNGkyelVzT3p6LzNHZFpTSThleHp2NUdWYldpMnA1ZTV6Z0lBNkIxS0R3Q0VrTVBsUlZXeTl0bU5iMjNXbTV2ZWRoMG43UDFsMDl0NmMvTVd5WnJsYlNOdEFJQVFaRndIQUFEMFRFWkdScHppMHo0YWVzNlE4OTlZczFxREI2ZTdqaFNXanA4NG9Xdm0zcUNxWThmTDdlbnFpUlVWRlkydU13RUFlb2VSSGdBSU1SVVZGWTErd041K3RPcFk2L3pGUDFSTFM0dnJTR0dudWJsWjh4ZjlVRlhIanJmNE52Q3ZGQjRBQ0cxUnJnTUFBSHF1NXZpUi9hbnA1eDQvZk9USXRTV2x1M1hWckptS2l1SlhlbDlvYW1yU3doODhySGZlM2E2QXRRdjNsKzdpWnFRQUVPTDRoQVNBRUZWei9NajdxWU9IQmlyMjdaOVJ1SE9YcGwwK1ZmSHg4YTVqaGJSang0OXIvcUlIdGUyZGQyV3R2MlJmNmE1blhHY0NBSHg5bEI0QUNHRTF4NDlzU1JzOHJPYlR5Z096MXF4ZDd3MUpUOWZZckV4NUhyT1hlNksxTmFBMWExL1hmWXNlVlBuZXY3Y0dyUDNCdnRKZC8rNDZGd0NnYjNBaEF3QUlBMlBHNTAzeGpIMVpNcU5IREIrdWYvN2VYTTJlTlVQanNqSmRSd3RxdTh2MmFNUEd0L1NITmEvcDRLSERrclRmdDRFYjk1VVcvNi9yYkFDQXZrUHBBWUF3TVhSb2JtSjhtdTR5eHR3dFl5WktVbUpDZ2tZTUg2YVUxQlJGcytaSGt0UWFDS2ltcGxhSERoMVd3NmxUWnpaYVcyeXRmYUc1THVhRmd3ZDNuSEtkRVFEUXR5ZzlBQkNHeG1STnlEWlJVUVhHbWx4cjdEQmpsR3F0b2ZWSU1zWUdyRldOc2Vhd05mWkQrZjZXaXJMaVV0ZTVBQUFBQUFBQUFBQUFBQUFBQUFBQUFBQUFBQUFBQUFBQUFBQUFBQUFBQUFBQUFBQUFBQUFBQUFBQUFBQUFBQUFBQUFBQUFBQUFBQUFBQUFBQUFBQUFBQUFBQUFBQUFBQUFBQUFBQUFBQUFBQUFBQUFBQUFBQUFBQUFBQUFBQUFBQUFBQUFBQUFBQUFBQUFBQUFBQUFBQUFDZC9CKzFJWXdrMng0dXB3QUFBQUJKUlU1RXJrSmdnZz09IiwKCSJUaGVtZSIgOiAiIiwKCSJUeXBlIiA6ICJmbG93IiwKCSJVc2VySWQiIDogIjExNjUyOTc2OTMiLAoJIlZlcnNpb24iIDogIjUzIgp9Cg=="/>
    </extobj>
  </extobjs>
</s:customData>
</file>

<file path=customXml/itemProps74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WPS 演示</Application>
  <PresentationFormat>宽屏</PresentationFormat>
  <Paragraphs>4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基于51单片机的自动窗帘控制系统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赵子尧</cp:lastModifiedBy>
  <cp:revision>159</cp:revision>
  <dcterms:created xsi:type="dcterms:W3CDTF">2019-06-19T02:08:00Z</dcterms:created>
  <dcterms:modified xsi:type="dcterms:W3CDTF">2026-09-13T08:12:41Z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13BF7A0727A24F8286391ADC1DE4AA9C_11</vt:lpwstr>
  </property>
</Properties>
</file>